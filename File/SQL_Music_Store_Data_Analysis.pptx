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4073" r:id="rId2"/>
  </p:sldMasterIdLst>
  <p:notesMasterIdLst>
    <p:notesMasterId r:id="rId28"/>
  </p:notesMasterIdLst>
  <p:sldIdLst>
    <p:sldId id="256" r:id="rId3"/>
    <p:sldId id="262" r:id="rId4"/>
    <p:sldId id="260" r:id="rId5"/>
    <p:sldId id="264" r:id="rId6"/>
    <p:sldId id="267" r:id="rId7"/>
    <p:sldId id="257" r:id="rId8"/>
    <p:sldId id="268" r:id="rId9"/>
    <p:sldId id="269" r:id="rId10"/>
    <p:sldId id="270" r:id="rId11"/>
    <p:sldId id="271" r:id="rId12"/>
    <p:sldId id="272" r:id="rId13"/>
    <p:sldId id="281" r:id="rId14"/>
    <p:sldId id="286" r:id="rId15"/>
    <p:sldId id="274" r:id="rId16"/>
    <p:sldId id="283" r:id="rId17"/>
    <p:sldId id="275" r:id="rId18"/>
    <p:sldId id="287" r:id="rId19"/>
    <p:sldId id="276" r:id="rId20"/>
    <p:sldId id="288" r:id="rId21"/>
    <p:sldId id="277" r:id="rId22"/>
    <p:sldId id="289" r:id="rId23"/>
    <p:sldId id="278" r:id="rId24"/>
    <p:sldId id="280" r:id="rId25"/>
    <p:sldId id="279" r:id="rId26"/>
    <p:sldId id="259" r:id="rId27"/>
  </p:sldIdLst>
  <p:sldSz cx="12192000" cy="6858000"/>
  <p:notesSz cx="6858000" cy="9144000"/>
  <p:embeddedFontLst>
    <p:embeddedFont>
      <p:font typeface="Cascadia Mono SemiBold" panose="020B0609020000020004" pitchFamily="49" charset="0"/>
      <p:bold r:id="rId29"/>
      <p:boldItalic r:id="rId30"/>
    </p:embeddedFont>
    <p:embeddedFont>
      <p:font typeface="Libre Baskerville" panose="02000000000000000000" pitchFamily="2" charset="0"/>
      <p:regular r:id="rId31"/>
      <p:bold r:id="rId32"/>
      <p:italic r:id="rId33"/>
    </p:embeddedFont>
    <p:embeddedFont>
      <p:font typeface="Trebuchet MS" panose="020B0603020202020204" pitchFamily="34" charset="0"/>
      <p:regular r:id="rId34"/>
      <p:bold r:id="rId35"/>
      <p:italic r:id="rId36"/>
      <p:boldItalic r:id="rId37"/>
    </p:embeddedFont>
    <p:embeddedFont>
      <p:font typeface="Wingdings 3" panose="05040102010807070707" pitchFamily="18" charset="2"/>
      <p:regular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3225E367-2190-45F1-BC39-2849971C7B1F}">
          <p14:sldIdLst>
            <p14:sldId id="256"/>
            <p14:sldId id="262"/>
            <p14:sldId id="260"/>
            <p14:sldId id="264"/>
            <p14:sldId id="267"/>
            <p14:sldId id="257"/>
            <p14:sldId id="268"/>
            <p14:sldId id="269"/>
            <p14:sldId id="270"/>
            <p14:sldId id="271"/>
            <p14:sldId id="272"/>
            <p14:sldId id="281"/>
            <p14:sldId id="286"/>
            <p14:sldId id="274"/>
            <p14:sldId id="283"/>
            <p14:sldId id="275"/>
            <p14:sldId id="287"/>
            <p14:sldId id="276"/>
            <p14:sldId id="288"/>
            <p14:sldId id="277"/>
            <p14:sldId id="289"/>
            <p14:sldId id="278"/>
            <p14:sldId id="280"/>
            <p14:sldId id="279"/>
            <p14:sldId id="259"/>
          </p14:sldIdLst>
        </p14:section>
      </p14:sectionLst>
    </p:ex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9"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62DF3"/>
    <a:srgbClr val="0B1DC5"/>
    <a:srgbClr val="7200D0"/>
    <a:srgbClr val="6412BE"/>
    <a:srgbClr val="8529EB"/>
    <a:srgbClr val="6D13CF"/>
    <a:srgbClr val="902BF5"/>
    <a:srgbClr val="3425A7"/>
    <a:srgbClr val="A235DF"/>
    <a:srgbClr val="DF31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8" autoAdjust="0"/>
    <p:restoredTop sz="95033" autoAdjust="0"/>
  </p:normalViewPr>
  <p:slideViewPr>
    <p:cSldViewPr snapToGrid="0">
      <p:cViewPr varScale="1">
        <p:scale>
          <a:sx n="82" d="100"/>
          <a:sy n="82" d="100"/>
        </p:scale>
        <p:origin x="47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customschemas.google.com/relationships/presentationmetadata" Target="metadata"/><Relationship Id="rId21" Type="http://schemas.openxmlformats.org/officeDocument/2006/relationships/slide" Target="slides/slide19.xml"/><Relationship Id="rId34" Type="http://schemas.openxmlformats.org/officeDocument/2006/relationships/font" Target="fonts/font6.fntdata"/><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1.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3.fntdata"/><Relationship Id="rId4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5.fntdata"/><Relationship Id="rId38" Type="http://schemas.openxmlformats.org/officeDocument/2006/relationships/font" Target="fonts/font10.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shahbaaz Shaik" userId="00d35f0b3c9d7519" providerId="LiveId" clId="{3F971D7E-2F3C-44A0-B5D2-8162AE389A99}"/>
    <pc:docChg chg="undo redo custSel addSld delSld modSld sldOrd addSection delSection modSection">
      <pc:chgData name="Mohammed shahbaaz Shaik" userId="00d35f0b3c9d7519" providerId="LiveId" clId="{3F971D7E-2F3C-44A0-B5D2-8162AE389A99}" dt="2026-03-13T08:01:53.480" v="7426" actId="20577"/>
      <pc:docMkLst>
        <pc:docMk/>
      </pc:docMkLst>
      <pc:sldChg chg="addSp delSp modSp mod modTransition">
        <pc:chgData name="Mohammed shahbaaz Shaik" userId="00d35f0b3c9d7519" providerId="LiveId" clId="{3F971D7E-2F3C-44A0-B5D2-8162AE389A99}" dt="2026-03-13T08:01:53.480" v="7426" actId="20577"/>
        <pc:sldMkLst>
          <pc:docMk/>
          <pc:sldMk cId="0" sldId="256"/>
        </pc:sldMkLst>
        <pc:spChg chg="add mod">
          <ac:chgData name="Mohammed shahbaaz Shaik" userId="00d35f0b3c9d7519" providerId="LiveId" clId="{3F971D7E-2F3C-44A0-B5D2-8162AE389A99}" dt="2026-03-06T05:52:18.563" v="307" actId="207"/>
          <ac:spMkLst>
            <pc:docMk/>
            <pc:sldMk cId="0" sldId="256"/>
            <ac:spMk id="2" creationId="{A2509C45-EB3D-DB99-6C40-61AD9BB3EC91}"/>
          </ac:spMkLst>
        </pc:spChg>
        <pc:spChg chg="add mod">
          <ac:chgData name="Mohammed shahbaaz Shaik" userId="00d35f0b3c9d7519" providerId="LiveId" clId="{3F971D7E-2F3C-44A0-B5D2-8162AE389A99}" dt="2026-03-06T17:06:48.383" v="3851" actId="1076"/>
          <ac:spMkLst>
            <pc:docMk/>
            <pc:sldMk cId="0" sldId="256"/>
            <ac:spMk id="3" creationId="{68BCBC1A-F125-11D2-D2D5-8CF55DEA9A61}"/>
          </ac:spMkLst>
        </pc:spChg>
        <pc:spChg chg="add mod">
          <ac:chgData name="Mohammed shahbaaz Shaik" userId="00d35f0b3c9d7519" providerId="LiveId" clId="{3F971D7E-2F3C-44A0-B5D2-8162AE389A99}" dt="2026-03-13T08:01:53.480" v="7426" actId="20577"/>
          <ac:spMkLst>
            <pc:docMk/>
            <pc:sldMk cId="0" sldId="256"/>
            <ac:spMk id="4" creationId="{A434A42F-EF77-C6D3-C302-BA1F60096790}"/>
          </ac:spMkLst>
        </pc:spChg>
        <pc:picChg chg="mod">
          <ac:chgData name="Mohammed shahbaaz Shaik" userId="00d35f0b3c9d7519" providerId="LiveId" clId="{3F971D7E-2F3C-44A0-B5D2-8162AE389A99}" dt="2026-03-06T17:06:53.469" v="3853" actId="1076"/>
          <ac:picMkLst>
            <pc:docMk/>
            <pc:sldMk cId="0" sldId="256"/>
            <ac:picMk id="98" creationId="{00000000-0000-0000-0000-000000000000}"/>
          </ac:picMkLst>
        </pc:picChg>
      </pc:sldChg>
      <pc:sldChg chg="delSp modSp add del mod ord modTransition delAnim">
        <pc:chgData name="Mohammed shahbaaz Shaik" userId="00d35f0b3c9d7519" providerId="LiveId" clId="{3F971D7E-2F3C-44A0-B5D2-8162AE389A99}" dt="2026-03-08T12:04:58.813" v="7313"/>
        <pc:sldMkLst>
          <pc:docMk/>
          <pc:sldMk cId="0" sldId="257"/>
        </pc:sldMkLst>
        <pc:spChg chg="mod">
          <ac:chgData name="Mohammed shahbaaz Shaik" userId="00d35f0b3c9d7519" providerId="LiveId" clId="{3F971D7E-2F3C-44A0-B5D2-8162AE389A99}" dt="2026-03-08T06:31:15.183" v="7311" actId="1076"/>
          <ac:spMkLst>
            <pc:docMk/>
            <pc:sldMk cId="0" sldId="257"/>
            <ac:spMk id="22" creationId="{6F4DF53E-91BB-B2B0-35A7-AAF370F8F3B6}"/>
          </ac:spMkLst>
        </pc:spChg>
        <pc:picChg chg="mod">
          <ac:chgData name="Mohammed shahbaaz Shaik" userId="00d35f0b3c9d7519" providerId="LiveId" clId="{3F971D7E-2F3C-44A0-B5D2-8162AE389A99}" dt="2026-03-08T06:31:08.846" v="7310" actId="14100"/>
          <ac:picMkLst>
            <pc:docMk/>
            <pc:sldMk cId="0" sldId="257"/>
            <ac:picMk id="24" creationId="{F18F2233-E44D-FB0B-2A67-38B9D2C115D0}"/>
          </ac:picMkLst>
        </pc:picChg>
      </pc:sldChg>
      <pc:sldChg chg="addSp delSp modSp new mod modTransition setBg">
        <pc:chgData name="Mohammed shahbaaz Shaik" userId="00d35f0b3c9d7519" providerId="LiveId" clId="{3F971D7E-2F3C-44A0-B5D2-8162AE389A99}" dt="2026-03-08T06:29:40.029" v="7308" actId="1076"/>
        <pc:sldMkLst>
          <pc:docMk/>
          <pc:sldMk cId="694274549" sldId="260"/>
        </pc:sldMkLst>
        <pc:spChg chg="add mod">
          <ac:chgData name="Mohammed shahbaaz Shaik" userId="00d35f0b3c9d7519" providerId="LiveId" clId="{3F971D7E-2F3C-44A0-B5D2-8162AE389A99}" dt="2026-03-08T06:29:40.029" v="7308" actId="1076"/>
          <ac:spMkLst>
            <pc:docMk/>
            <pc:sldMk cId="694274549" sldId="260"/>
            <ac:spMk id="36" creationId="{D9875770-A96F-79B1-8AF0-10122449C7A3}"/>
          </ac:spMkLst>
        </pc:spChg>
        <pc:spChg chg="add mod">
          <ac:chgData name="Mohammed shahbaaz Shaik" userId="00d35f0b3c9d7519" providerId="LiveId" clId="{3F971D7E-2F3C-44A0-B5D2-8162AE389A99}" dt="2026-03-06T06:54:19.320" v="590" actId="21"/>
          <ac:spMkLst>
            <pc:docMk/>
            <pc:sldMk cId="694274549" sldId="260"/>
            <ac:spMk id="38" creationId="{6536D1E7-B405-745A-652F-D20D506E25A2}"/>
          </ac:spMkLst>
        </pc:spChg>
      </pc:sldChg>
      <pc:sldChg chg="addSp delSp modSp new mod ord modTransition setBg modAnim">
        <pc:chgData name="Mohammed shahbaaz Shaik" userId="00d35f0b3c9d7519" providerId="LiveId" clId="{3F971D7E-2F3C-44A0-B5D2-8162AE389A99}" dt="2026-03-06T06:43:56.901" v="559" actId="196"/>
        <pc:sldMkLst>
          <pc:docMk/>
          <pc:sldMk cId="309585161" sldId="262"/>
        </pc:sldMkLst>
        <pc:spChg chg="add mod topLvl">
          <ac:chgData name="Mohammed shahbaaz Shaik" userId="00d35f0b3c9d7519" providerId="LiveId" clId="{3F971D7E-2F3C-44A0-B5D2-8162AE389A99}" dt="2026-03-06T06:10:09.506" v="457" actId="207"/>
          <ac:spMkLst>
            <pc:docMk/>
            <pc:sldMk cId="309585161" sldId="262"/>
            <ac:spMk id="3" creationId="{E383FCB6-2563-D776-D51C-AFB48BF5716F}"/>
          </ac:spMkLst>
        </pc:spChg>
        <pc:spChg chg="add mod topLvl">
          <ac:chgData name="Mohammed shahbaaz Shaik" userId="00d35f0b3c9d7519" providerId="LiveId" clId="{3F971D7E-2F3C-44A0-B5D2-8162AE389A99}" dt="2026-03-06T06:10:09.506" v="457" actId="207"/>
          <ac:spMkLst>
            <pc:docMk/>
            <pc:sldMk cId="309585161" sldId="262"/>
            <ac:spMk id="4" creationId="{9850EB2E-0562-603B-38BD-44AF02538875}"/>
          </ac:spMkLst>
        </pc:spChg>
        <pc:spChg chg="add mod topLvl">
          <ac:chgData name="Mohammed shahbaaz Shaik" userId="00d35f0b3c9d7519" providerId="LiveId" clId="{3F971D7E-2F3C-44A0-B5D2-8162AE389A99}" dt="2026-03-06T06:10:09.506" v="457" actId="207"/>
          <ac:spMkLst>
            <pc:docMk/>
            <pc:sldMk cId="309585161" sldId="262"/>
            <ac:spMk id="5" creationId="{2D246DBF-C529-3BEF-97FE-E5995868CD86}"/>
          </ac:spMkLst>
        </pc:spChg>
        <pc:spChg chg="add mod topLvl">
          <ac:chgData name="Mohammed shahbaaz Shaik" userId="00d35f0b3c9d7519" providerId="LiveId" clId="{3F971D7E-2F3C-44A0-B5D2-8162AE389A99}" dt="2026-03-06T06:10:09.506" v="457" actId="207"/>
          <ac:spMkLst>
            <pc:docMk/>
            <pc:sldMk cId="309585161" sldId="262"/>
            <ac:spMk id="6" creationId="{B3A17D6C-E241-CC52-54A1-FB3AAF4564B4}"/>
          </ac:spMkLst>
        </pc:spChg>
        <pc:spChg chg="add mod topLvl">
          <ac:chgData name="Mohammed shahbaaz Shaik" userId="00d35f0b3c9d7519" providerId="LiveId" clId="{3F971D7E-2F3C-44A0-B5D2-8162AE389A99}" dt="2026-03-06T06:10:09.506" v="457" actId="207"/>
          <ac:spMkLst>
            <pc:docMk/>
            <pc:sldMk cId="309585161" sldId="262"/>
            <ac:spMk id="7" creationId="{339B46F4-FCCA-D776-99A0-2576CC80A9BB}"/>
          </ac:spMkLst>
        </pc:spChg>
        <pc:spChg chg="add mod topLvl">
          <ac:chgData name="Mohammed shahbaaz Shaik" userId="00d35f0b3c9d7519" providerId="LiveId" clId="{3F971D7E-2F3C-44A0-B5D2-8162AE389A99}" dt="2026-03-06T06:10:09.506" v="457" actId="207"/>
          <ac:spMkLst>
            <pc:docMk/>
            <pc:sldMk cId="309585161" sldId="262"/>
            <ac:spMk id="8" creationId="{C56399C5-1961-0E6E-8A52-0DF83CD1309D}"/>
          </ac:spMkLst>
        </pc:spChg>
        <pc:spChg chg="add mod">
          <ac:chgData name="Mohammed shahbaaz Shaik" userId="00d35f0b3c9d7519" providerId="LiveId" clId="{3F971D7E-2F3C-44A0-B5D2-8162AE389A99}" dt="2026-03-06T06:20:21.910" v="475" actId="207"/>
          <ac:spMkLst>
            <pc:docMk/>
            <pc:sldMk cId="309585161" sldId="262"/>
            <ac:spMk id="17" creationId="{05C4AF46-758B-4C3F-269B-1267B535ED3E}"/>
          </ac:spMkLst>
        </pc:spChg>
        <pc:grpChg chg="add mod">
          <ac:chgData name="Mohammed shahbaaz Shaik" userId="00d35f0b3c9d7519" providerId="LiveId" clId="{3F971D7E-2F3C-44A0-B5D2-8162AE389A99}" dt="2026-03-06T06:43:56.901" v="559" actId="196"/>
          <ac:grpSpMkLst>
            <pc:docMk/>
            <pc:sldMk cId="309585161" sldId="262"/>
            <ac:grpSpMk id="14" creationId="{DCDEF999-20AF-3966-3636-CC576A4358DF}"/>
          </ac:grpSpMkLst>
        </pc:grpChg>
      </pc:sldChg>
      <pc:sldChg chg="addSp delSp modSp add mod ord modTransition setBg">
        <pc:chgData name="Mohammed shahbaaz Shaik" userId="00d35f0b3c9d7519" providerId="LiveId" clId="{3F971D7E-2F3C-44A0-B5D2-8162AE389A99}" dt="2026-03-06T17:50:38.001" v="4003"/>
        <pc:sldMkLst>
          <pc:docMk/>
          <pc:sldMk cId="170610041" sldId="264"/>
        </pc:sldMkLst>
        <pc:spChg chg="mod topLvl">
          <ac:chgData name="Mohammed shahbaaz Shaik" userId="00d35f0b3c9d7519" providerId="LiveId" clId="{3F971D7E-2F3C-44A0-B5D2-8162AE389A99}" dt="2026-03-06T17:38:26.365" v="3951" actId="1076"/>
          <ac:spMkLst>
            <pc:docMk/>
            <pc:sldMk cId="170610041" sldId="264"/>
            <ac:spMk id="9" creationId="{6C1B470A-E563-C827-4B44-D9BA5594C60B}"/>
          </ac:spMkLst>
        </pc:spChg>
        <pc:spChg chg="mod topLvl">
          <ac:chgData name="Mohammed shahbaaz Shaik" userId="00d35f0b3c9d7519" providerId="LiveId" clId="{3F971D7E-2F3C-44A0-B5D2-8162AE389A99}" dt="2026-03-06T17:38:26.365" v="3951" actId="1076"/>
          <ac:spMkLst>
            <pc:docMk/>
            <pc:sldMk cId="170610041" sldId="264"/>
            <ac:spMk id="10" creationId="{1E15DFDC-2ECC-3305-35DE-F62DC41647DA}"/>
          </ac:spMkLst>
        </pc:spChg>
        <pc:spChg chg="mod topLvl">
          <ac:chgData name="Mohammed shahbaaz Shaik" userId="00d35f0b3c9d7519" providerId="LiveId" clId="{3F971D7E-2F3C-44A0-B5D2-8162AE389A99}" dt="2026-03-06T17:38:26.365" v="3951" actId="1076"/>
          <ac:spMkLst>
            <pc:docMk/>
            <pc:sldMk cId="170610041" sldId="264"/>
            <ac:spMk id="13" creationId="{A7D75D89-755F-6AA2-AE98-97DBACDA4BB6}"/>
          </ac:spMkLst>
        </pc:spChg>
        <pc:spChg chg="mod topLvl">
          <ac:chgData name="Mohammed shahbaaz Shaik" userId="00d35f0b3c9d7519" providerId="LiveId" clId="{3F971D7E-2F3C-44A0-B5D2-8162AE389A99}" dt="2026-03-06T17:38:26.365" v="3951" actId="1076"/>
          <ac:spMkLst>
            <pc:docMk/>
            <pc:sldMk cId="170610041" sldId="264"/>
            <ac:spMk id="14" creationId="{1A6B5248-3432-8A13-3D57-56E8D01063FF}"/>
          </ac:spMkLst>
        </pc:spChg>
        <pc:spChg chg="mod topLvl">
          <ac:chgData name="Mohammed shahbaaz Shaik" userId="00d35f0b3c9d7519" providerId="LiveId" clId="{3F971D7E-2F3C-44A0-B5D2-8162AE389A99}" dt="2026-03-06T17:38:26.365" v="3951" actId="1076"/>
          <ac:spMkLst>
            <pc:docMk/>
            <pc:sldMk cId="170610041" sldId="264"/>
            <ac:spMk id="15" creationId="{4EF000DF-D6BF-DCF9-7329-A2DD98F134F4}"/>
          </ac:spMkLst>
        </pc:spChg>
        <pc:spChg chg="mod topLvl">
          <ac:chgData name="Mohammed shahbaaz Shaik" userId="00d35f0b3c9d7519" providerId="LiveId" clId="{3F971D7E-2F3C-44A0-B5D2-8162AE389A99}" dt="2026-03-06T17:38:26.365" v="3951" actId="1076"/>
          <ac:spMkLst>
            <pc:docMk/>
            <pc:sldMk cId="170610041" sldId="264"/>
            <ac:spMk id="16" creationId="{82728712-CE74-0E69-8BCD-3259A0D95A1A}"/>
          </ac:spMkLst>
        </pc:spChg>
        <pc:spChg chg="mod topLvl">
          <ac:chgData name="Mohammed shahbaaz Shaik" userId="00d35f0b3c9d7519" providerId="LiveId" clId="{3F971D7E-2F3C-44A0-B5D2-8162AE389A99}" dt="2026-03-06T17:38:26.365" v="3951" actId="1076"/>
          <ac:spMkLst>
            <pc:docMk/>
            <pc:sldMk cId="170610041" sldId="264"/>
            <ac:spMk id="17" creationId="{A0F165DF-ACAD-7829-4057-AC0AF27768BC}"/>
          </ac:spMkLst>
        </pc:spChg>
        <pc:picChg chg="add mod">
          <ac:chgData name="Mohammed shahbaaz Shaik" userId="00d35f0b3c9d7519" providerId="LiveId" clId="{3F971D7E-2F3C-44A0-B5D2-8162AE389A99}" dt="2026-03-06T17:22:32.770" v="3902" actId="14100"/>
          <ac:picMkLst>
            <pc:docMk/>
            <pc:sldMk cId="170610041" sldId="264"/>
            <ac:picMk id="23" creationId="{AA66C9D7-CE41-B86B-7F00-270D75EB9AF3}"/>
          </ac:picMkLst>
        </pc:picChg>
      </pc:sldChg>
      <pc:sldChg chg="delSp add mod ord modAnim">
        <pc:chgData name="Mohammed shahbaaz Shaik" userId="00d35f0b3c9d7519" providerId="LiveId" clId="{3F971D7E-2F3C-44A0-B5D2-8162AE389A99}" dt="2026-03-06T18:33:14.443" v="7303" actId="478"/>
        <pc:sldMkLst>
          <pc:docMk/>
          <pc:sldMk cId="3152526786" sldId="267"/>
        </pc:sldMkLst>
      </pc:sldChg>
      <pc:sldChg chg="modSp mod modTransition">
        <pc:chgData name="Mohammed shahbaaz Shaik" userId="00d35f0b3c9d7519" providerId="LiveId" clId="{3F971D7E-2F3C-44A0-B5D2-8162AE389A99}" dt="2026-03-08T12:05:51.850" v="7322" actId="20577"/>
        <pc:sldMkLst>
          <pc:docMk/>
          <pc:sldMk cId="1843182374" sldId="268"/>
        </pc:sldMkLst>
        <pc:spChg chg="mod">
          <ac:chgData name="Mohammed shahbaaz Shaik" userId="00d35f0b3c9d7519" providerId="LiveId" clId="{3F971D7E-2F3C-44A0-B5D2-8162AE389A99}" dt="2026-03-08T12:05:51.850" v="7322" actId="20577"/>
          <ac:spMkLst>
            <pc:docMk/>
            <pc:sldMk cId="1843182374" sldId="268"/>
            <ac:spMk id="2" creationId="{BF28B3AC-6CFA-B163-2EC2-EE6BF7C26DFB}"/>
          </ac:spMkLst>
        </pc:spChg>
        <pc:spChg chg="mod">
          <ac:chgData name="Mohammed shahbaaz Shaik" userId="00d35f0b3c9d7519" providerId="LiveId" clId="{3F971D7E-2F3C-44A0-B5D2-8162AE389A99}" dt="2026-03-08T12:05:46.468" v="7317" actId="20577"/>
          <ac:spMkLst>
            <pc:docMk/>
            <pc:sldMk cId="1843182374" sldId="268"/>
            <ac:spMk id="3" creationId="{2CB528E2-B9DA-73FF-D8D9-7CE8C4EA738D}"/>
          </ac:spMkLst>
        </pc:spChg>
      </pc:sldChg>
      <pc:sldChg chg="add del setBg">
        <pc:chgData name="Mohammed shahbaaz Shaik" userId="00d35f0b3c9d7519" providerId="LiveId" clId="{3F971D7E-2F3C-44A0-B5D2-8162AE389A99}" dt="2026-03-10T18:20:48.995" v="7353"/>
        <pc:sldMkLst>
          <pc:docMk/>
          <pc:sldMk cId="2824859898" sldId="274"/>
        </pc:sldMkLst>
      </pc:sldChg>
      <pc:sldChg chg="add del setBg">
        <pc:chgData name="Mohammed shahbaaz Shaik" userId="00d35f0b3c9d7519" providerId="LiveId" clId="{3F971D7E-2F3C-44A0-B5D2-8162AE389A99}" dt="2026-03-10T18:21:51.992" v="7357"/>
        <pc:sldMkLst>
          <pc:docMk/>
          <pc:sldMk cId="2403482413" sldId="275"/>
        </pc:sldMkLst>
      </pc:sldChg>
      <pc:sldChg chg="add del setBg">
        <pc:chgData name="Mohammed shahbaaz Shaik" userId="00d35f0b3c9d7519" providerId="LiveId" clId="{3F971D7E-2F3C-44A0-B5D2-8162AE389A99}" dt="2026-03-10T18:22:32.476" v="7361"/>
        <pc:sldMkLst>
          <pc:docMk/>
          <pc:sldMk cId="3029497053" sldId="276"/>
        </pc:sldMkLst>
      </pc:sldChg>
      <pc:sldChg chg="add del setBg">
        <pc:chgData name="Mohammed shahbaaz Shaik" userId="00d35f0b3c9d7519" providerId="LiveId" clId="{3F971D7E-2F3C-44A0-B5D2-8162AE389A99}" dt="2026-03-10T18:23:08.699" v="7365"/>
        <pc:sldMkLst>
          <pc:docMk/>
          <pc:sldMk cId="3733548846" sldId="277"/>
        </pc:sldMkLst>
      </pc:sldChg>
      <pc:sldChg chg="add del setBg">
        <pc:chgData name="Mohammed shahbaaz Shaik" userId="00d35f0b3c9d7519" providerId="LiveId" clId="{3F971D7E-2F3C-44A0-B5D2-8162AE389A99}" dt="2026-03-10T18:23:47.778" v="7368"/>
        <pc:sldMkLst>
          <pc:docMk/>
          <pc:sldMk cId="253019942" sldId="278"/>
        </pc:sldMkLst>
      </pc:sldChg>
      <pc:sldChg chg="modSp mod">
        <pc:chgData name="Mohammed shahbaaz Shaik" userId="00d35f0b3c9d7519" providerId="LiveId" clId="{3F971D7E-2F3C-44A0-B5D2-8162AE389A99}" dt="2026-03-08T06:25:39.163" v="7307" actId="115"/>
        <pc:sldMkLst>
          <pc:docMk/>
          <pc:sldMk cId="4019173777" sldId="279"/>
        </pc:sldMkLst>
        <pc:spChg chg="mod">
          <ac:chgData name="Mohammed shahbaaz Shaik" userId="00d35f0b3c9d7519" providerId="LiveId" clId="{3F971D7E-2F3C-44A0-B5D2-8162AE389A99}" dt="2026-03-08T06:25:39.163" v="7307" actId="115"/>
          <ac:spMkLst>
            <pc:docMk/>
            <pc:sldMk cId="4019173777" sldId="279"/>
            <ac:spMk id="4" creationId="{596F3710-A87D-50F9-D8F9-58F6C8616560}"/>
          </ac:spMkLst>
        </pc:spChg>
      </pc:sldChg>
      <pc:sldChg chg="modSp mod modTransition">
        <pc:chgData name="Mohammed shahbaaz Shaik" userId="00d35f0b3c9d7519" providerId="LiveId" clId="{3F971D7E-2F3C-44A0-B5D2-8162AE389A99}" dt="2026-03-08T12:29:50.074" v="7323" actId="207"/>
        <pc:sldMkLst>
          <pc:docMk/>
          <pc:sldMk cId="262411336" sldId="280"/>
        </pc:sldMkLst>
        <pc:spChg chg="mod">
          <ac:chgData name="Mohammed shahbaaz Shaik" userId="00d35f0b3c9d7519" providerId="LiveId" clId="{3F971D7E-2F3C-44A0-B5D2-8162AE389A99}" dt="2026-03-08T12:29:50.074" v="7323" actId="207"/>
          <ac:spMkLst>
            <pc:docMk/>
            <pc:sldMk cId="262411336" sldId="280"/>
            <ac:spMk id="2" creationId="{8174A2E1-7D10-68E1-26BC-C70F82A26196}"/>
          </ac:spMkLst>
        </pc:spChg>
      </pc:sldChg>
      <pc:sldChg chg="add setBg">
        <pc:chgData name="Mohammed shahbaaz Shaik" userId="00d35f0b3c9d7519" providerId="LiveId" clId="{3F971D7E-2F3C-44A0-B5D2-8162AE389A99}" dt="2026-03-10T18:18:54.437" v="7344"/>
        <pc:sldMkLst>
          <pc:docMk/>
          <pc:sldMk cId="1958763561" sldId="281"/>
        </pc:sldMkLst>
      </pc:sldChg>
      <pc:sldChg chg="add modTransition setBg">
        <pc:chgData name="Mohammed shahbaaz Shaik" userId="00d35f0b3c9d7519" providerId="LiveId" clId="{3F971D7E-2F3C-44A0-B5D2-8162AE389A99}" dt="2026-03-10T18:24:29.303" v="7372"/>
        <pc:sldMkLst>
          <pc:docMk/>
          <pc:sldMk cId="1210505215" sldId="283"/>
        </pc:sldMkLst>
      </pc:sldChg>
      <pc:sldChg chg="add modTransition setBg">
        <pc:chgData name="Mohammed shahbaaz Shaik" userId="00d35f0b3c9d7519" providerId="LiveId" clId="{3F971D7E-2F3C-44A0-B5D2-8162AE389A99}" dt="2026-03-10T18:24:33.076" v="7373"/>
        <pc:sldMkLst>
          <pc:docMk/>
          <pc:sldMk cId="526909375" sldId="286"/>
        </pc:sldMkLst>
      </pc:sldChg>
      <pc:sldChg chg="add modTransition setBg">
        <pc:chgData name="Mohammed shahbaaz Shaik" userId="00d35f0b3c9d7519" providerId="LiveId" clId="{3F971D7E-2F3C-44A0-B5D2-8162AE389A99}" dt="2026-03-10T18:24:24.576" v="7371"/>
        <pc:sldMkLst>
          <pc:docMk/>
          <pc:sldMk cId="3846435007" sldId="287"/>
        </pc:sldMkLst>
      </pc:sldChg>
      <pc:sldChg chg="add modTransition setBg">
        <pc:chgData name="Mohammed shahbaaz Shaik" userId="00d35f0b3c9d7519" providerId="LiveId" clId="{3F971D7E-2F3C-44A0-B5D2-8162AE389A99}" dt="2026-03-10T18:24:21.846" v="7370"/>
        <pc:sldMkLst>
          <pc:docMk/>
          <pc:sldMk cId="3421571924" sldId="288"/>
        </pc:sldMkLst>
      </pc:sldChg>
      <pc:sldChg chg="add modTransition setBg">
        <pc:chgData name="Mohammed shahbaaz Shaik" userId="00d35f0b3c9d7519" providerId="LiveId" clId="{3F971D7E-2F3C-44A0-B5D2-8162AE389A99}" dt="2026-03-10T18:24:18.456" v="7369"/>
        <pc:sldMkLst>
          <pc:docMk/>
          <pc:sldMk cId="782436157" sldId="289"/>
        </pc:sldMkLst>
      </pc:sldChg>
      <pc:sldMasterChg chg="delSldLayout">
        <pc:chgData name="Mohammed shahbaaz Shaik" userId="00d35f0b3c9d7519" providerId="LiveId" clId="{3F971D7E-2F3C-44A0-B5D2-8162AE389A99}" dt="2026-03-06T17:10:09.076" v="3877" actId="47"/>
        <pc:sldMasterMkLst>
          <pc:docMk/>
          <pc:sldMasterMk cId="0"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2</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599491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65F67-FF12-9C19-446E-C8C9E14800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80E202B-49A4-8208-BC25-577F5E85F7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EFA76F0-A38A-BAD7-1440-73247B6D83BF}"/>
              </a:ext>
            </a:extLst>
          </p:cNvPr>
          <p:cNvSpPr>
            <a:spLocks noGrp="1"/>
          </p:cNvSpPr>
          <p:nvPr>
            <p:ph type="dt" sz="half" idx="10"/>
          </p:nvPr>
        </p:nvSpPr>
        <p:spPr/>
        <p:txBody>
          <a:bodyPr/>
          <a:lstStyle/>
          <a:p>
            <a:fld id="{3A8DB84B-DF8B-4C75-8284-FE1BC815A975}" type="datetimeFigureOut">
              <a:rPr lang="en-IN" smtClean="0"/>
              <a:t>13-03-2026</a:t>
            </a:fld>
            <a:endParaRPr lang="en-IN"/>
          </a:p>
        </p:txBody>
      </p:sp>
      <p:sp>
        <p:nvSpPr>
          <p:cNvPr id="5" name="Footer Placeholder 4">
            <a:extLst>
              <a:ext uri="{FF2B5EF4-FFF2-40B4-BE49-F238E27FC236}">
                <a16:creationId xmlns:a16="http://schemas.microsoft.com/office/drawing/2014/main" id="{EC2F6827-A894-2343-3473-21CD3AC2E7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D935D3-720F-6BA5-8289-2C83B06867CF}"/>
              </a:ext>
            </a:extLst>
          </p:cNvPr>
          <p:cNvSpPr>
            <a:spLocks noGrp="1"/>
          </p:cNvSpPr>
          <p:nvPr>
            <p:ph type="sldNum" sz="quarter" idx="12"/>
          </p:nvPr>
        </p:nvSpPr>
        <p:spPr/>
        <p:txBody>
          <a:bodyPr/>
          <a:lstStyle/>
          <a:p>
            <a:fld id="{F2A08E4B-EC7F-4A1B-B9D6-223DEF747E5C}" type="slidenum">
              <a:rPr lang="en-IN" smtClean="0"/>
              <a:t>‹#›</a:t>
            </a:fld>
            <a:endParaRPr lang="en-IN"/>
          </a:p>
        </p:txBody>
      </p:sp>
    </p:spTree>
    <p:extLst>
      <p:ext uri="{BB962C8B-B14F-4D97-AF65-F5344CB8AC3E}">
        <p14:creationId xmlns:p14="http://schemas.microsoft.com/office/powerpoint/2010/main" val="3770988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A8DB84B-DF8B-4C75-8284-FE1BC815A975}" type="datetimeFigureOut">
              <a:rPr lang="en-IN" smtClean="0"/>
              <a:t>13-03-2026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A08E4B-EC7F-4A1B-B9D6-223DEF747E5C}" type="slidenum">
              <a:rPr lang="en-IN" smtClean="0"/>
              <a:t>‹#›</a:t>
            </a:fld>
            <a:endParaRPr lang="en-IN"/>
          </a:p>
        </p:txBody>
      </p:sp>
    </p:spTree>
    <p:extLst>
      <p:ext uri="{BB962C8B-B14F-4D97-AF65-F5344CB8AC3E}">
        <p14:creationId xmlns:p14="http://schemas.microsoft.com/office/powerpoint/2010/main" val="37808146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58695726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12003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9413719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0611243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9294469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5510836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7072192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177703823"/>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151286243"/>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62638671"/>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572529079"/>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627954622"/>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861686757"/>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5783450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934971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theme" Target="../theme/theme2.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551449550"/>
      </p:ext>
    </p:extLst>
  </p:cSld>
  <p:clrMap bg1="dk1" tx1="lt1" bg2="dk2" tx2="lt2" accent1="accent1" accent2="accent2" accent3="accent3" accent4="accent4" accent5="accent5" accent6="accent6" hlink="hlink" folHlink="folHlink"/>
  <p:sldLayoutIdLst>
    <p:sldLayoutId id="2147484074" r:id="rId1"/>
    <p:sldLayoutId id="2147484075" r:id="rId2"/>
    <p:sldLayoutId id="2147484076" r:id="rId3"/>
    <p:sldLayoutId id="2147484077" r:id="rId4"/>
    <p:sldLayoutId id="2147484078" r:id="rId5"/>
    <p:sldLayoutId id="2147484079" r:id="rId6"/>
    <p:sldLayoutId id="2147484080" r:id="rId7"/>
    <p:sldLayoutId id="2147484081" r:id="rId8"/>
    <p:sldLayoutId id="2147484082" r:id="rId9"/>
    <p:sldLayoutId id="2147484083" r:id="rId10"/>
    <p:sldLayoutId id="2147484084" r:id="rId11"/>
    <p:sldLayoutId id="2147484085" r:id="rId12"/>
    <p:sldLayoutId id="2147484086" r:id="rId13"/>
    <p:sldLayoutId id="2147484087" r:id="rId14"/>
    <p:sldLayoutId id="2147484088" r:id="rId15"/>
    <p:sldLayoutId id="2147484089"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142875"/>
            <a:ext cx="12190815" cy="7993626"/>
          </a:xfrm>
          <a:prstGeom prst="rect">
            <a:avLst/>
          </a:prstGeom>
          <a:noFill/>
          <a:ln>
            <a:noFill/>
          </a:ln>
        </p:spPr>
      </p:pic>
      <p:sp>
        <p:nvSpPr>
          <p:cNvPr id="2" name="Google Shape;99;p1">
            <a:extLst>
              <a:ext uri="{FF2B5EF4-FFF2-40B4-BE49-F238E27FC236}">
                <a16:creationId xmlns:a16="http://schemas.microsoft.com/office/drawing/2014/main" id="{A2509C45-EB3D-DB99-6C40-61AD9BB3EC91}"/>
              </a:ext>
            </a:extLst>
          </p:cNvPr>
          <p:cNvSpPr txBox="1"/>
          <p:nvPr/>
        </p:nvSpPr>
        <p:spPr>
          <a:xfrm>
            <a:off x="830578" y="4121846"/>
            <a:ext cx="10911841" cy="70784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4000" b="1" i="0" u="none" strike="noStrike" cap="none" dirty="0">
                <a:solidFill>
                  <a:schemeClr val="tx2">
                    <a:lumMod val="25000"/>
                  </a:schemeClr>
                </a:solidFill>
                <a:latin typeface="Times New Roman" panose="02020603050405020304" pitchFamily="18" charset="0"/>
                <a:cs typeface="Times New Roman" panose="02020603050405020304" pitchFamily="18" charset="0"/>
                <a:sym typeface="Arial"/>
              </a:rPr>
              <a:t>MUSIC STORE DATA ANALYSIS USING SQL</a:t>
            </a:r>
            <a:endParaRPr sz="4000" b="1" i="0" u="none" strike="noStrike" cap="none" dirty="0">
              <a:solidFill>
                <a:schemeClr val="tx2">
                  <a:lumMod val="25000"/>
                </a:schemeClr>
              </a:solidFill>
              <a:latin typeface="Times New Roman" panose="02020603050405020304" pitchFamily="18" charset="0"/>
              <a:cs typeface="Times New Roman" panose="02020603050405020304" pitchFamily="18" charset="0"/>
              <a:sym typeface="Arial"/>
            </a:endParaRPr>
          </a:p>
        </p:txBody>
      </p:sp>
      <p:sp>
        <p:nvSpPr>
          <p:cNvPr id="3" name="Google Shape;99;p1">
            <a:extLst>
              <a:ext uri="{FF2B5EF4-FFF2-40B4-BE49-F238E27FC236}">
                <a16:creationId xmlns:a16="http://schemas.microsoft.com/office/drawing/2014/main" id="{68BCBC1A-F125-11D2-D2D5-8CF55DEA9A61}"/>
              </a:ext>
            </a:extLst>
          </p:cNvPr>
          <p:cNvSpPr txBox="1"/>
          <p:nvPr/>
        </p:nvSpPr>
        <p:spPr>
          <a:xfrm>
            <a:off x="4775833" y="4705867"/>
            <a:ext cx="2640333" cy="4616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2400" b="1" i="0" u="none" strike="noStrike" cap="none" dirty="0">
                <a:solidFill>
                  <a:srgbClr val="FF0000"/>
                </a:solidFill>
                <a:latin typeface="Times New Roman" panose="02020603050405020304" pitchFamily="18" charset="0"/>
                <a:cs typeface="Times New Roman" panose="02020603050405020304" pitchFamily="18" charset="0"/>
                <a:sym typeface="Arial"/>
              </a:rPr>
              <a:t>Project Associates</a:t>
            </a:r>
            <a:endParaRPr sz="2400" b="1" i="0" u="none" strike="noStrike" cap="none" dirty="0">
              <a:solidFill>
                <a:srgbClr val="FF0000"/>
              </a:solidFill>
              <a:latin typeface="Times New Roman" panose="02020603050405020304" pitchFamily="18" charset="0"/>
              <a:cs typeface="Times New Roman" panose="02020603050405020304" pitchFamily="18" charset="0"/>
              <a:sym typeface="Arial"/>
            </a:endParaRPr>
          </a:p>
        </p:txBody>
      </p:sp>
      <p:sp>
        <p:nvSpPr>
          <p:cNvPr id="4" name="TextBox 3">
            <a:extLst>
              <a:ext uri="{FF2B5EF4-FFF2-40B4-BE49-F238E27FC236}">
                <a16:creationId xmlns:a16="http://schemas.microsoft.com/office/drawing/2014/main" id="{A434A42F-EF77-C6D3-C302-BA1F60096790}"/>
              </a:ext>
            </a:extLst>
          </p:cNvPr>
          <p:cNvSpPr txBox="1"/>
          <p:nvPr/>
        </p:nvSpPr>
        <p:spPr>
          <a:xfrm>
            <a:off x="4090035" y="5167491"/>
            <a:ext cx="4217670" cy="707886"/>
          </a:xfrm>
          <a:prstGeom prst="rect">
            <a:avLst/>
          </a:prstGeom>
          <a:noFill/>
        </p:spPr>
        <p:txBody>
          <a:bodyPr wrap="square" lIns="91440" tIns="45720" rIns="91440" bIns="45720" rtlCol="0" anchor="t">
            <a:spAutoFit/>
          </a:bodyPr>
          <a:lstStyle/>
          <a:p>
            <a:pPr algn="ctr"/>
            <a:r>
              <a:rPr lang="en-US" sz="2000" b="1" dirty="0">
                <a:latin typeface="Times New Roman"/>
                <a:cs typeface="Times New Roman"/>
              </a:rPr>
              <a:t>Shaik Mohammed Shahbaaz</a:t>
            </a:r>
          </a:p>
          <a:p>
            <a:pPr algn="ctr"/>
            <a:r>
              <a:rPr lang="en-US" sz="2000" b="1" dirty="0" err="1">
                <a:latin typeface="Times New Roman"/>
                <a:cs typeface="Times New Roman"/>
              </a:rPr>
              <a:t>Pugulu</a:t>
            </a:r>
            <a:r>
              <a:rPr lang="en-US" sz="2000" b="1" dirty="0">
                <a:latin typeface="Times New Roman"/>
                <a:cs typeface="Times New Roman"/>
              </a:rPr>
              <a:t> Mrudhula Manju</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DCDEF999-20AF-3966-3636-CC576A4358DF}"/>
              </a:ext>
            </a:extLst>
          </p:cNvPr>
          <p:cNvGrpSpPr/>
          <p:nvPr/>
        </p:nvGrpSpPr>
        <p:grpSpPr>
          <a:xfrm>
            <a:off x="5341727" y="-2495825"/>
            <a:ext cx="6514527" cy="8401672"/>
            <a:chOff x="5341727" y="-2495825"/>
            <a:chExt cx="6514527" cy="8401672"/>
          </a:xfrm>
          <a:blipFill>
            <a:blip r:embed="rId3"/>
            <a:stretch>
              <a:fillRect l="-32000" r="10000"/>
            </a:stretch>
          </a:blipFill>
          <a:effectLst>
            <a:outerShdw sx="1000" sy="1000" algn="ctr" rotWithShape="0">
              <a:schemeClr val="bg1">
                <a:lumMod val="85000"/>
              </a:schemeClr>
            </a:outerShdw>
            <a:reflection endPos="0" dir="5400000" sy="-100000" algn="bl" rotWithShape="0"/>
          </a:effectLst>
        </p:grpSpPr>
        <p:sp>
          <p:nvSpPr>
            <p:cNvPr id="3" name="Rectangle: Rounded Corners 2">
              <a:extLst>
                <a:ext uri="{FF2B5EF4-FFF2-40B4-BE49-F238E27FC236}">
                  <a16:creationId xmlns:a16="http://schemas.microsoft.com/office/drawing/2014/main" id="{E383FCB6-2563-D776-D51C-AFB48BF5716F}"/>
                </a:ext>
              </a:extLst>
            </p:cNvPr>
            <p:cNvSpPr/>
            <p:nvPr/>
          </p:nvSpPr>
          <p:spPr>
            <a:xfrm rot="2268595">
              <a:off x="6613334" y="-2495825"/>
              <a:ext cx="2595600" cy="6832285"/>
            </a:xfrm>
            <a:prstGeom prst="roundRect">
              <a:avLst>
                <a:gd name="adj" fmla="val 50000"/>
              </a:avLst>
            </a:prstGeom>
            <a:grpFill/>
            <a:ln>
              <a:noFill/>
            </a:ln>
            <a:effectLst>
              <a:outerShdw blurRad="50800" dist="2540000" dir="8940000" algn="ctr" rotWithShape="0">
                <a:schemeClr val="tx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9850EB2E-0562-603B-38BD-44AF02538875}"/>
                </a:ext>
              </a:extLst>
            </p:cNvPr>
            <p:cNvSpPr/>
            <p:nvPr/>
          </p:nvSpPr>
          <p:spPr>
            <a:xfrm rot="2272411">
              <a:off x="9939641" y="-1046642"/>
              <a:ext cx="1566013" cy="398857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2D246DBF-C529-3BEF-97FE-E5995868CD86}"/>
                </a:ext>
              </a:extLst>
            </p:cNvPr>
            <p:cNvSpPr/>
            <p:nvPr/>
          </p:nvSpPr>
          <p:spPr>
            <a:xfrm rot="2362260">
              <a:off x="7723713" y="2225608"/>
              <a:ext cx="1596854" cy="2966205"/>
            </a:xfrm>
            <a:prstGeom prst="roundRect">
              <a:avLst>
                <a:gd name="adj" fmla="val 50000"/>
              </a:avLst>
            </a:prstGeom>
            <a:grpFill/>
            <a:ln>
              <a:noFill/>
            </a:ln>
            <a:effectLst>
              <a:outerShdw blurRad="50800" dist="1587500" dir="5400000" algn="ctr" rotWithShape="0">
                <a:srgbClr val="000000">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Rounded Corners 5">
              <a:extLst>
                <a:ext uri="{FF2B5EF4-FFF2-40B4-BE49-F238E27FC236}">
                  <a16:creationId xmlns:a16="http://schemas.microsoft.com/office/drawing/2014/main" id="{B3A17D6C-E241-CC52-54A1-FB3AAF4564B4}"/>
                </a:ext>
              </a:extLst>
            </p:cNvPr>
            <p:cNvSpPr/>
            <p:nvPr/>
          </p:nvSpPr>
          <p:spPr>
            <a:xfrm rot="2286936">
              <a:off x="10610238" y="189266"/>
              <a:ext cx="1246016" cy="5026923"/>
            </a:xfrm>
            <a:prstGeom prst="roundRect">
              <a:avLst>
                <a:gd name="adj" fmla="val 50000"/>
              </a:avLst>
            </a:prstGeom>
            <a:grpFill/>
            <a:ln>
              <a:noFill/>
            </a:ln>
            <a:effectLst>
              <a:outerShdw dir="5400000" sx="1000" sy="1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339B46F4-FCCA-D776-99A0-2576CC80A9BB}"/>
                </a:ext>
              </a:extLst>
            </p:cNvPr>
            <p:cNvSpPr/>
            <p:nvPr/>
          </p:nvSpPr>
          <p:spPr>
            <a:xfrm rot="2390220">
              <a:off x="5341727" y="-1207242"/>
              <a:ext cx="1216800" cy="2724144"/>
            </a:xfrm>
            <a:prstGeom prst="roundRect">
              <a:avLst>
                <a:gd name="adj" fmla="val 50000"/>
              </a:avLst>
            </a:prstGeom>
            <a:grpFill/>
            <a:ln>
              <a:noFill/>
            </a:ln>
            <a:effectLst>
              <a:outerShdw blurRad="50800" dist="2540000" dir="99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Rounded Corners 7">
              <a:extLst>
                <a:ext uri="{FF2B5EF4-FFF2-40B4-BE49-F238E27FC236}">
                  <a16:creationId xmlns:a16="http://schemas.microsoft.com/office/drawing/2014/main" id="{C56399C5-1961-0E6E-8A52-0DF83CD1309D}"/>
                </a:ext>
              </a:extLst>
            </p:cNvPr>
            <p:cNvSpPr/>
            <p:nvPr/>
          </p:nvSpPr>
          <p:spPr>
            <a:xfrm rot="2311948">
              <a:off x="8586887" y="4628783"/>
              <a:ext cx="1133220" cy="1277064"/>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7" name="TextBox 16">
            <a:extLst>
              <a:ext uri="{FF2B5EF4-FFF2-40B4-BE49-F238E27FC236}">
                <a16:creationId xmlns:a16="http://schemas.microsoft.com/office/drawing/2014/main" id="{05C4AF46-758B-4C3F-269B-1267B535ED3E}"/>
              </a:ext>
            </a:extLst>
          </p:cNvPr>
          <p:cNvSpPr txBox="1"/>
          <p:nvPr/>
        </p:nvSpPr>
        <p:spPr>
          <a:xfrm>
            <a:off x="304800" y="876300"/>
            <a:ext cx="4923080" cy="5509200"/>
          </a:xfrm>
          <a:prstGeom prst="rect">
            <a:avLst/>
          </a:prstGeom>
          <a:noFill/>
        </p:spPr>
        <p:txBody>
          <a:bodyPr wrap="square" rtlCol="0">
            <a:spAutoFit/>
          </a:bodyPr>
          <a:lstStyle/>
          <a:p>
            <a:pPr lvl="0" eaLnBrk="0" fontAlgn="base" hangingPunct="0">
              <a:spcBef>
                <a:spcPct val="0"/>
              </a:spcBef>
              <a:spcAft>
                <a:spcPct val="0"/>
              </a:spcAft>
              <a:buClrTx/>
            </a:pPr>
            <a:r>
              <a:rPr lang="en-US" altLang="en-US" sz="3200" b="1" dirty="0">
                <a:solidFill>
                  <a:schemeClr val="tx1">
                    <a:lumMod val="75000"/>
                    <a:lumOff val="25000"/>
                  </a:schemeClr>
                </a:solidFill>
                <a:latin typeface="Times New Roman" panose="02020603050405020304" pitchFamily="18" charset="0"/>
                <a:cs typeface="Times New Roman" panose="02020603050405020304" pitchFamily="18" charset="0"/>
              </a:rPr>
              <a:t>Introduction</a:t>
            </a:r>
            <a:endParaRPr lang="en-US" altLang="en-US" sz="3200" dirty="0">
              <a:solidFill>
                <a:schemeClr val="tx1">
                  <a:lumMod val="75000"/>
                  <a:lumOff val="25000"/>
                </a:schemeClr>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r>
              <a:rPr lang="en-US" altLang="en-US" sz="1600" dirty="0">
                <a:solidFill>
                  <a:schemeClr val="tx1"/>
                </a:solidFill>
                <a:latin typeface="Times New Roman" panose="02020603050405020304" pitchFamily="18" charset="0"/>
                <a:cs typeface="Times New Roman" panose="02020603050405020304" pitchFamily="18" charset="0"/>
              </a:rPr>
              <a:t>In today’s data-driven environment, organizations rely on data analysis to understand customer behavior and improve business decisions. This project focuses on analyzing a digital music store database using Structured Query Language (SQL) to extract meaningful insights from transactional data.</a:t>
            </a:r>
          </a:p>
          <a:p>
            <a:pPr lvl="0" eaLnBrk="0" fontAlgn="base" hangingPunct="0">
              <a:spcBef>
                <a:spcPct val="0"/>
              </a:spcBef>
              <a:spcAft>
                <a:spcPct val="0"/>
              </a:spcAft>
              <a:buClrTx/>
            </a:pPr>
            <a:endParaRPr lang="en-US" altLang="en-US" sz="16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r>
              <a:rPr lang="en-US" altLang="en-US" sz="1600" dirty="0">
                <a:solidFill>
                  <a:schemeClr val="tx1"/>
                </a:solidFill>
                <a:latin typeface="Times New Roman" panose="02020603050405020304" pitchFamily="18" charset="0"/>
                <a:cs typeface="Times New Roman" panose="02020603050405020304" pitchFamily="18" charset="0"/>
              </a:rPr>
              <a:t>The dataset contains multiple relational tables including customers, invoices, tracks, artists, albums, genres, and employees. By writing SQL queries and performing relational joins, aggregation, filtering, and window functions, various business questions were answered related to customer spending, popular music genres, top artists, and revenue distribution.</a:t>
            </a:r>
          </a:p>
          <a:p>
            <a:pPr lvl="0" eaLnBrk="0" fontAlgn="base" hangingPunct="0">
              <a:spcBef>
                <a:spcPct val="0"/>
              </a:spcBef>
              <a:spcAft>
                <a:spcPct val="0"/>
              </a:spcAft>
              <a:buClrTx/>
            </a:pPr>
            <a:endParaRPr lang="en-US" altLang="en-US" sz="16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r>
              <a:rPr lang="en-US" altLang="en-US" sz="1600" dirty="0">
                <a:solidFill>
                  <a:schemeClr val="tx1"/>
                </a:solidFill>
                <a:latin typeface="Times New Roman" panose="02020603050405020304" pitchFamily="18" charset="0"/>
                <a:cs typeface="Times New Roman" panose="02020603050405020304" pitchFamily="18" charset="0"/>
              </a:rPr>
              <a:t>The objective of this project is to demonstrate how SQL can be used to analyze structured data and generate insights that help businesses understand their customers, identify high-performing artists and genres, and make data-driven strategic decisions.</a:t>
            </a:r>
          </a:p>
        </p:txBody>
      </p:sp>
    </p:spTree>
    <p:extLst>
      <p:ext uri="{BB962C8B-B14F-4D97-AF65-F5344CB8AC3E}">
        <p14:creationId xmlns:p14="http://schemas.microsoft.com/office/powerpoint/2010/main" val="3095851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36" name="TextBox 35">
            <a:extLst>
              <a:ext uri="{FF2B5EF4-FFF2-40B4-BE49-F238E27FC236}">
                <a16:creationId xmlns:a16="http://schemas.microsoft.com/office/drawing/2014/main" id="{D9875770-A96F-79B1-8AF0-10122449C7A3}"/>
              </a:ext>
            </a:extLst>
          </p:cNvPr>
          <p:cNvSpPr txBox="1"/>
          <p:nvPr/>
        </p:nvSpPr>
        <p:spPr>
          <a:xfrm>
            <a:off x="7439557" y="576750"/>
            <a:ext cx="4574737" cy="5509200"/>
          </a:xfrm>
          <a:prstGeom prst="rect">
            <a:avLst/>
          </a:prstGeom>
          <a:noFill/>
        </p:spPr>
        <p:txBody>
          <a:bodyPr wrap="square" rtlCol="0">
            <a:spAutoFit/>
          </a:bodyPr>
          <a:lstStyle/>
          <a:p>
            <a:pPr lvl="0" eaLnBrk="0" fontAlgn="base" hangingPunct="0">
              <a:spcBef>
                <a:spcPct val="0"/>
              </a:spcBef>
              <a:spcAft>
                <a:spcPct val="0"/>
              </a:spcAft>
              <a:buClrTx/>
            </a:pPr>
            <a:r>
              <a:rPr lang="en-US" altLang="en-US" sz="3200" b="1" dirty="0">
                <a:solidFill>
                  <a:schemeClr val="tx1">
                    <a:lumMod val="75000"/>
                    <a:lumOff val="25000"/>
                  </a:schemeClr>
                </a:solidFill>
                <a:latin typeface="Times New Roman" panose="02020603050405020304" pitchFamily="18" charset="0"/>
                <a:cs typeface="Times New Roman" panose="02020603050405020304" pitchFamily="18" charset="0"/>
              </a:rPr>
              <a:t>Problem Statement</a:t>
            </a:r>
            <a:endParaRPr lang="en-US" altLang="en-US" sz="1600" b="1" dirty="0">
              <a:solidFill>
                <a:schemeClr val="tx1"/>
              </a:solidFill>
              <a:latin typeface="Arial" panose="020B0604020202020204" pitchFamily="34" charset="0"/>
            </a:endParaRPr>
          </a:p>
          <a:p>
            <a:pPr lvl="0" eaLnBrk="0" fontAlgn="base" hangingPunct="0">
              <a:spcBef>
                <a:spcPct val="0"/>
              </a:spcBef>
              <a:spcAft>
                <a:spcPct val="0"/>
              </a:spcAft>
              <a:buClrTx/>
            </a:pPr>
            <a:r>
              <a:rPr lang="en-US" altLang="en-US" sz="1600" dirty="0">
                <a:solidFill>
                  <a:schemeClr val="tx1"/>
                </a:solidFill>
                <a:latin typeface="Times New Roman" panose="02020603050405020304" pitchFamily="18" charset="0"/>
                <a:cs typeface="Times New Roman" panose="02020603050405020304" pitchFamily="18" charset="0"/>
              </a:rPr>
              <a:t>Music retailers collect large volumes of transactional and customer data, but often face challenges in converting this raw information into meaningful business intelligence. Without proper analysis, it becomes difficult to identify valuable customers, understand regional revenue patterns, or determine which artists and genres are driving sales.</a:t>
            </a:r>
          </a:p>
          <a:p>
            <a:pPr lvl="0" eaLnBrk="0" fontAlgn="base" hangingPunct="0">
              <a:spcBef>
                <a:spcPct val="0"/>
              </a:spcBef>
              <a:spcAft>
                <a:spcPct val="0"/>
              </a:spcAft>
              <a:buClrTx/>
            </a:pPr>
            <a:endParaRPr lang="en-US" altLang="en-US" sz="16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r>
              <a:rPr lang="en-US" altLang="en-US" sz="1600" dirty="0">
                <a:solidFill>
                  <a:schemeClr val="tx1"/>
                </a:solidFill>
                <a:latin typeface="Times New Roman" panose="02020603050405020304" pitchFamily="18" charset="0"/>
                <a:cs typeface="Times New Roman" panose="02020603050405020304" pitchFamily="18" charset="0"/>
              </a:rPr>
              <a:t>By applying SQL-based analysis, this project aims to transform raw data into actionable insights that can support strategic decision-making. </a:t>
            </a:r>
          </a:p>
          <a:p>
            <a:pPr lvl="0" eaLnBrk="0" fontAlgn="base" hangingPunct="0">
              <a:spcBef>
                <a:spcPct val="0"/>
              </a:spcBef>
              <a:spcAft>
                <a:spcPct val="0"/>
              </a:spcAft>
              <a:buClrTx/>
            </a:pPr>
            <a:endParaRPr lang="en-US" altLang="en-US" sz="1600"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Arial" panose="020B0604020202020204" pitchFamily="34" charset="0"/>
              <a:buChar char="•"/>
            </a:pPr>
            <a:r>
              <a:rPr lang="en-US" altLang="en-US" sz="1600" dirty="0">
                <a:solidFill>
                  <a:schemeClr val="tx1"/>
                </a:solidFill>
                <a:latin typeface="Times New Roman" panose="02020603050405020304" pitchFamily="18" charset="0"/>
                <a:cs typeface="Times New Roman" panose="02020603050405020304" pitchFamily="18" charset="0"/>
              </a:rPr>
              <a:t>Using </a:t>
            </a:r>
            <a:r>
              <a:rPr lang="en-US" altLang="en-US" sz="1600" b="1" dirty="0">
                <a:solidFill>
                  <a:schemeClr val="tx1"/>
                </a:solidFill>
                <a:latin typeface="Times New Roman" panose="02020603050405020304" pitchFamily="18" charset="0"/>
                <a:cs typeface="Times New Roman" panose="02020603050405020304" pitchFamily="18" charset="0"/>
              </a:rPr>
              <a:t>SQL queries</a:t>
            </a:r>
            <a:r>
              <a:rPr lang="en-US" altLang="en-US" sz="1600" dirty="0">
                <a:solidFill>
                  <a:schemeClr val="tx1"/>
                </a:solidFill>
                <a:latin typeface="Times New Roman" panose="02020603050405020304" pitchFamily="18" charset="0"/>
                <a:cs typeface="Times New Roman" panose="02020603050405020304" pitchFamily="18" charset="0"/>
              </a:rPr>
              <a:t>, the project aims to identify key metrics such as </a:t>
            </a:r>
            <a:r>
              <a:rPr lang="en-US" altLang="en-US" sz="1600" b="1" dirty="0">
                <a:solidFill>
                  <a:schemeClr val="tx1"/>
                </a:solidFill>
                <a:latin typeface="Times New Roman" panose="02020603050405020304" pitchFamily="18" charset="0"/>
                <a:cs typeface="Times New Roman" panose="02020603050405020304" pitchFamily="18" charset="0"/>
              </a:rPr>
              <a:t>top customers, best-selling artists, popular genres, and revenue distribution across countries and cities</a:t>
            </a:r>
            <a:r>
              <a:rPr lang="en-US" altLang="en-US" sz="1600" dirty="0">
                <a:solidFill>
                  <a:schemeClr val="tx1"/>
                </a:solidFill>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buClrTx/>
            </a:pPr>
            <a:endParaRPr lang="en-US" altLang="en-US" sz="1600"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Arial" panose="020B0604020202020204" pitchFamily="34" charset="0"/>
              <a:buChar char="•"/>
            </a:pPr>
            <a:r>
              <a:rPr lang="en-US" altLang="en-US" sz="1600" dirty="0">
                <a:solidFill>
                  <a:schemeClr val="tx1"/>
                </a:solidFill>
                <a:latin typeface="Times New Roman" panose="02020603050405020304" pitchFamily="18" charset="0"/>
                <a:cs typeface="Times New Roman" panose="02020603050405020304" pitchFamily="18" charset="0"/>
              </a:rPr>
              <a:t>These insights can help the company improve </a:t>
            </a:r>
            <a:r>
              <a:rPr lang="en-US" altLang="en-US" sz="1600" b="1" dirty="0">
                <a:solidFill>
                  <a:schemeClr val="tx1"/>
                </a:solidFill>
                <a:latin typeface="Times New Roman" panose="02020603050405020304" pitchFamily="18" charset="0"/>
                <a:cs typeface="Times New Roman" panose="02020603050405020304" pitchFamily="18" charset="0"/>
              </a:rPr>
              <a:t>marketing strategies, customer targeting, and promotional activities</a:t>
            </a:r>
            <a:r>
              <a:rPr lang="en-US" altLang="en-US" sz="1600" dirty="0">
                <a:solidFill>
                  <a:schemeClr val="tx1"/>
                </a:solidFill>
                <a:latin typeface="Times New Roman" panose="02020603050405020304" pitchFamily="18" charset="0"/>
                <a:cs typeface="Times New Roman" panose="02020603050405020304" pitchFamily="18" charset="0"/>
              </a:rPr>
              <a:t>.</a:t>
            </a:r>
          </a:p>
        </p:txBody>
      </p:sp>
      <p:sp>
        <p:nvSpPr>
          <p:cNvPr id="38" name="Rectangle 2">
            <a:extLst>
              <a:ext uri="{FF2B5EF4-FFF2-40B4-BE49-F238E27FC236}">
                <a16:creationId xmlns:a16="http://schemas.microsoft.com/office/drawing/2014/main" id="{6536D1E7-B405-745A-652F-D20D506E25A2}"/>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0" name="Group 9">
            <a:extLst>
              <a:ext uri="{FF2B5EF4-FFF2-40B4-BE49-F238E27FC236}">
                <a16:creationId xmlns:a16="http://schemas.microsoft.com/office/drawing/2014/main" id="{E5C77677-81AE-52D3-2551-321D1552F3E1}"/>
              </a:ext>
            </a:extLst>
          </p:cNvPr>
          <p:cNvGrpSpPr/>
          <p:nvPr/>
        </p:nvGrpSpPr>
        <p:grpSpPr>
          <a:xfrm flipH="1">
            <a:off x="-203200" y="-1867202"/>
            <a:ext cx="6907600" cy="8401672"/>
            <a:chOff x="5569951" y="-2495825"/>
            <a:chExt cx="6907600" cy="8401672"/>
          </a:xfrm>
          <a:blipFill>
            <a:blip r:embed="rId2"/>
            <a:stretch>
              <a:fillRect l="-32000" r="10000"/>
            </a:stretch>
          </a:blipFill>
        </p:grpSpPr>
        <p:sp>
          <p:nvSpPr>
            <p:cNvPr id="3" name="Rectangle: Rounded Corners 2">
              <a:extLst>
                <a:ext uri="{FF2B5EF4-FFF2-40B4-BE49-F238E27FC236}">
                  <a16:creationId xmlns:a16="http://schemas.microsoft.com/office/drawing/2014/main" id="{5B1C1CDD-218F-E380-9312-386A535538DE}"/>
                </a:ext>
              </a:extLst>
            </p:cNvPr>
            <p:cNvSpPr/>
            <p:nvPr/>
          </p:nvSpPr>
          <p:spPr>
            <a:xfrm rot="2268595">
              <a:off x="6613334" y="-2495825"/>
              <a:ext cx="2595600" cy="6832285"/>
            </a:xfrm>
            <a:prstGeom prst="roundRect">
              <a:avLst>
                <a:gd name="adj" fmla="val 50000"/>
              </a:avLst>
            </a:prstGeom>
            <a:grpFill/>
            <a:ln>
              <a:noFill/>
            </a:ln>
            <a:effectLst>
              <a:outerShdw blurRad="50800" dist="2540000" dir="21540000" algn="ctr" rotWithShape="0">
                <a:schemeClr val="tx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Rectangle: Rounded Corners 3">
              <a:extLst>
                <a:ext uri="{FF2B5EF4-FFF2-40B4-BE49-F238E27FC236}">
                  <a16:creationId xmlns:a16="http://schemas.microsoft.com/office/drawing/2014/main" id="{F44CE941-31A7-BE61-94F7-59039CF0DD16}"/>
                </a:ext>
              </a:extLst>
            </p:cNvPr>
            <p:cNvSpPr/>
            <p:nvPr/>
          </p:nvSpPr>
          <p:spPr>
            <a:xfrm rot="2272411">
              <a:off x="10035154" y="-1297168"/>
              <a:ext cx="1566013" cy="4218105"/>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Rounded Corners 4">
              <a:extLst>
                <a:ext uri="{FF2B5EF4-FFF2-40B4-BE49-F238E27FC236}">
                  <a16:creationId xmlns:a16="http://schemas.microsoft.com/office/drawing/2014/main" id="{DDC832D1-132F-47A6-3427-CFB6376F02D4}"/>
                </a:ext>
              </a:extLst>
            </p:cNvPr>
            <p:cNvSpPr/>
            <p:nvPr/>
          </p:nvSpPr>
          <p:spPr>
            <a:xfrm rot="2362260">
              <a:off x="7723713" y="2225608"/>
              <a:ext cx="1596854" cy="2966205"/>
            </a:xfrm>
            <a:prstGeom prst="roundRect">
              <a:avLst>
                <a:gd name="adj" fmla="val 50000"/>
              </a:avLst>
            </a:prstGeom>
            <a:grpFill/>
            <a:ln>
              <a:noFill/>
            </a:ln>
            <a:effectLst>
              <a:outerShdw blurRad="50800" dist="1587500" dir="5400000" algn="ctr" rotWithShape="0">
                <a:srgbClr val="000000">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Rounded Corners 5">
              <a:extLst>
                <a:ext uri="{FF2B5EF4-FFF2-40B4-BE49-F238E27FC236}">
                  <a16:creationId xmlns:a16="http://schemas.microsoft.com/office/drawing/2014/main" id="{9F077AAE-AFBD-387E-0577-E02C2E6DA637}"/>
                </a:ext>
              </a:extLst>
            </p:cNvPr>
            <p:cNvSpPr/>
            <p:nvPr/>
          </p:nvSpPr>
          <p:spPr>
            <a:xfrm rot="2286936">
              <a:off x="10610238" y="189266"/>
              <a:ext cx="1246016" cy="5026923"/>
            </a:xfrm>
            <a:prstGeom prst="roundRect">
              <a:avLst>
                <a:gd name="adj" fmla="val 50000"/>
              </a:avLst>
            </a:prstGeom>
            <a:grpFill/>
            <a:ln>
              <a:noFill/>
            </a:ln>
            <a:effectLst>
              <a:outerShdw dir="5400000" sx="1000" sy="1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8B68EEEF-8A6E-E3FE-275F-A06CD83844B2}"/>
                </a:ext>
              </a:extLst>
            </p:cNvPr>
            <p:cNvSpPr/>
            <p:nvPr/>
          </p:nvSpPr>
          <p:spPr>
            <a:xfrm rot="2390220">
              <a:off x="5569951" y="-1548522"/>
              <a:ext cx="1216800" cy="2951894"/>
            </a:xfrm>
            <a:prstGeom prst="roundRect">
              <a:avLst>
                <a:gd name="adj" fmla="val 50000"/>
              </a:avLst>
            </a:prstGeom>
            <a:grpFill/>
            <a:ln>
              <a:noFill/>
            </a:ln>
            <a:effectLst>
              <a:outerShdw blurRad="50800" dist="2540000" dir="99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Rounded Corners 7">
              <a:extLst>
                <a:ext uri="{FF2B5EF4-FFF2-40B4-BE49-F238E27FC236}">
                  <a16:creationId xmlns:a16="http://schemas.microsoft.com/office/drawing/2014/main" id="{59DF8EF5-C7FA-1556-8A62-7EE905D2D085}"/>
                </a:ext>
              </a:extLst>
            </p:cNvPr>
            <p:cNvSpPr/>
            <p:nvPr/>
          </p:nvSpPr>
          <p:spPr>
            <a:xfrm rot="2311948">
              <a:off x="8586887" y="4628783"/>
              <a:ext cx="1133220" cy="1277064"/>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2CA2F126-4ED0-14D9-5D11-66F64381CC7D}"/>
                </a:ext>
              </a:extLst>
            </p:cNvPr>
            <p:cNvSpPr/>
            <p:nvPr/>
          </p:nvSpPr>
          <p:spPr>
            <a:xfrm rot="2339719" flipH="1">
              <a:off x="11260751" y="2436987"/>
              <a:ext cx="1216800" cy="3193388"/>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extLst>
      <p:ext uri="{BB962C8B-B14F-4D97-AF65-F5344CB8AC3E}">
        <p14:creationId xmlns:p14="http://schemas.microsoft.com/office/powerpoint/2010/main" val="6942745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C1B470A-E563-C827-4B44-D9BA5594C60B}"/>
              </a:ext>
            </a:extLst>
          </p:cNvPr>
          <p:cNvSpPr/>
          <p:nvPr/>
        </p:nvSpPr>
        <p:spPr>
          <a:xfrm>
            <a:off x="5250220" y="7126613"/>
            <a:ext cx="1691545" cy="3480643"/>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solidFill>
            <a:srgbClr val="A235DF">
              <a:alpha val="32000"/>
            </a:srgbClr>
          </a:soli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ctr"/>
            <a:endParaRPr lang="en-IN" dirty="0"/>
          </a:p>
        </p:txBody>
      </p:sp>
      <p:sp>
        <p:nvSpPr>
          <p:cNvPr id="10" name="Freeform: Shape 9">
            <a:extLst>
              <a:ext uri="{FF2B5EF4-FFF2-40B4-BE49-F238E27FC236}">
                <a16:creationId xmlns:a16="http://schemas.microsoft.com/office/drawing/2014/main" id="{1E15DFDC-2ECC-3305-35DE-F62DC41647DA}"/>
              </a:ext>
            </a:extLst>
          </p:cNvPr>
          <p:cNvSpPr/>
          <p:nvPr/>
        </p:nvSpPr>
        <p:spPr>
          <a:xfrm>
            <a:off x="5250222" y="7169400"/>
            <a:ext cx="1691545" cy="3480642"/>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solidFill>
            <a:srgbClr val="A235DF">
              <a:alpha val="48000"/>
            </a:srgbClr>
          </a:soli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ctr"/>
            <a:endParaRPr lang="en-IN" dirty="0"/>
          </a:p>
        </p:txBody>
      </p:sp>
      <p:sp>
        <p:nvSpPr>
          <p:cNvPr id="13" name="Freeform: Shape 12">
            <a:extLst>
              <a:ext uri="{FF2B5EF4-FFF2-40B4-BE49-F238E27FC236}">
                <a16:creationId xmlns:a16="http://schemas.microsoft.com/office/drawing/2014/main" id="{A7D75D89-755F-6AA2-AE98-97DBACDA4BB6}"/>
              </a:ext>
            </a:extLst>
          </p:cNvPr>
          <p:cNvSpPr/>
          <p:nvPr/>
        </p:nvSpPr>
        <p:spPr>
          <a:xfrm>
            <a:off x="5250224" y="7126616"/>
            <a:ext cx="1691545" cy="3480641"/>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solidFill>
            <a:srgbClr val="A235DF">
              <a:alpha val="48000"/>
            </a:srgbClr>
          </a:soli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ctr"/>
            <a:endParaRPr lang="en-IN" dirty="0"/>
          </a:p>
        </p:txBody>
      </p:sp>
      <p:sp>
        <p:nvSpPr>
          <p:cNvPr id="14" name="Freeform: Shape 13">
            <a:extLst>
              <a:ext uri="{FF2B5EF4-FFF2-40B4-BE49-F238E27FC236}">
                <a16:creationId xmlns:a16="http://schemas.microsoft.com/office/drawing/2014/main" id="{1A6B5248-3432-8A13-3D57-56E8D01063FF}"/>
              </a:ext>
            </a:extLst>
          </p:cNvPr>
          <p:cNvSpPr/>
          <p:nvPr/>
        </p:nvSpPr>
        <p:spPr>
          <a:xfrm>
            <a:off x="5250224" y="7126618"/>
            <a:ext cx="1691545" cy="3523425"/>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solidFill>
            <a:srgbClr val="A235DF">
              <a:alpha val="48000"/>
            </a:srgbClr>
          </a:soli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ctr"/>
            <a:endParaRPr lang="en-IN" dirty="0"/>
          </a:p>
        </p:txBody>
      </p:sp>
      <p:sp>
        <p:nvSpPr>
          <p:cNvPr id="15" name="Freeform: Shape 14">
            <a:extLst>
              <a:ext uri="{FF2B5EF4-FFF2-40B4-BE49-F238E27FC236}">
                <a16:creationId xmlns:a16="http://schemas.microsoft.com/office/drawing/2014/main" id="{4EF000DF-D6BF-DCF9-7329-A2DD98F134F4}"/>
              </a:ext>
            </a:extLst>
          </p:cNvPr>
          <p:cNvSpPr/>
          <p:nvPr/>
        </p:nvSpPr>
        <p:spPr>
          <a:xfrm>
            <a:off x="5180199" y="7126621"/>
            <a:ext cx="1831597" cy="3523421"/>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solidFill>
            <a:srgbClr val="A235DF">
              <a:alpha val="48000"/>
            </a:srgbClr>
          </a:soli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ctr"/>
            <a:endParaRPr lang="en-IN"/>
          </a:p>
        </p:txBody>
      </p:sp>
      <p:sp>
        <p:nvSpPr>
          <p:cNvPr id="16" name="Freeform: Shape 15">
            <a:extLst>
              <a:ext uri="{FF2B5EF4-FFF2-40B4-BE49-F238E27FC236}">
                <a16:creationId xmlns:a16="http://schemas.microsoft.com/office/drawing/2014/main" id="{82728712-CE74-0E69-8BCD-3259A0D95A1A}"/>
              </a:ext>
            </a:extLst>
          </p:cNvPr>
          <p:cNvSpPr/>
          <p:nvPr/>
        </p:nvSpPr>
        <p:spPr>
          <a:xfrm>
            <a:off x="5180200" y="7126622"/>
            <a:ext cx="1831597" cy="3523421"/>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solidFill>
            <a:srgbClr val="A235DF">
              <a:alpha val="48000"/>
            </a:srgbClr>
          </a:soli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ctr"/>
            <a:endParaRPr lang="en-IN"/>
          </a:p>
        </p:txBody>
      </p:sp>
      <p:sp>
        <p:nvSpPr>
          <p:cNvPr id="17" name="Freeform: Shape 16">
            <a:extLst>
              <a:ext uri="{FF2B5EF4-FFF2-40B4-BE49-F238E27FC236}">
                <a16:creationId xmlns:a16="http://schemas.microsoft.com/office/drawing/2014/main" id="{A0F165DF-ACAD-7829-4057-AC0AF27768BC}"/>
              </a:ext>
            </a:extLst>
          </p:cNvPr>
          <p:cNvSpPr/>
          <p:nvPr/>
        </p:nvSpPr>
        <p:spPr>
          <a:xfrm>
            <a:off x="5180201" y="7126623"/>
            <a:ext cx="1831597" cy="3523421"/>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solidFill>
            <a:srgbClr val="A235DF">
              <a:alpha val="48000"/>
            </a:srgbClr>
          </a:soli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pPr algn="ctr"/>
            <a:endParaRPr lang="en-IN"/>
          </a:p>
        </p:txBody>
      </p:sp>
      <p:pic>
        <p:nvPicPr>
          <p:cNvPr id="23" name="Picture 22">
            <a:extLst>
              <a:ext uri="{FF2B5EF4-FFF2-40B4-BE49-F238E27FC236}">
                <a16:creationId xmlns:a16="http://schemas.microsoft.com/office/drawing/2014/main" id="{AA66C9D7-CE41-B86B-7F00-270D75EB9AF3}"/>
              </a:ext>
            </a:extLst>
          </p:cNvPr>
          <p:cNvPicPr>
            <a:picLocks noChangeAspect="1"/>
          </p:cNvPicPr>
          <p:nvPr/>
        </p:nvPicPr>
        <p:blipFill>
          <a:blip r:embed="rId2"/>
          <a:stretch>
            <a:fillRect/>
          </a:stretch>
        </p:blipFill>
        <p:spPr>
          <a:xfrm>
            <a:off x="8892073" y="6175525"/>
            <a:ext cx="3226674" cy="552288"/>
          </a:xfrm>
          <a:prstGeom prst="rect">
            <a:avLst/>
          </a:prstGeom>
        </p:spPr>
      </p:pic>
    </p:spTree>
    <p:extLst>
      <p:ext uri="{BB962C8B-B14F-4D97-AF65-F5344CB8AC3E}">
        <p14:creationId xmlns:p14="http://schemas.microsoft.com/office/powerpoint/2010/main" val="170610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a:extLst>
            <a:ext uri="{FF2B5EF4-FFF2-40B4-BE49-F238E27FC236}">
              <a16:creationId xmlns:a16="http://schemas.microsoft.com/office/drawing/2014/main" id="{A540918B-794E-8578-9660-5B664B912B44}"/>
            </a:ext>
          </a:extLst>
        </p:cNvPr>
        <p:cNvGrpSpPr/>
        <p:nvPr/>
      </p:nvGrpSpPr>
      <p:grpSpPr>
        <a:xfrm>
          <a:off x="0" y="0"/>
          <a:ext cx="0" cy="0"/>
          <a:chOff x="0" y="0"/>
          <a:chExt cx="0" cy="0"/>
        </a:xfrm>
      </p:grpSpPr>
      <p:sp>
        <p:nvSpPr>
          <p:cNvPr id="9" name="Freeform: Shape 8">
            <a:extLst>
              <a:ext uri="{FF2B5EF4-FFF2-40B4-BE49-F238E27FC236}">
                <a16:creationId xmlns:a16="http://schemas.microsoft.com/office/drawing/2014/main" id="{9890996B-C415-A03D-7B73-AE9EDC800E27}"/>
              </a:ext>
            </a:extLst>
          </p:cNvPr>
          <p:cNvSpPr/>
          <p:nvPr/>
        </p:nvSpPr>
        <p:spPr>
          <a:xfrm rot="5400000">
            <a:off x="6866516" y="3422180"/>
            <a:ext cx="1691545" cy="3815144"/>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gradFill flip="none" rotWithShape="1">
            <a:gsLst>
              <a:gs pos="6000">
                <a:srgbClr val="B62DF3">
                  <a:alpha val="60000"/>
                </a:srgbClr>
              </a:gs>
              <a:gs pos="0">
                <a:srgbClr val="0B1DC5">
                  <a:alpha val="60000"/>
                </a:srgbClr>
              </a:gs>
            </a:gsLst>
            <a:lin ang="5400000" scaled="1"/>
            <a:tileRect/>
          </a:gra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glow rad="1905000">
              <a:schemeClr val="accent1">
                <a:alpha val="15000"/>
              </a:schemeClr>
            </a:glow>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0" name="Freeform: Shape 9">
            <a:extLst>
              <a:ext uri="{FF2B5EF4-FFF2-40B4-BE49-F238E27FC236}">
                <a16:creationId xmlns:a16="http://schemas.microsoft.com/office/drawing/2014/main" id="{F9C6446D-ABCC-8130-6FA7-05DDE6EF811B}"/>
              </a:ext>
            </a:extLst>
          </p:cNvPr>
          <p:cNvSpPr/>
          <p:nvPr/>
        </p:nvSpPr>
        <p:spPr>
          <a:xfrm rot="3279375">
            <a:off x="6502624" y="2402462"/>
            <a:ext cx="1691545" cy="3815144"/>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gradFill flip="none" rotWithShape="1">
            <a:gsLst>
              <a:gs pos="6000">
                <a:srgbClr val="B62DF3">
                  <a:alpha val="60000"/>
                </a:srgbClr>
              </a:gs>
              <a:gs pos="0">
                <a:srgbClr val="0B1DC5">
                  <a:alpha val="60000"/>
                </a:srgbClr>
              </a:gs>
            </a:gsLst>
            <a:lin ang="5400000" scaled="1"/>
            <a:tileRect/>
          </a:gra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glow rad="1905000">
              <a:schemeClr val="accent1">
                <a:alpha val="15000"/>
              </a:schemeClr>
            </a:glow>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3" name="Freeform: Shape 12">
            <a:extLst>
              <a:ext uri="{FF2B5EF4-FFF2-40B4-BE49-F238E27FC236}">
                <a16:creationId xmlns:a16="http://schemas.microsoft.com/office/drawing/2014/main" id="{FF75C6E1-3690-5AA3-3301-79E385929823}"/>
              </a:ext>
            </a:extLst>
          </p:cNvPr>
          <p:cNvSpPr/>
          <p:nvPr/>
        </p:nvSpPr>
        <p:spPr>
          <a:xfrm rot="16200000">
            <a:off x="3051373" y="3422922"/>
            <a:ext cx="1691545" cy="3815144"/>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gradFill flip="none" rotWithShape="1">
            <a:gsLst>
              <a:gs pos="6000">
                <a:srgbClr val="B62DF3">
                  <a:alpha val="60000"/>
                </a:srgbClr>
              </a:gs>
              <a:gs pos="0">
                <a:srgbClr val="0B1DC5">
                  <a:alpha val="60000"/>
                </a:srgbClr>
              </a:gs>
            </a:gsLst>
            <a:lin ang="5400000" scaled="1"/>
            <a:tileRect/>
          </a:gra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glow rad="1905000">
              <a:schemeClr val="accent1">
                <a:alpha val="15000"/>
              </a:schemeClr>
            </a:glow>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4" name="Freeform: Shape 13">
            <a:extLst>
              <a:ext uri="{FF2B5EF4-FFF2-40B4-BE49-F238E27FC236}">
                <a16:creationId xmlns:a16="http://schemas.microsoft.com/office/drawing/2014/main" id="{F68561BC-E78E-AEB1-45DA-16BE4691B51B}"/>
              </a:ext>
            </a:extLst>
          </p:cNvPr>
          <p:cNvSpPr/>
          <p:nvPr/>
        </p:nvSpPr>
        <p:spPr>
          <a:xfrm rot="18317487">
            <a:off x="3380373" y="2419467"/>
            <a:ext cx="1691545" cy="3815144"/>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gradFill flip="none" rotWithShape="1">
            <a:gsLst>
              <a:gs pos="6000">
                <a:srgbClr val="B62DF3">
                  <a:alpha val="60000"/>
                </a:srgbClr>
              </a:gs>
              <a:gs pos="0">
                <a:srgbClr val="0B1DC5">
                  <a:alpha val="60000"/>
                </a:srgbClr>
              </a:gs>
            </a:gsLst>
            <a:lin ang="5400000" scaled="1"/>
            <a:tileRect/>
          </a:gra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glow rad="1905000">
              <a:schemeClr val="accent1">
                <a:alpha val="15000"/>
              </a:schemeClr>
            </a:glow>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5" name="Freeform: Shape 14">
            <a:extLst>
              <a:ext uri="{FF2B5EF4-FFF2-40B4-BE49-F238E27FC236}">
                <a16:creationId xmlns:a16="http://schemas.microsoft.com/office/drawing/2014/main" id="{91399067-F198-D08C-9405-3820E69E4DDB}"/>
              </a:ext>
            </a:extLst>
          </p:cNvPr>
          <p:cNvSpPr/>
          <p:nvPr/>
        </p:nvSpPr>
        <p:spPr>
          <a:xfrm rot="19936968">
            <a:off x="4020354" y="1849351"/>
            <a:ext cx="1692000" cy="3816000"/>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gradFill flip="none" rotWithShape="1">
            <a:gsLst>
              <a:gs pos="6000">
                <a:srgbClr val="B62DF3">
                  <a:alpha val="60000"/>
                </a:srgbClr>
              </a:gs>
              <a:gs pos="0">
                <a:srgbClr val="0B1DC5">
                  <a:alpha val="60000"/>
                </a:srgbClr>
              </a:gs>
            </a:gsLst>
            <a:lin ang="5400000" scaled="1"/>
            <a:tileRect/>
          </a:gra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glow rad="1905000">
              <a:schemeClr val="accent1">
                <a:alpha val="15000"/>
              </a:schemeClr>
            </a:glow>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6" name="Freeform: Shape 15">
            <a:extLst>
              <a:ext uri="{FF2B5EF4-FFF2-40B4-BE49-F238E27FC236}">
                <a16:creationId xmlns:a16="http://schemas.microsoft.com/office/drawing/2014/main" id="{4941090F-620D-058E-AAD4-55B0846E06C2}"/>
              </a:ext>
            </a:extLst>
          </p:cNvPr>
          <p:cNvSpPr/>
          <p:nvPr/>
        </p:nvSpPr>
        <p:spPr>
          <a:xfrm rot="1639187">
            <a:off x="5787811" y="1789481"/>
            <a:ext cx="1692000" cy="3816000"/>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gradFill flip="none" rotWithShape="1">
            <a:gsLst>
              <a:gs pos="6000">
                <a:srgbClr val="B62DF3">
                  <a:alpha val="60000"/>
                </a:srgbClr>
              </a:gs>
              <a:gs pos="0">
                <a:srgbClr val="0B1DC5">
                  <a:alpha val="60000"/>
                </a:srgbClr>
              </a:gs>
            </a:gsLst>
            <a:lin ang="5400000" scaled="1"/>
            <a:tileRect/>
          </a:gra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glow rad="1905000">
              <a:schemeClr val="accent1">
                <a:alpha val="15000"/>
              </a:schemeClr>
            </a:glow>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7" name="Freeform: Shape 16">
            <a:extLst>
              <a:ext uri="{FF2B5EF4-FFF2-40B4-BE49-F238E27FC236}">
                <a16:creationId xmlns:a16="http://schemas.microsoft.com/office/drawing/2014/main" id="{0DBB416B-5BE9-B926-DD98-DA4DEBA21FE8}"/>
              </a:ext>
            </a:extLst>
          </p:cNvPr>
          <p:cNvSpPr/>
          <p:nvPr/>
        </p:nvSpPr>
        <p:spPr>
          <a:xfrm>
            <a:off x="4924725" y="1614767"/>
            <a:ext cx="1692000" cy="3816000"/>
          </a:xfrm>
          <a:custGeom>
            <a:avLst/>
            <a:gdLst>
              <a:gd name="csX0" fmla="*/ 957943 w 1915885"/>
              <a:gd name="csY0" fmla="*/ 0 h 3990712"/>
              <a:gd name="csX1" fmla="*/ 1002785 w 1915885"/>
              <a:gd name="csY1" fmla="*/ 33969 h 3990712"/>
              <a:gd name="csX2" fmla="*/ 1915885 w 1915885"/>
              <a:gd name="csY2" fmla="*/ 1995356 h 3990712"/>
              <a:gd name="csX3" fmla="*/ 1002785 w 1915885"/>
              <a:gd name="csY3" fmla="*/ 3956743 h 3990712"/>
              <a:gd name="csX4" fmla="*/ 957943 w 1915885"/>
              <a:gd name="csY4" fmla="*/ 3990712 h 3990712"/>
              <a:gd name="csX5" fmla="*/ 913100 w 1915885"/>
              <a:gd name="csY5" fmla="*/ 3956743 h 3990712"/>
              <a:gd name="csX6" fmla="*/ 0 w 1915885"/>
              <a:gd name="csY6" fmla="*/ 1995356 h 3990712"/>
              <a:gd name="csX7" fmla="*/ 913100 w 1915885"/>
              <a:gd name="csY7" fmla="*/ 33969 h 3990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15885" h="3990712">
                <a:moveTo>
                  <a:pt x="957943" y="0"/>
                </a:moveTo>
                <a:lnTo>
                  <a:pt x="1002785" y="33969"/>
                </a:lnTo>
                <a:cubicBezTo>
                  <a:pt x="1560438" y="500175"/>
                  <a:pt x="1915885" y="1205716"/>
                  <a:pt x="1915885" y="1995356"/>
                </a:cubicBezTo>
                <a:cubicBezTo>
                  <a:pt x="1915885" y="2784996"/>
                  <a:pt x="1560438" y="3490537"/>
                  <a:pt x="1002785" y="3956743"/>
                </a:cubicBezTo>
                <a:lnTo>
                  <a:pt x="957943" y="3990712"/>
                </a:lnTo>
                <a:lnTo>
                  <a:pt x="913100" y="3956743"/>
                </a:lnTo>
                <a:cubicBezTo>
                  <a:pt x="355447" y="3490537"/>
                  <a:pt x="0" y="2784996"/>
                  <a:pt x="0" y="1995356"/>
                </a:cubicBezTo>
                <a:cubicBezTo>
                  <a:pt x="0" y="1205716"/>
                  <a:pt x="355447" y="500175"/>
                  <a:pt x="913100" y="33969"/>
                </a:cubicBezTo>
                <a:close/>
              </a:path>
            </a:pathLst>
          </a:custGeom>
          <a:gradFill flip="none" rotWithShape="1">
            <a:gsLst>
              <a:gs pos="6000">
                <a:srgbClr val="B62DF3">
                  <a:alpha val="60000"/>
                </a:srgbClr>
              </a:gs>
              <a:gs pos="0">
                <a:srgbClr val="0B1DC5">
                  <a:alpha val="60000"/>
                </a:srgbClr>
              </a:gs>
            </a:gsLst>
            <a:lin ang="5400000" scaled="1"/>
            <a:tileRect/>
          </a:gradFill>
          <a:ln w="25400" cap="flat" cmpd="sng">
            <a:solidFill>
              <a:schemeClr val="tx1">
                <a:alpha val="0"/>
              </a:schemeClr>
            </a:solidFill>
            <a:round/>
            <a:extLst>
              <a:ext uri="{C807C97D-BFC1-408E-A445-0C87EB9F89A2}">
                <ask:lineSketchStyleProps xmlns:ask="http://schemas.microsoft.com/office/drawing/2018/sketchyshapes">
                  <ask:type>
                    <ask:lineSketchNone/>
                  </ask:type>
                </ask:lineSketchStyleProps>
              </a:ext>
            </a:extLst>
          </a:ln>
          <a:effectLst>
            <a:glow rad="1905000">
              <a:schemeClr val="accent1">
                <a:alpha val="15000"/>
              </a:schemeClr>
            </a:glow>
            <a:innerShdw blurRad="355600" dist="241300" dir="16200000">
              <a:schemeClr val="bg1"/>
            </a:inn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9" name="Oval 18">
            <a:extLst>
              <a:ext uri="{FF2B5EF4-FFF2-40B4-BE49-F238E27FC236}">
                <a16:creationId xmlns:a16="http://schemas.microsoft.com/office/drawing/2014/main" id="{65D075F4-C498-8E3B-7FA8-AA9DC998E141}"/>
              </a:ext>
            </a:extLst>
          </p:cNvPr>
          <p:cNvSpPr/>
          <p:nvPr/>
        </p:nvSpPr>
        <p:spPr>
          <a:xfrm>
            <a:off x="5715369" y="5074596"/>
            <a:ext cx="89346" cy="277623"/>
          </a:xfrm>
          <a:prstGeom prst="ellipse">
            <a:avLst/>
          </a:prstGeom>
          <a:solidFill>
            <a:schemeClr val="tx1">
              <a:alpha val="10000"/>
            </a:schemeClr>
          </a:solidFill>
          <a:ln>
            <a:noFill/>
          </a:ln>
          <a:effectLst>
            <a:glow rad="1066800">
              <a:schemeClr val="tx1">
                <a:lumMod val="95000"/>
                <a:lumOff val="5000"/>
                <a:alpha val="73000"/>
              </a:schemeClr>
            </a:glow>
            <a:outerShdw dir="11040000" sx="200000" sy="200000" algn="ctr" rotWithShape="0">
              <a:schemeClr val="tx1"/>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D7A3AD32-6523-6B6F-C62E-FF1B29C8F2F3}"/>
              </a:ext>
            </a:extLst>
          </p:cNvPr>
          <p:cNvSpPr txBox="1"/>
          <p:nvPr/>
        </p:nvSpPr>
        <p:spPr>
          <a:xfrm>
            <a:off x="220520" y="863760"/>
            <a:ext cx="11421696" cy="5035096"/>
          </a:xfrm>
          <a:custGeom>
            <a:avLst/>
            <a:gdLst/>
            <a:ahLst/>
            <a:cxnLst/>
            <a:rect l="l" t="t" r="r" b="b"/>
            <a:pathLst>
              <a:path w="11421696" h="5035096">
                <a:moveTo>
                  <a:pt x="912688" y="4996038"/>
                </a:moveTo>
                <a:cubicBezTo>
                  <a:pt x="909919" y="4999043"/>
                  <a:pt x="907828" y="5001841"/>
                  <a:pt x="906414" y="5004433"/>
                </a:cubicBezTo>
                <a:cubicBezTo>
                  <a:pt x="905000" y="5007025"/>
                  <a:pt x="904293" y="5009411"/>
                  <a:pt x="904293" y="5011591"/>
                </a:cubicBezTo>
                <a:cubicBezTo>
                  <a:pt x="904293" y="5014418"/>
                  <a:pt x="906002" y="5016893"/>
                  <a:pt x="909418" y="5019014"/>
                </a:cubicBezTo>
                <a:cubicBezTo>
                  <a:pt x="915310" y="5022666"/>
                  <a:pt x="923822" y="5024492"/>
                  <a:pt x="934956" y="5024492"/>
                </a:cubicBezTo>
                <a:cubicBezTo>
                  <a:pt x="945560" y="5024492"/>
                  <a:pt x="953381" y="5022622"/>
                  <a:pt x="958417" y="5018881"/>
                </a:cubicBezTo>
                <a:cubicBezTo>
                  <a:pt x="963455" y="5015140"/>
                  <a:pt x="965973" y="5011149"/>
                  <a:pt x="965973" y="5006907"/>
                </a:cubicBezTo>
                <a:cubicBezTo>
                  <a:pt x="965973" y="5003844"/>
                  <a:pt x="964471" y="5001664"/>
                  <a:pt x="961466" y="5000368"/>
                </a:cubicBezTo>
                <a:cubicBezTo>
                  <a:pt x="958403" y="4999072"/>
                  <a:pt x="952335" y="4998306"/>
                  <a:pt x="943263" y="4998071"/>
                </a:cubicBezTo>
                <a:cubicBezTo>
                  <a:pt x="930008" y="4997717"/>
                  <a:pt x="919816" y="4997040"/>
                  <a:pt x="912688" y="4996038"/>
                </a:cubicBezTo>
                <a:close/>
                <a:moveTo>
                  <a:pt x="1204163" y="4978895"/>
                </a:moveTo>
                <a:cubicBezTo>
                  <a:pt x="1206932" y="4978895"/>
                  <a:pt x="1209259" y="4979852"/>
                  <a:pt x="1211144" y="4981767"/>
                </a:cubicBezTo>
                <a:cubicBezTo>
                  <a:pt x="1213029" y="4983682"/>
                  <a:pt x="1213972" y="4985994"/>
                  <a:pt x="1213972" y="4988704"/>
                </a:cubicBezTo>
                <a:cubicBezTo>
                  <a:pt x="1213972" y="4991414"/>
                  <a:pt x="1213015" y="4993726"/>
                  <a:pt x="1211100" y="4995641"/>
                </a:cubicBezTo>
                <a:cubicBezTo>
                  <a:pt x="1209185" y="4997555"/>
                  <a:pt x="1206873" y="4998512"/>
                  <a:pt x="1204163" y="4998512"/>
                </a:cubicBezTo>
                <a:cubicBezTo>
                  <a:pt x="1201453" y="4998512"/>
                  <a:pt x="1199141" y="4997555"/>
                  <a:pt x="1197226" y="4995641"/>
                </a:cubicBezTo>
                <a:cubicBezTo>
                  <a:pt x="1195311" y="4993726"/>
                  <a:pt x="1194354" y="4991414"/>
                  <a:pt x="1194354" y="4988704"/>
                </a:cubicBezTo>
                <a:cubicBezTo>
                  <a:pt x="1194354" y="4985935"/>
                  <a:pt x="1195312" y="4983608"/>
                  <a:pt x="1197226" y="4981723"/>
                </a:cubicBezTo>
                <a:cubicBezTo>
                  <a:pt x="1199141" y="4979838"/>
                  <a:pt x="1201453" y="4978895"/>
                  <a:pt x="1204163" y="4978895"/>
                </a:cubicBezTo>
                <a:close/>
                <a:moveTo>
                  <a:pt x="46657" y="4925256"/>
                </a:moveTo>
                <a:cubicBezTo>
                  <a:pt x="43535" y="4925256"/>
                  <a:pt x="40412" y="4926052"/>
                  <a:pt x="37290" y="4927642"/>
                </a:cubicBezTo>
                <a:cubicBezTo>
                  <a:pt x="34934" y="4928821"/>
                  <a:pt x="31929" y="4931177"/>
                  <a:pt x="28277" y="4934712"/>
                </a:cubicBezTo>
                <a:lnTo>
                  <a:pt x="28277" y="4983137"/>
                </a:lnTo>
                <a:cubicBezTo>
                  <a:pt x="31281" y="4986082"/>
                  <a:pt x="34389" y="4988306"/>
                  <a:pt x="37600" y="4989808"/>
                </a:cubicBezTo>
                <a:cubicBezTo>
                  <a:pt x="40810" y="4991311"/>
                  <a:pt x="44094" y="4992062"/>
                  <a:pt x="47452" y="4992062"/>
                </a:cubicBezTo>
                <a:cubicBezTo>
                  <a:pt x="52813" y="4992062"/>
                  <a:pt x="57806" y="4989116"/>
                  <a:pt x="62431" y="4983225"/>
                </a:cubicBezTo>
                <a:cubicBezTo>
                  <a:pt x="67055" y="4977334"/>
                  <a:pt x="69367" y="4968762"/>
                  <a:pt x="69367" y="4957510"/>
                </a:cubicBezTo>
                <a:cubicBezTo>
                  <a:pt x="69367" y="4947142"/>
                  <a:pt x="67055" y="4939174"/>
                  <a:pt x="62431" y="4933607"/>
                </a:cubicBezTo>
                <a:cubicBezTo>
                  <a:pt x="57806" y="4928040"/>
                  <a:pt x="52548" y="4925256"/>
                  <a:pt x="46657" y="4925256"/>
                </a:cubicBezTo>
                <a:close/>
                <a:moveTo>
                  <a:pt x="420588" y="4918894"/>
                </a:moveTo>
                <a:cubicBezTo>
                  <a:pt x="415698" y="4918894"/>
                  <a:pt x="411324" y="4920794"/>
                  <a:pt x="407465" y="4924594"/>
                </a:cubicBezTo>
                <a:cubicBezTo>
                  <a:pt x="403607" y="4928394"/>
                  <a:pt x="401353" y="4933681"/>
                  <a:pt x="400705" y="4940456"/>
                </a:cubicBezTo>
                <a:lnTo>
                  <a:pt x="438173" y="4940456"/>
                </a:lnTo>
                <a:cubicBezTo>
                  <a:pt x="437878" y="4935271"/>
                  <a:pt x="437260" y="4931619"/>
                  <a:pt x="436317" y="4929498"/>
                </a:cubicBezTo>
                <a:cubicBezTo>
                  <a:pt x="434844" y="4926199"/>
                  <a:pt x="432650" y="4923607"/>
                  <a:pt x="429734" y="4921722"/>
                </a:cubicBezTo>
                <a:cubicBezTo>
                  <a:pt x="426817" y="4919837"/>
                  <a:pt x="423769" y="4918894"/>
                  <a:pt x="420588" y="4918894"/>
                </a:cubicBezTo>
                <a:close/>
                <a:moveTo>
                  <a:pt x="928947" y="4916950"/>
                </a:moveTo>
                <a:cubicBezTo>
                  <a:pt x="924588" y="4916950"/>
                  <a:pt x="920936" y="4918688"/>
                  <a:pt x="917990" y="4922164"/>
                </a:cubicBezTo>
                <a:cubicBezTo>
                  <a:pt x="915045" y="4925639"/>
                  <a:pt x="913571" y="4930971"/>
                  <a:pt x="913571" y="4938158"/>
                </a:cubicBezTo>
                <a:cubicBezTo>
                  <a:pt x="913571" y="4947466"/>
                  <a:pt x="915574" y="4954683"/>
                  <a:pt x="919580" y="4959808"/>
                </a:cubicBezTo>
                <a:cubicBezTo>
                  <a:pt x="922644" y="4963696"/>
                  <a:pt x="926532" y="4965640"/>
                  <a:pt x="931245" y="4965640"/>
                </a:cubicBezTo>
                <a:cubicBezTo>
                  <a:pt x="935722" y="4965640"/>
                  <a:pt x="939404" y="4963961"/>
                  <a:pt x="942291" y="4960603"/>
                </a:cubicBezTo>
                <a:cubicBezTo>
                  <a:pt x="945177" y="4957245"/>
                  <a:pt x="946621" y="4951973"/>
                  <a:pt x="946621" y="4944786"/>
                </a:cubicBezTo>
                <a:cubicBezTo>
                  <a:pt x="946621" y="4935419"/>
                  <a:pt x="944588" y="4928084"/>
                  <a:pt x="940523" y="4922782"/>
                </a:cubicBezTo>
                <a:cubicBezTo>
                  <a:pt x="937519" y="4918894"/>
                  <a:pt x="933660" y="4916950"/>
                  <a:pt x="928947" y="4916950"/>
                </a:cubicBezTo>
                <a:close/>
                <a:moveTo>
                  <a:pt x="10056011" y="4916384"/>
                </a:moveTo>
                <a:cubicBezTo>
                  <a:pt x="10050002" y="4916384"/>
                  <a:pt x="10046026" y="4916885"/>
                  <a:pt x="10044082" y="4917886"/>
                </a:cubicBezTo>
                <a:cubicBezTo>
                  <a:pt x="10040724" y="4919712"/>
                  <a:pt x="10039045" y="4922187"/>
                  <a:pt x="10039045" y="4925309"/>
                </a:cubicBezTo>
                <a:cubicBezTo>
                  <a:pt x="10039045" y="4928313"/>
                  <a:pt x="10040783" y="4931038"/>
                  <a:pt x="10044258" y="4933483"/>
                </a:cubicBezTo>
                <a:cubicBezTo>
                  <a:pt x="10047734" y="4935928"/>
                  <a:pt x="10054273" y="4937150"/>
                  <a:pt x="10063876" y="4937150"/>
                </a:cubicBezTo>
                <a:cubicBezTo>
                  <a:pt x="10072065" y="4937150"/>
                  <a:pt x="10078501" y="4936060"/>
                  <a:pt x="10083184" y="4933880"/>
                </a:cubicBezTo>
                <a:cubicBezTo>
                  <a:pt x="10087867" y="4931701"/>
                  <a:pt x="10090209" y="4928637"/>
                  <a:pt x="10090209" y="4924690"/>
                </a:cubicBezTo>
                <a:cubicBezTo>
                  <a:pt x="10090209" y="4923217"/>
                  <a:pt x="10089767" y="4921980"/>
                  <a:pt x="10088884" y="4920979"/>
                </a:cubicBezTo>
                <a:cubicBezTo>
                  <a:pt x="10087293" y="4919212"/>
                  <a:pt x="10084892" y="4918004"/>
                  <a:pt x="10081682" y="4917356"/>
                </a:cubicBezTo>
                <a:cubicBezTo>
                  <a:pt x="10078471" y="4916708"/>
                  <a:pt x="10069914" y="4916384"/>
                  <a:pt x="10056011" y="4916384"/>
                </a:cubicBezTo>
                <a:close/>
                <a:moveTo>
                  <a:pt x="95868" y="4915094"/>
                </a:moveTo>
                <a:lnTo>
                  <a:pt x="124234" y="4915094"/>
                </a:lnTo>
                <a:lnTo>
                  <a:pt x="124234" y="4969263"/>
                </a:lnTo>
                <a:cubicBezTo>
                  <a:pt x="124234" y="4976804"/>
                  <a:pt x="125545" y="4981752"/>
                  <a:pt x="128166" y="4984109"/>
                </a:cubicBezTo>
                <a:cubicBezTo>
                  <a:pt x="130787" y="4986465"/>
                  <a:pt x="133954" y="4987643"/>
                  <a:pt x="137665" y="4987643"/>
                </a:cubicBezTo>
                <a:cubicBezTo>
                  <a:pt x="140199" y="4987643"/>
                  <a:pt x="143071" y="4986848"/>
                  <a:pt x="146281" y="4985257"/>
                </a:cubicBezTo>
                <a:cubicBezTo>
                  <a:pt x="149492" y="4983667"/>
                  <a:pt x="153306" y="4980633"/>
                  <a:pt x="157724" y="4976156"/>
                </a:cubicBezTo>
                <a:lnTo>
                  <a:pt x="157724" y="4930293"/>
                </a:lnTo>
                <a:cubicBezTo>
                  <a:pt x="157724" y="4925698"/>
                  <a:pt x="156885" y="4922591"/>
                  <a:pt x="155206" y="4920971"/>
                </a:cubicBezTo>
                <a:cubicBezTo>
                  <a:pt x="153527" y="4919351"/>
                  <a:pt x="150037" y="4918482"/>
                  <a:pt x="144735" y="4918364"/>
                </a:cubicBezTo>
                <a:lnTo>
                  <a:pt x="144735" y="4915094"/>
                </a:lnTo>
                <a:lnTo>
                  <a:pt x="172305" y="4915094"/>
                </a:lnTo>
                <a:lnTo>
                  <a:pt x="172305" y="4964138"/>
                </a:lnTo>
                <a:cubicBezTo>
                  <a:pt x="172305" y="4973505"/>
                  <a:pt x="172526" y="4979234"/>
                  <a:pt x="172968" y="4981325"/>
                </a:cubicBezTo>
                <a:cubicBezTo>
                  <a:pt x="173410" y="4983416"/>
                  <a:pt x="174117" y="4984875"/>
                  <a:pt x="175089" y="4985699"/>
                </a:cubicBezTo>
                <a:cubicBezTo>
                  <a:pt x="176061" y="4986524"/>
                  <a:pt x="177195" y="4986936"/>
                  <a:pt x="178491" y="4986936"/>
                </a:cubicBezTo>
                <a:cubicBezTo>
                  <a:pt x="180317" y="4986936"/>
                  <a:pt x="182379" y="4986436"/>
                  <a:pt x="184676" y="4985434"/>
                </a:cubicBezTo>
                <a:lnTo>
                  <a:pt x="185914" y="4988527"/>
                </a:lnTo>
                <a:lnTo>
                  <a:pt x="161701" y="4998512"/>
                </a:lnTo>
                <a:lnTo>
                  <a:pt x="157724" y="4998512"/>
                </a:lnTo>
                <a:lnTo>
                  <a:pt x="157724" y="4981369"/>
                </a:lnTo>
                <a:cubicBezTo>
                  <a:pt x="150773" y="4988910"/>
                  <a:pt x="145471" y="4993652"/>
                  <a:pt x="141818" y="4995596"/>
                </a:cubicBezTo>
                <a:cubicBezTo>
                  <a:pt x="138166" y="4997540"/>
                  <a:pt x="134307" y="4998512"/>
                  <a:pt x="130243" y="4998512"/>
                </a:cubicBezTo>
                <a:cubicBezTo>
                  <a:pt x="125707" y="4998512"/>
                  <a:pt x="121774" y="4997202"/>
                  <a:pt x="118446" y="4994580"/>
                </a:cubicBezTo>
                <a:cubicBezTo>
                  <a:pt x="115117" y="4991959"/>
                  <a:pt x="112805" y="4988586"/>
                  <a:pt x="111509" y="4984462"/>
                </a:cubicBezTo>
                <a:cubicBezTo>
                  <a:pt x="110213" y="4980338"/>
                  <a:pt x="109565" y="4974506"/>
                  <a:pt x="109565" y="4966966"/>
                </a:cubicBezTo>
                <a:lnTo>
                  <a:pt x="109565" y="4930824"/>
                </a:lnTo>
                <a:cubicBezTo>
                  <a:pt x="109565" y="4926994"/>
                  <a:pt x="109152" y="4924343"/>
                  <a:pt x="108328" y="4922871"/>
                </a:cubicBezTo>
                <a:cubicBezTo>
                  <a:pt x="107503" y="4921398"/>
                  <a:pt x="106281" y="4920264"/>
                  <a:pt x="104660" y="4919468"/>
                </a:cubicBezTo>
                <a:cubicBezTo>
                  <a:pt x="103040" y="4918673"/>
                  <a:pt x="100110" y="4918305"/>
                  <a:pt x="95868" y="4918364"/>
                </a:cubicBezTo>
                <a:close/>
                <a:moveTo>
                  <a:pt x="1138744" y="4912708"/>
                </a:moveTo>
                <a:cubicBezTo>
                  <a:pt x="1141925" y="4912708"/>
                  <a:pt x="1145784" y="4913386"/>
                  <a:pt x="1150320" y="4914741"/>
                </a:cubicBezTo>
                <a:cubicBezTo>
                  <a:pt x="1153324" y="4915625"/>
                  <a:pt x="1155327" y="4916066"/>
                  <a:pt x="1156329" y="4916066"/>
                </a:cubicBezTo>
                <a:cubicBezTo>
                  <a:pt x="1157271" y="4916066"/>
                  <a:pt x="1158008" y="4915860"/>
                  <a:pt x="1158538" y="4915448"/>
                </a:cubicBezTo>
                <a:cubicBezTo>
                  <a:pt x="1159068" y="4915035"/>
                  <a:pt x="1159687" y="4914122"/>
                  <a:pt x="1160394" y="4912708"/>
                </a:cubicBezTo>
                <a:lnTo>
                  <a:pt x="1163310" y="4912708"/>
                </a:lnTo>
                <a:lnTo>
                  <a:pt x="1163310" y="4940279"/>
                </a:lnTo>
                <a:lnTo>
                  <a:pt x="1160394" y="4940279"/>
                </a:lnTo>
                <a:cubicBezTo>
                  <a:pt x="1158155" y="4931619"/>
                  <a:pt x="1155283" y="4925728"/>
                  <a:pt x="1151778" y="4922605"/>
                </a:cubicBezTo>
                <a:cubicBezTo>
                  <a:pt x="1148273" y="4919483"/>
                  <a:pt x="1143810" y="4917922"/>
                  <a:pt x="1138391" y="4917922"/>
                </a:cubicBezTo>
                <a:cubicBezTo>
                  <a:pt x="1134267" y="4917922"/>
                  <a:pt x="1130938" y="4919012"/>
                  <a:pt x="1128405" y="4921192"/>
                </a:cubicBezTo>
                <a:cubicBezTo>
                  <a:pt x="1125872" y="4923371"/>
                  <a:pt x="1124605" y="4925787"/>
                  <a:pt x="1124605" y="4928438"/>
                </a:cubicBezTo>
                <a:cubicBezTo>
                  <a:pt x="1124605" y="4931737"/>
                  <a:pt x="1125548" y="4934564"/>
                  <a:pt x="1127433" y="4936921"/>
                </a:cubicBezTo>
                <a:cubicBezTo>
                  <a:pt x="1129259" y="4939336"/>
                  <a:pt x="1132971" y="4941899"/>
                  <a:pt x="1138567" y="4944609"/>
                </a:cubicBezTo>
                <a:lnTo>
                  <a:pt x="1151469" y="4950883"/>
                </a:lnTo>
                <a:cubicBezTo>
                  <a:pt x="1163427" y="4956715"/>
                  <a:pt x="1169407" y="4964403"/>
                  <a:pt x="1169407" y="4973947"/>
                </a:cubicBezTo>
                <a:cubicBezTo>
                  <a:pt x="1169407" y="4981310"/>
                  <a:pt x="1166623" y="4987246"/>
                  <a:pt x="1161056" y="4991752"/>
                </a:cubicBezTo>
                <a:cubicBezTo>
                  <a:pt x="1155489" y="4996259"/>
                  <a:pt x="1149259" y="4998512"/>
                  <a:pt x="1142367" y="4998512"/>
                </a:cubicBezTo>
                <a:cubicBezTo>
                  <a:pt x="1137418" y="4998512"/>
                  <a:pt x="1131763" y="4997629"/>
                  <a:pt x="1125400" y="4995861"/>
                </a:cubicBezTo>
                <a:cubicBezTo>
                  <a:pt x="1123456" y="4995272"/>
                  <a:pt x="1121866" y="4994978"/>
                  <a:pt x="1120629" y="4994978"/>
                </a:cubicBezTo>
                <a:cubicBezTo>
                  <a:pt x="1119274" y="4994978"/>
                  <a:pt x="1118213" y="4995744"/>
                  <a:pt x="1117448" y="4997275"/>
                </a:cubicBezTo>
                <a:lnTo>
                  <a:pt x="1114531" y="4997275"/>
                </a:lnTo>
                <a:lnTo>
                  <a:pt x="1114531" y="4968379"/>
                </a:lnTo>
                <a:lnTo>
                  <a:pt x="1117448" y="4968379"/>
                </a:lnTo>
                <a:cubicBezTo>
                  <a:pt x="1119097" y="4976627"/>
                  <a:pt x="1122249" y="4982842"/>
                  <a:pt x="1126902" y="4987025"/>
                </a:cubicBezTo>
                <a:cubicBezTo>
                  <a:pt x="1131557" y="4991207"/>
                  <a:pt x="1136770" y="4993299"/>
                  <a:pt x="1142544" y="4993299"/>
                </a:cubicBezTo>
                <a:cubicBezTo>
                  <a:pt x="1146608" y="4993299"/>
                  <a:pt x="1149922" y="4992106"/>
                  <a:pt x="1152485" y="4989720"/>
                </a:cubicBezTo>
                <a:cubicBezTo>
                  <a:pt x="1155048" y="4987334"/>
                  <a:pt x="1156329" y="4984462"/>
                  <a:pt x="1156329" y="4981104"/>
                </a:cubicBezTo>
                <a:cubicBezTo>
                  <a:pt x="1156329" y="4977039"/>
                  <a:pt x="1154900" y="4973622"/>
                  <a:pt x="1152043" y="4970854"/>
                </a:cubicBezTo>
                <a:cubicBezTo>
                  <a:pt x="1149186" y="4968085"/>
                  <a:pt x="1143486" y="4964580"/>
                  <a:pt x="1134944" y="4960338"/>
                </a:cubicBezTo>
                <a:cubicBezTo>
                  <a:pt x="1126402" y="4956096"/>
                  <a:pt x="1120805" y="4952267"/>
                  <a:pt x="1118155" y="4948850"/>
                </a:cubicBezTo>
                <a:cubicBezTo>
                  <a:pt x="1115503" y="4945492"/>
                  <a:pt x="1114178" y="4941251"/>
                  <a:pt x="1114178" y="4936126"/>
                </a:cubicBezTo>
                <a:cubicBezTo>
                  <a:pt x="1114178" y="4929469"/>
                  <a:pt x="1116461" y="4923901"/>
                  <a:pt x="1121026" y="4919424"/>
                </a:cubicBezTo>
                <a:cubicBezTo>
                  <a:pt x="1125592" y="4914947"/>
                  <a:pt x="1131498" y="4912708"/>
                  <a:pt x="1138744" y="4912708"/>
                </a:cubicBezTo>
                <a:close/>
                <a:moveTo>
                  <a:pt x="930449" y="4912708"/>
                </a:moveTo>
                <a:cubicBezTo>
                  <a:pt x="938167" y="4912708"/>
                  <a:pt x="944853" y="4914594"/>
                  <a:pt x="950509" y="4918364"/>
                </a:cubicBezTo>
                <a:lnTo>
                  <a:pt x="967652" y="4918364"/>
                </a:lnTo>
                <a:cubicBezTo>
                  <a:pt x="970185" y="4918364"/>
                  <a:pt x="971658" y="4918438"/>
                  <a:pt x="972070" y="4918585"/>
                </a:cubicBezTo>
                <a:cubicBezTo>
                  <a:pt x="972483" y="4918732"/>
                  <a:pt x="972777" y="4918982"/>
                  <a:pt x="972954" y="4919336"/>
                </a:cubicBezTo>
                <a:cubicBezTo>
                  <a:pt x="973307" y="4919866"/>
                  <a:pt x="973484" y="4920809"/>
                  <a:pt x="973484" y="4922164"/>
                </a:cubicBezTo>
                <a:cubicBezTo>
                  <a:pt x="973484" y="4923695"/>
                  <a:pt x="973337" y="4924756"/>
                  <a:pt x="973042" y="4925345"/>
                </a:cubicBezTo>
                <a:cubicBezTo>
                  <a:pt x="972866" y="4925639"/>
                  <a:pt x="972556" y="4925875"/>
                  <a:pt x="972115" y="4926052"/>
                </a:cubicBezTo>
                <a:cubicBezTo>
                  <a:pt x="971672" y="4926229"/>
                  <a:pt x="970185" y="4926317"/>
                  <a:pt x="967652" y="4926317"/>
                </a:cubicBezTo>
                <a:lnTo>
                  <a:pt x="957136" y="4926317"/>
                </a:lnTo>
                <a:cubicBezTo>
                  <a:pt x="960435" y="4930558"/>
                  <a:pt x="962085" y="4935978"/>
                  <a:pt x="962085" y="4942576"/>
                </a:cubicBezTo>
                <a:cubicBezTo>
                  <a:pt x="962085" y="4950117"/>
                  <a:pt x="959198" y="4956568"/>
                  <a:pt x="953425" y="4961929"/>
                </a:cubicBezTo>
                <a:cubicBezTo>
                  <a:pt x="947652" y="4967290"/>
                  <a:pt x="939905" y="4969970"/>
                  <a:pt x="930184" y="4969970"/>
                </a:cubicBezTo>
                <a:cubicBezTo>
                  <a:pt x="926178" y="4969970"/>
                  <a:pt x="922084" y="4969381"/>
                  <a:pt x="917901" y="4968203"/>
                </a:cubicBezTo>
                <a:cubicBezTo>
                  <a:pt x="915310" y="4970441"/>
                  <a:pt x="913557" y="4972400"/>
                  <a:pt x="912644" y="4974079"/>
                </a:cubicBezTo>
                <a:cubicBezTo>
                  <a:pt x="911731" y="4975758"/>
                  <a:pt x="911274" y="4977187"/>
                  <a:pt x="911274" y="4978365"/>
                </a:cubicBezTo>
                <a:cubicBezTo>
                  <a:pt x="911274" y="4979366"/>
                  <a:pt x="911760" y="4980338"/>
                  <a:pt x="912732" y="4981281"/>
                </a:cubicBezTo>
                <a:cubicBezTo>
                  <a:pt x="913704" y="4982224"/>
                  <a:pt x="915604" y="4982901"/>
                  <a:pt x="918432" y="4983313"/>
                </a:cubicBezTo>
                <a:cubicBezTo>
                  <a:pt x="920081" y="4983549"/>
                  <a:pt x="924205" y="4983755"/>
                  <a:pt x="930803" y="4983932"/>
                </a:cubicBezTo>
                <a:cubicBezTo>
                  <a:pt x="942939" y="4984226"/>
                  <a:pt x="950803" y="4984639"/>
                  <a:pt x="954397" y="4985169"/>
                </a:cubicBezTo>
                <a:cubicBezTo>
                  <a:pt x="959876" y="4985935"/>
                  <a:pt x="964250" y="4987967"/>
                  <a:pt x="967519" y="4991266"/>
                </a:cubicBezTo>
                <a:cubicBezTo>
                  <a:pt x="970789" y="4994565"/>
                  <a:pt x="972424" y="4998630"/>
                  <a:pt x="972424" y="5003461"/>
                </a:cubicBezTo>
                <a:cubicBezTo>
                  <a:pt x="972424" y="5010118"/>
                  <a:pt x="969302" y="5016363"/>
                  <a:pt x="963057" y="5022195"/>
                </a:cubicBezTo>
                <a:cubicBezTo>
                  <a:pt x="953867" y="5030796"/>
                  <a:pt x="941878" y="5035096"/>
                  <a:pt x="927092" y="5035096"/>
                </a:cubicBezTo>
                <a:cubicBezTo>
                  <a:pt x="915722" y="5035096"/>
                  <a:pt x="906119" y="5032534"/>
                  <a:pt x="898284" y="5027408"/>
                </a:cubicBezTo>
                <a:cubicBezTo>
                  <a:pt x="893865" y="5024463"/>
                  <a:pt x="891656" y="5021399"/>
                  <a:pt x="891656" y="5018218"/>
                </a:cubicBezTo>
                <a:cubicBezTo>
                  <a:pt x="891656" y="5016804"/>
                  <a:pt x="891981" y="5015391"/>
                  <a:pt x="892629" y="5013977"/>
                </a:cubicBezTo>
                <a:cubicBezTo>
                  <a:pt x="893630" y="5011797"/>
                  <a:pt x="895692" y="5008763"/>
                  <a:pt x="898814" y="5004875"/>
                </a:cubicBezTo>
                <a:cubicBezTo>
                  <a:pt x="899227" y="5004345"/>
                  <a:pt x="902231" y="5001163"/>
                  <a:pt x="907828" y="4995331"/>
                </a:cubicBezTo>
                <a:cubicBezTo>
                  <a:pt x="904764" y="4993505"/>
                  <a:pt x="902599" y="4991870"/>
                  <a:pt x="901333" y="4990427"/>
                </a:cubicBezTo>
                <a:cubicBezTo>
                  <a:pt x="900066" y="4988984"/>
                  <a:pt x="899433" y="4987349"/>
                  <a:pt x="899433" y="4985523"/>
                </a:cubicBezTo>
                <a:cubicBezTo>
                  <a:pt x="899433" y="4983461"/>
                  <a:pt x="900272" y="4981045"/>
                  <a:pt x="901951" y="4978277"/>
                </a:cubicBezTo>
                <a:cubicBezTo>
                  <a:pt x="903630" y="4975508"/>
                  <a:pt x="907504" y="4971590"/>
                  <a:pt x="913571" y="4966524"/>
                </a:cubicBezTo>
                <a:cubicBezTo>
                  <a:pt x="908623" y="4964108"/>
                  <a:pt x="904823" y="4960736"/>
                  <a:pt x="902172" y="4956406"/>
                </a:cubicBezTo>
                <a:cubicBezTo>
                  <a:pt x="899521" y="4952076"/>
                  <a:pt x="898196" y="4947289"/>
                  <a:pt x="898196" y="4942046"/>
                </a:cubicBezTo>
                <a:cubicBezTo>
                  <a:pt x="898196" y="4934034"/>
                  <a:pt x="901215" y="4927142"/>
                  <a:pt x="907253" y="4921368"/>
                </a:cubicBezTo>
                <a:cubicBezTo>
                  <a:pt x="913292" y="4915595"/>
                  <a:pt x="921024" y="4912708"/>
                  <a:pt x="930449" y="4912708"/>
                </a:cubicBezTo>
                <a:close/>
                <a:moveTo>
                  <a:pt x="877857" y="4912708"/>
                </a:moveTo>
                <a:lnTo>
                  <a:pt x="881746" y="4912708"/>
                </a:lnTo>
                <a:lnTo>
                  <a:pt x="881746" y="4977746"/>
                </a:lnTo>
                <a:cubicBezTo>
                  <a:pt x="881746" y="4982813"/>
                  <a:pt x="882114" y="4986185"/>
                  <a:pt x="882850" y="4987864"/>
                </a:cubicBezTo>
                <a:cubicBezTo>
                  <a:pt x="883586" y="4989543"/>
                  <a:pt x="884676" y="4990795"/>
                  <a:pt x="886120" y="4991620"/>
                </a:cubicBezTo>
                <a:cubicBezTo>
                  <a:pt x="887563" y="4992445"/>
                  <a:pt x="890199" y="4992857"/>
                  <a:pt x="894028" y="4992857"/>
                </a:cubicBezTo>
                <a:lnTo>
                  <a:pt x="894028" y="4996038"/>
                </a:lnTo>
                <a:lnTo>
                  <a:pt x="854705" y="4996038"/>
                </a:lnTo>
                <a:lnTo>
                  <a:pt x="854705" y="4992857"/>
                </a:lnTo>
                <a:cubicBezTo>
                  <a:pt x="858652" y="4992857"/>
                  <a:pt x="861303" y="4992474"/>
                  <a:pt x="862658" y="4991708"/>
                </a:cubicBezTo>
                <a:cubicBezTo>
                  <a:pt x="864013" y="4990942"/>
                  <a:pt x="865088" y="4989676"/>
                  <a:pt x="865884" y="4987908"/>
                </a:cubicBezTo>
                <a:cubicBezTo>
                  <a:pt x="866679" y="4986141"/>
                  <a:pt x="867076" y="4982754"/>
                  <a:pt x="867076" y="4977746"/>
                </a:cubicBezTo>
                <a:lnTo>
                  <a:pt x="867076" y="4946553"/>
                </a:lnTo>
                <a:cubicBezTo>
                  <a:pt x="867076" y="4937775"/>
                  <a:pt x="866811" y="4932090"/>
                  <a:pt x="866281" y="4929498"/>
                </a:cubicBezTo>
                <a:cubicBezTo>
                  <a:pt x="865869" y="4927613"/>
                  <a:pt x="865221" y="4926302"/>
                  <a:pt x="864337" y="4925566"/>
                </a:cubicBezTo>
                <a:cubicBezTo>
                  <a:pt x="863454" y="4924829"/>
                  <a:pt x="862246" y="4924461"/>
                  <a:pt x="860714" y="4924461"/>
                </a:cubicBezTo>
                <a:cubicBezTo>
                  <a:pt x="859065" y="4924461"/>
                  <a:pt x="857062" y="4924903"/>
                  <a:pt x="854705" y="4925787"/>
                </a:cubicBezTo>
                <a:lnTo>
                  <a:pt x="853468" y="4922605"/>
                </a:lnTo>
                <a:close/>
                <a:moveTo>
                  <a:pt x="805369" y="4912708"/>
                </a:moveTo>
                <a:cubicBezTo>
                  <a:pt x="808550" y="4912708"/>
                  <a:pt x="812409" y="4913386"/>
                  <a:pt x="816945" y="4914741"/>
                </a:cubicBezTo>
                <a:cubicBezTo>
                  <a:pt x="819949" y="4915625"/>
                  <a:pt x="821952" y="4916066"/>
                  <a:pt x="822954" y="4916066"/>
                </a:cubicBezTo>
                <a:cubicBezTo>
                  <a:pt x="823896" y="4916066"/>
                  <a:pt x="824633" y="4915860"/>
                  <a:pt x="825163" y="4915448"/>
                </a:cubicBezTo>
                <a:cubicBezTo>
                  <a:pt x="825694" y="4915035"/>
                  <a:pt x="826312" y="4914122"/>
                  <a:pt x="827019" y="4912708"/>
                </a:cubicBezTo>
                <a:lnTo>
                  <a:pt x="829935" y="4912708"/>
                </a:lnTo>
                <a:lnTo>
                  <a:pt x="829935" y="4940279"/>
                </a:lnTo>
                <a:lnTo>
                  <a:pt x="827019" y="4940279"/>
                </a:lnTo>
                <a:cubicBezTo>
                  <a:pt x="824780" y="4931619"/>
                  <a:pt x="821908" y="4925728"/>
                  <a:pt x="818403" y="4922605"/>
                </a:cubicBezTo>
                <a:cubicBezTo>
                  <a:pt x="814898" y="4919483"/>
                  <a:pt x="810435" y="4917922"/>
                  <a:pt x="805015" y="4917922"/>
                </a:cubicBezTo>
                <a:cubicBezTo>
                  <a:pt x="800891" y="4917922"/>
                  <a:pt x="797563" y="4919012"/>
                  <a:pt x="795030" y="4921192"/>
                </a:cubicBezTo>
                <a:cubicBezTo>
                  <a:pt x="792497" y="4923371"/>
                  <a:pt x="791230" y="4925787"/>
                  <a:pt x="791230" y="4928438"/>
                </a:cubicBezTo>
                <a:cubicBezTo>
                  <a:pt x="791230" y="4931737"/>
                  <a:pt x="792173" y="4934564"/>
                  <a:pt x="794058" y="4936921"/>
                </a:cubicBezTo>
                <a:cubicBezTo>
                  <a:pt x="795884" y="4939336"/>
                  <a:pt x="799596" y="4941899"/>
                  <a:pt x="805192" y="4944609"/>
                </a:cubicBezTo>
                <a:lnTo>
                  <a:pt x="818094" y="4950883"/>
                </a:lnTo>
                <a:cubicBezTo>
                  <a:pt x="830052" y="4956715"/>
                  <a:pt x="836032" y="4964403"/>
                  <a:pt x="836032" y="4973947"/>
                </a:cubicBezTo>
                <a:cubicBezTo>
                  <a:pt x="836032" y="4981310"/>
                  <a:pt x="833249" y="4987246"/>
                  <a:pt x="827681" y="4991752"/>
                </a:cubicBezTo>
                <a:cubicBezTo>
                  <a:pt x="822114" y="4996259"/>
                  <a:pt x="815885" y="4998512"/>
                  <a:pt x="808992" y="4998512"/>
                </a:cubicBezTo>
                <a:cubicBezTo>
                  <a:pt x="804043" y="4998512"/>
                  <a:pt x="798388" y="4997629"/>
                  <a:pt x="792026" y="4995861"/>
                </a:cubicBezTo>
                <a:cubicBezTo>
                  <a:pt x="790081" y="4995272"/>
                  <a:pt x="788491" y="4994978"/>
                  <a:pt x="787254" y="4994978"/>
                </a:cubicBezTo>
                <a:cubicBezTo>
                  <a:pt x="785899" y="4994978"/>
                  <a:pt x="784839" y="4995744"/>
                  <a:pt x="784073" y="4997275"/>
                </a:cubicBezTo>
                <a:lnTo>
                  <a:pt x="781156" y="4997275"/>
                </a:lnTo>
                <a:lnTo>
                  <a:pt x="781156" y="4968379"/>
                </a:lnTo>
                <a:lnTo>
                  <a:pt x="784073" y="4968379"/>
                </a:lnTo>
                <a:cubicBezTo>
                  <a:pt x="785722" y="4976627"/>
                  <a:pt x="788874" y="4982842"/>
                  <a:pt x="793528" y="4987025"/>
                </a:cubicBezTo>
                <a:cubicBezTo>
                  <a:pt x="798182" y="4991207"/>
                  <a:pt x="803396" y="4993299"/>
                  <a:pt x="809169" y="4993299"/>
                </a:cubicBezTo>
                <a:cubicBezTo>
                  <a:pt x="813233" y="4993299"/>
                  <a:pt x="816547" y="4992106"/>
                  <a:pt x="819110" y="4989720"/>
                </a:cubicBezTo>
                <a:cubicBezTo>
                  <a:pt x="821672" y="4987334"/>
                  <a:pt x="822954" y="4984462"/>
                  <a:pt x="822954" y="4981104"/>
                </a:cubicBezTo>
                <a:cubicBezTo>
                  <a:pt x="822954" y="4977039"/>
                  <a:pt x="821525" y="4973622"/>
                  <a:pt x="818668" y="4970854"/>
                </a:cubicBezTo>
                <a:cubicBezTo>
                  <a:pt x="815811" y="4968085"/>
                  <a:pt x="810111" y="4964580"/>
                  <a:pt x="801569" y="4960338"/>
                </a:cubicBezTo>
                <a:cubicBezTo>
                  <a:pt x="793027" y="4956096"/>
                  <a:pt x="787430" y="4952267"/>
                  <a:pt x="784779" y="4948850"/>
                </a:cubicBezTo>
                <a:cubicBezTo>
                  <a:pt x="782128" y="4945492"/>
                  <a:pt x="780803" y="4941251"/>
                  <a:pt x="780803" y="4936126"/>
                </a:cubicBezTo>
                <a:cubicBezTo>
                  <a:pt x="780803" y="4929469"/>
                  <a:pt x="783086" y="4923901"/>
                  <a:pt x="787652" y="4919424"/>
                </a:cubicBezTo>
                <a:cubicBezTo>
                  <a:pt x="792217" y="4914947"/>
                  <a:pt x="798123" y="4912708"/>
                  <a:pt x="805369" y="4912708"/>
                </a:cubicBezTo>
                <a:close/>
                <a:moveTo>
                  <a:pt x="677832" y="4912708"/>
                </a:moveTo>
                <a:lnTo>
                  <a:pt x="681721" y="4912708"/>
                </a:lnTo>
                <a:lnTo>
                  <a:pt x="681721" y="4977746"/>
                </a:lnTo>
                <a:cubicBezTo>
                  <a:pt x="681721" y="4982813"/>
                  <a:pt x="682089" y="4986185"/>
                  <a:pt x="682825" y="4987864"/>
                </a:cubicBezTo>
                <a:cubicBezTo>
                  <a:pt x="683562" y="4989543"/>
                  <a:pt x="684651" y="4990795"/>
                  <a:pt x="686095" y="4991620"/>
                </a:cubicBezTo>
                <a:lnTo>
                  <a:pt x="691456" y="4992458"/>
                </a:lnTo>
                <a:lnTo>
                  <a:pt x="698745" y="4989720"/>
                </a:lnTo>
                <a:cubicBezTo>
                  <a:pt x="700188" y="4987629"/>
                  <a:pt x="700910" y="4983637"/>
                  <a:pt x="700910" y="4977746"/>
                </a:cubicBezTo>
                <a:lnTo>
                  <a:pt x="700910" y="4947702"/>
                </a:lnTo>
                <a:cubicBezTo>
                  <a:pt x="700910" y="4937981"/>
                  <a:pt x="700689" y="4932061"/>
                  <a:pt x="700247" y="4929940"/>
                </a:cubicBezTo>
                <a:cubicBezTo>
                  <a:pt x="699805" y="4927819"/>
                  <a:pt x="699128" y="4926376"/>
                  <a:pt x="698215" y="4925610"/>
                </a:cubicBezTo>
                <a:cubicBezTo>
                  <a:pt x="697302" y="4924844"/>
                  <a:pt x="696080" y="4924461"/>
                  <a:pt x="694548" y="4924461"/>
                </a:cubicBezTo>
                <a:cubicBezTo>
                  <a:pt x="692898" y="4924461"/>
                  <a:pt x="690925" y="4924903"/>
                  <a:pt x="688627" y="4925787"/>
                </a:cubicBezTo>
                <a:lnTo>
                  <a:pt x="687302" y="4922605"/>
                </a:lnTo>
                <a:lnTo>
                  <a:pt x="711691" y="4912708"/>
                </a:lnTo>
                <a:lnTo>
                  <a:pt x="715490" y="4912708"/>
                </a:lnTo>
                <a:lnTo>
                  <a:pt x="715490" y="4929852"/>
                </a:lnTo>
                <a:cubicBezTo>
                  <a:pt x="724975" y="4918423"/>
                  <a:pt x="734018" y="4912708"/>
                  <a:pt x="742619" y="4912708"/>
                </a:cubicBezTo>
                <a:cubicBezTo>
                  <a:pt x="747037" y="4912708"/>
                  <a:pt x="750837" y="4913813"/>
                  <a:pt x="754019" y="4916022"/>
                </a:cubicBezTo>
                <a:cubicBezTo>
                  <a:pt x="757200" y="4918231"/>
                  <a:pt x="759733" y="4921869"/>
                  <a:pt x="761618" y="4926935"/>
                </a:cubicBezTo>
                <a:cubicBezTo>
                  <a:pt x="762914" y="4930470"/>
                  <a:pt x="763562" y="4935890"/>
                  <a:pt x="763562" y="4943195"/>
                </a:cubicBezTo>
                <a:lnTo>
                  <a:pt x="763562" y="4977746"/>
                </a:lnTo>
                <a:cubicBezTo>
                  <a:pt x="763562" y="4982872"/>
                  <a:pt x="763974" y="4986347"/>
                  <a:pt x="764799" y="4988174"/>
                </a:cubicBezTo>
                <a:cubicBezTo>
                  <a:pt x="765447" y="4989646"/>
                  <a:pt x="766493" y="4990795"/>
                  <a:pt x="767936" y="4991620"/>
                </a:cubicBezTo>
                <a:cubicBezTo>
                  <a:pt x="769380" y="4992445"/>
                  <a:pt x="772045" y="4992857"/>
                  <a:pt x="775933" y="4992857"/>
                </a:cubicBezTo>
                <a:lnTo>
                  <a:pt x="775933" y="4996038"/>
                </a:lnTo>
                <a:lnTo>
                  <a:pt x="735903" y="4996038"/>
                </a:lnTo>
                <a:lnTo>
                  <a:pt x="735903" y="4992857"/>
                </a:lnTo>
                <a:lnTo>
                  <a:pt x="737582" y="4992857"/>
                </a:lnTo>
                <a:cubicBezTo>
                  <a:pt x="741353" y="4992857"/>
                  <a:pt x="743989" y="4992283"/>
                  <a:pt x="745491" y="4991134"/>
                </a:cubicBezTo>
                <a:cubicBezTo>
                  <a:pt x="746993" y="4989985"/>
                  <a:pt x="748039" y="4988291"/>
                  <a:pt x="748628" y="4986053"/>
                </a:cubicBezTo>
                <a:cubicBezTo>
                  <a:pt x="748864" y="4985169"/>
                  <a:pt x="748981" y="4982400"/>
                  <a:pt x="748981" y="4977746"/>
                </a:cubicBezTo>
                <a:lnTo>
                  <a:pt x="748981" y="4944609"/>
                </a:lnTo>
                <a:cubicBezTo>
                  <a:pt x="748981" y="4937245"/>
                  <a:pt x="748024" y="4931899"/>
                  <a:pt x="746110" y="4928570"/>
                </a:cubicBezTo>
                <a:cubicBezTo>
                  <a:pt x="744195" y="4925242"/>
                  <a:pt x="740970" y="4923578"/>
                  <a:pt x="736434" y="4923578"/>
                </a:cubicBezTo>
                <a:cubicBezTo>
                  <a:pt x="729423" y="4923578"/>
                  <a:pt x="722442" y="4927407"/>
                  <a:pt x="715490" y="4935065"/>
                </a:cubicBezTo>
                <a:lnTo>
                  <a:pt x="715490" y="4977746"/>
                </a:lnTo>
                <a:cubicBezTo>
                  <a:pt x="715490" y="4983225"/>
                  <a:pt x="715815" y="4986612"/>
                  <a:pt x="716463" y="4987908"/>
                </a:cubicBezTo>
                <a:cubicBezTo>
                  <a:pt x="717288" y="4989617"/>
                  <a:pt x="718422" y="4990869"/>
                  <a:pt x="719865" y="4991664"/>
                </a:cubicBezTo>
                <a:cubicBezTo>
                  <a:pt x="721308" y="4992459"/>
                  <a:pt x="724239" y="4992857"/>
                  <a:pt x="728657" y="4992857"/>
                </a:cubicBezTo>
                <a:lnTo>
                  <a:pt x="728657" y="4996038"/>
                </a:lnTo>
                <a:lnTo>
                  <a:pt x="694003" y="4996038"/>
                </a:lnTo>
                <a:lnTo>
                  <a:pt x="688627" y="4996038"/>
                </a:lnTo>
                <a:lnTo>
                  <a:pt x="654680" y="4996038"/>
                </a:lnTo>
                <a:lnTo>
                  <a:pt x="654680" y="4992857"/>
                </a:lnTo>
                <a:cubicBezTo>
                  <a:pt x="658627" y="4992857"/>
                  <a:pt x="661279" y="4992474"/>
                  <a:pt x="662633" y="4991708"/>
                </a:cubicBezTo>
                <a:cubicBezTo>
                  <a:pt x="663988" y="4990942"/>
                  <a:pt x="665063" y="4989676"/>
                  <a:pt x="665859" y="4987908"/>
                </a:cubicBezTo>
                <a:cubicBezTo>
                  <a:pt x="666654" y="4986141"/>
                  <a:pt x="667052" y="4982754"/>
                  <a:pt x="667052" y="4977746"/>
                </a:cubicBezTo>
                <a:lnTo>
                  <a:pt x="667052" y="4946553"/>
                </a:lnTo>
                <a:cubicBezTo>
                  <a:pt x="667052" y="4937775"/>
                  <a:pt x="666786" y="4932090"/>
                  <a:pt x="666257" y="4929498"/>
                </a:cubicBezTo>
                <a:cubicBezTo>
                  <a:pt x="665844" y="4927613"/>
                  <a:pt x="665196" y="4926302"/>
                  <a:pt x="664312" y="4925566"/>
                </a:cubicBezTo>
                <a:cubicBezTo>
                  <a:pt x="663429" y="4924829"/>
                  <a:pt x="662221" y="4924461"/>
                  <a:pt x="660690" y="4924461"/>
                </a:cubicBezTo>
                <a:cubicBezTo>
                  <a:pt x="659040" y="4924461"/>
                  <a:pt x="657037" y="4924903"/>
                  <a:pt x="654680" y="4925787"/>
                </a:cubicBezTo>
                <a:lnTo>
                  <a:pt x="653443" y="4922605"/>
                </a:lnTo>
                <a:close/>
                <a:moveTo>
                  <a:pt x="567244" y="4912708"/>
                </a:moveTo>
                <a:cubicBezTo>
                  <a:pt x="570425" y="4912708"/>
                  <a:pt x="574284" y="4913386"/>
                  <a:pt x="578820" y="4914741"/>
                </a:cubicBezTo>
                <a:cubicBezTo>
                  <a:pt x="581824" y="4915625"/>
                  <a:pt x="583827" y="4916066"/>
                  <a:pt x="584829" y="4916066"/>
                </a:cubicBezTo>
                <a:cubicBezTo>
                  <a:pt x="585771" y="4916066"/>
                  <a:pt x="586508" y="4915860"/>
                  <a:pt x="587038" y="4915448"/>
                </a:cubicBezTo>
                <a:cubicBezTo>
                  <a:pt x="587568" y="4915035"/>
                  <a:pt x="588187" y="4914122"/>
                  <a:pt x="588894" y="4912708"/>
                </a:cubicBezTo>
                <a:lnTo>
                  <a:pt x="591809" y="4912708"/>
                </a:lnTo>
                <a:lnTo>
                  <a:pt x="591809" y="4940279"/>
                </a:lnTo>
                <a:lnTo>
                  <a:pt x="588894" y="4940279"/>
                </a:lnTo>
                <a:cubicBezTo>
                  <a:pt x="586655" y="4931619"/>
                  <a:pt x="583783" y="4925728"/>
                  <a:pt x="580278" y="4922605"/>
                </a:cubicBezTo>
                <a:cubicBezTo>
                  <a:pt x="576773" y="4919483"/>
                  <a:pt x="572310" y="4917922"/>
                  <a:pt x="566890" y="4917922"/>
                </a:cubicBezTo>
                <a:cubicBezTo>
                  <a:pt x="562767" y="4917922"/>
                  <a:pt x="559438" y="4919012"/>
                  <a:pt x="556905" y="4921192"/>
                </a:cubicBezTo>
                <a:cubicBezTo>
                  <a:pt x="554372" y="4923371"/>
                  <a:pt x="553105" y="4925787"/>
                  <a:pt x="553105" y="4928438"/>
                </a:cubicBezTo>
                <a:cubicBezTo>
                  <a:pt x="553105" y="4931737"/>
                  <a:pt x="554048" y="4934564"/>
                  <a:pt x="555933" y="4936921"/>
                </a:cubicBezTo>
                <a:cubicBezTo>
                  <a:pt x="557759" y="4939336"/>
                  <a:pt x="561471" y="4941899"/>
                  <a:pt x="567067" y="4944609"/>
                </a:cubicBezTo>
                <a:lnTo>
                  <a:pt x="579969" y="4950883"/>
                </a:lnTo>
                <a:cubicBezTo>
                  <a:pt x="591928" y="4956715"/>
                  <a:pt x="597907" y="4964403"/>
                  <a:pt x="597907" y="4973947"/>
                </a:cubicBezTo>
                <a:cubicBezTo>
                  <a:pt x="597907" y="4981310"/>
                  <a:pt x="595123" y="4987246"/>
                  <a:pt x="589556" y="4991752"/>
                </a:cubicBezTo>
                <a:cubicBezTo>
                  <a:pt x="583989" y="4996259"/>
                  <a:pt x="577760" y="4998512"/>
                  <a:pt x="570867" y="4998512"/>
                </a:cubicBezTo>
                <a:cubicBezTo>
                  <a:pt x="565918" y="4998512"/>
                  <a:pt x="560263" y="4997629"/>
                  <a:pt x="553901" y="4995861"/>
                </a:cubicBezTo>
                <a:cubicBezTo>
                  <a:pt x="551956" y="4995272"/>
                  <a:pt x="550366" y="4994978"/>
                  <a:pt x="549129" y="4994978"/>
                </a:cubicBezTo>
                <a:cubicBezTo>
                  <a:pt x="547774" y="4994978"/>
                  <a:pt x="546714" y="4995744"/>
                  <a:pt x="545948" y="4997275"/>
                </a:cubicBezTo>
                <a:lnTo>
                  <a:pt x="543032" y="4997275"/>
                </a:lnTo>
                <a:lnTo>
                  <a:pt x="543032" y="4968379"/>
                </a:lnTo>
                <a:lnTo>
                  <a:pt x="545948" y="4968379"/>
                </a:lnTo>
                <a:cubicBezTo>
                  <a:pt x="547597" y="4976627"/>
                  <a:pt x="550749" y="4982842"/>
                  <a:pt x="555403" y="4987025"/>
                </a:cubicBezTo>
                <a:cubicBezTo>
                  <a:pt x="560057" y="4991207"/>
                  <a:pt x="565270" y="4993299"/>
                  <a:pt x="571044" y="4993299"/>
                </a:cubicBezTo>
                <a:cubicBezTo>
                  <a:pt x="575109" y="4993299"/>
                  <a:pt x="578422" y="4992106"/>
                  <a:pt x="580985" y="4989720"/>
                </a:cubicBezTo>
                <a:cubicBezTo>
                  <a:pt x="583548" y="4987334"/>
                  <a:pt x="584829" y="4984462"/>
                  <a:pt x="584829" y="4981104"/>
                </a:cubicBezTo>
                <a:cubicBezTo>
                  <a:pt x="584829" y="4977039"/>
                  <a:pt x="583400" y="4973622"/>
                  <a:pt x="580543" y="4970854"/>
                </a:cubicBezTo>
                <a:cubicBezTo>
                  <a:pt x="577686" y="4968085"/>
                  <a:pt x="571986" y="4964580"/>
                  <a:pt x="563444" y="4960338"/>
                </a:cubicBezTo>
                <a:cubicBezTo>
                  <a:pt x="554902" y="4956096"/>
                  <a:pt x="549306" y="4952267"/>
                  <a:pt x="546654" y="4948850"/>
                </a:cubicBezTo>
                <a:cubicBezTo>
                  <a:pt x="544004" y="4945492"/>
                  <a:pt x="542678" y="4941251"/>
                  <a:pt x="542678" y="4936126"/>
                </a:cubicBezTo>
                <a:cubicBezTo>
                  <a:pt x="542678" y="4929469"/>
                  <a:pt x="544961" y="4923901"/>
                  <a:pt x="549526" y="4919424"/>
                </a:cubicBezTo>
                <a:cubicBezTo>
                  <a:pt x="554092" y="4914947"/>
                  <a:pt x="559998" y="4912708"/>
                  <a:pt x="567244" y="4912708"/>
                </a:cubicBezTo>
                <a:close/>
                <a:moveTo>
                  <a:pt x="491044" y="4912708"/>
                </a:moveTo>
                <a:cubicBezTo>
                  <a:pt x="494225" y="4912708"/>
                  <a:pt x="498084" y="4913386"/>
                  <a:pt x="502620" y="4914741"/>
                </a:cubicBezTo>
                <a:cubicBezTo>
                  <a:pt x="505624" y="4915625"/>
                  <a:pt x="507627" y="4916066"/>
                  <a:pt x="508629" y="4916066"/>
                </a:cubicBezTo>
                <a:cubicBezTo>
                  <a:pt x="509571" y="4916066"/>
                  <a:pt x="510308" y="4915860"/>
                  <a:pt x="510838" y="4915448"/>
                </a:cubicBezTo>
                <a:cubicBezTo>
                  <a:pt x="511368" y="4915035"/>
                  <a:pt x="511987" y="4914122"/>
                  <a:pt x="512694" y="4912708"/>
                </a:cubicBezTo>
                <a:lnTo>
                  <a:pt x="515610" y="4912708"/>
                </a:lnTo>
                <a:lnTo>
                  <a:pt x="515610" y="4940279"/>
                </a:lnTo>
                <a:lnTo>
                  <a:pt x="512694" y="4940279"/>
                </a:lnTo>
                <a:cubicBezTo>
                  <a:pt x="510455" y="4931619"/>
                  <a:pt x="507583" y="4925728"/>
                  <a:pt x="504078" y="4922605"/>
                </a:cubicBezTo>
                <a:cubicBezTo>
                  <a:pt x="500573" y="4919483"/>
                  <a:pt x="496110" y="4917922"/>
                  <a:pt x="490690" y="4917922"/>
                </a:cubicBezTo>
                <a:cubicBezTo>
                  <a:pt x="486567" y="4917922"/>
                  <a:pt x="483238" y="4919012"/>
                  <a:pt x="480705" y="4921192"/>
                </a:cubicBezTo>
                <a:cubicBezTo>
                  <a:pt x="478172" y="4923371"/>
                  <a:pt x="476905" y="4925787"/>
                  <a:pt x="476905" y="4928438"/>
                </a:cubicBezTo>
                <a:cubicBezTo>
                  <a:pt x="476905" y="4931737"/>
                  <a:pt x="477848" y="4934564"/>
                  <a:pt x="479733" y="4936921"/>
                </a:cubicBezTo>
                <a:cubicBezTo>
                  <a:pt x="481559" y="4939336"/>
                  <a:pt x="485270" y="4941899"/>
                  <a:pt x="490867" y="4944609"/>
                </a:cubicBezTo>
                <a:lnTo>
                  <a:pt x="503768" y="4950883"/>
                </a:lnTo>
                <a:cubicBezTo>
                  <a:pt x="515727" y="4956715"/>
                  <a:pt x="521707" y="4964403"/>
                  <a:pt x="521707" y="4973947"/>
                </a:cubicBezTo>
                <a:cubicBezTo>
                  <a:pt x="521707" y="4981310"/>
                  <a:pt x="518923" y="4987246"/>
                  <a:pt x="513356" y="4991752"/>
                </a:cubicBezTo>
                <a:cubicBezTo>
                  <a:pt x="507789" y="4996259"/>
                  <a:pt x="501559" y="4998512"/>
                  <a:pt x="494667" y="4998512"/>
                </a:cubicBezTo>
                <a:cubicBezTo>
                  <a:pt x="489718" y="4998512"/>
                  <a:pt x="484063" y="4997629"/>
                  <a:pt x="477700" y="4995861"/>
                </a:cubicBezTo>
                <a:cubicBezTo>
                  <a:pt x="475756" y="4995272"/>
                  <a:pt x="474166" y="4994978"/>
                  <a:pt x="472929" y="4994978"/>
                </a:cubicBezTo>
                <a:cubicBezTo>
                  <a:pt x="471574" y="4994978"/>
                  <a:pt x="470513" y="4995744"/>
                  <a:pt x="469748" y="4997275"/>
                </a:cubicBezTo>
                <a:lnTo>
                  <a:pt x="466831" y="4997275"/>
                </a:lnTo>
                <a:lnTo>
                  <a:pt x="466831" y="4968379"/>
                </a:lnTo>
                <a:lnTo>
                  <a:pt x="469748" y="4968379"/>
                </a:lnTo>
                <a:cubicBezTo>
                  <a:pt x="471397" y="4976627"/>
                  <a:pt x="474549" y="4982842"/>
                  <a:pt x="479203" y="4987025"/>
                </a:cubicBezTo>
                <a:cubicBezTo>
                  <a:pt x="483857" y="4991207"/>
                  <a:pt x="489070" y="4993299"/>
                  <a:pt x="494844" y="4993299"/>
                </a:cubicBezTo>
                <a:cubicBezTo>
                  <a:pt x="498909" y="4993299"/>
                  <a:pt x="502222" y="4992106"/>
                  <a:pt x="504785" y="4989720"/>
                </a:cubicBezTo>
                <a:cubicBezTo>
                  <a:pt x="507348" y="4987334"/>
                  <a:pt x="508629" y="4984462"/>
                  <a:pt x="508629" y="4981104"/>
                </a:cubicBezTo>
                <a:cubicBezTo>
                  <a:pt x="508629" y="4977039"/>
                  <a:pt x="507200" y="4973622"/>
                  <a:pt x="504343" y="4970854"/>
                </a:cubicBezTo>
                <a:cubicBezTo>
                  <a:pt x="501486" y="4968085"/>
                  <a:pt x="495786" y="4964580"/>
                  <a:pt x="487244" y="4960338"/>
                </a:cubicBezTo>
                <a:cubicBezTo>
                  <a:pt x="478702" y="4956096"/>
                  <a:pt x="473106" y="4952267"/>
                  <a:pt x="470455" y="4948850"/>
                </a:cubicBezTo>
                <a:cubicBezTo>
                  <a:pt x="467803" y="4945492"/>
                  <a:pt x="466478" y="4941251"/>
                  <a:pt x="466478" y="4936126"/>
                </a:cubicBezTo>
                <a:cubicBezTo>
                  <a:pt x="466478" y="4929469"/>
                  <a:pt x="468761" y="4923901"/>
                  <a:pt x="473326" y="4919424"/>
                </a:cubicBezTo>
                <a:cubicBezTo>
                  <a:pt x="477892" y="4914947"/>
                  <a:pt x="483798" y="4912708"/>
                  <a:pt x="491044" y="4912708"/>
                </a:cubicBezTo>
                <a:close/>
                <a:moveTo>
                  <a:pt x="287308" y="4912708"/>
                </a:moveTo>
                <a:lnTo>
                  <a:pt x="291195" y="4912708"/>
                </a:lnTo>
                <a:lnTo>
                  <a:pt x="291195" y="4977746"/>
                </a:lnTo>
                <a:cubicBezTo>
                  <a:pt x="291195" y="4982813"/>
                  <a:pt x="291564" y="4986185"/>
                  <a:pt x="292300" y="4987864"/>
                </a:cubicBezTo>
                <a:cubicBezTo>
                  <a:pt x="293037" y="4989543"/>
                  <a:pt x="294127" y="4990795"/>
                  <a:pt x="295570" y="4991620"/>
                </a:cubicBezTo>
                <a:lnTo>
                  <a:pt x="300930" y="4992458"/>
                </a:lnTo>
                <a:lnTo>
                  <a:pt x="308220" y="4989720"/>
                </a:lnTo>
                <a:cubicBezTo>
                  <a:pt x="309664" y="4987629"/>
                  <a:pt x="310385" y="4983637"/>
                  <a:pt x="310385" y="4977746"/>
                </a:cubicBezTo>
                <a:lnTo>
                  <a:pt x="310385" y="4947702"/>
                </a:lnTo>
                <a:cubicBezTo>
                  <a:pt x="310385" y="4937981"/>
                  <a:pt x="310164" y="4932061"/>
                  <a:pt x="309722" y="4929940"/>
                </a:cubicBezTo>
                <a:cubicBezTo>
                  <a:pt x="309280" y="4927819"/>
                  <a:pt x="308603" y="4926376"/>
                  <a:pt x="307690" y="4925610"/>
                </a:cubicBezTo>
                <a:cubicBezTo>
                  <a:pt x="306777" y="4924844"/>
                  <a:pt x="305554" y="4924461"/>
                  <a:pt x="304023" y="4924461"/>
                </a:cubicBezTo>
                <a:cubicBezTo>
                  <a:pt x="302373" y="4924461"/>
                  <a:pt x="300400" y="4924903"/>
                  <a:pt x="298102" y="4925787"/>
                </a:cubicBezTo>
                <a:lnTo>
                  <a:pt x="296777" y="4922605"/>
                </a:lnTo>
                <a:lnTo>
                  <a:pt x="321166" y="4912708"/>
                </a:lnTo>
                <a:lnTo>
                  <a:pt x="324966" y="4912708"/>
                </a:lnTo>
                <a:lnTo>
                  <a:pt x="324966" y="4929852"/>
                </a:lnTo>
                <a:cubicBezTo>
                  <a:pt x="334450" y="4918423"/>
                  <a:pt x="343493" y="4912708"/>
                  <a:pt x="352094" y="4912708"/>
                </a:cubicBezTo>
                <a:cubicBezTo>
                  <a:pt x="356513" y="4912708"/>
                  <a:pt x="360313" y="4913813"/>
                  <a:pt x="363494" y="4916022"/>
                </a:cubicBezTo>
                <a:cubicBezTo>
                  <a:pt x="366675" y="4918231"/>
                  <a:pt x="369208" y="4921869"/>
                  <a:pt x="371093" y="4926935"/>
                </a:cubicBezTo>
                <a:cubicBezTo>
                  <a:pt x="372389" y="4930470"/>
                  <a:pt x="373037" y="4935890"/>
                  <a:pt x="373037" y="4943195"/>
                </a:cubicBezTo>
                <a:lnTo>
                  <a:pt x="373037" y="4977746"/>
                </a:lnTo>
                <a:cubicBezTo>
                  <a:pt x="373037" y="4982872"/>
                  <a:pt x="373450" y="4986347"/>
                  <a:pt x="374275" y="4988174"/>
                </a:cubicBezTo>
                <a:cubicBezTo>
                  <a:pt x="374922" y="4989646"/>
                  <a:pt x="375968" y="4990795"/>
                  <a:pt x="377411" y="4991620"/>
                </a:cubicBezTo>
                <a:cubicBezTo>
                  <a:pt x="378855" y="4992445"/>
                  <a:pt x="381520" y="4992857"/>
                  <a:pt x="385409" y="4992857"/>
                </a:cubicBezTo>
                <a:lnTo>
                  <a:pt x="385409" y="4996038"/>
                </a:lnTo>
                <a:lnTo>
                  <a:pt x="345378" y="4996038"/>
                </a:lnTo>
                <a:lnTo>
                  <a:pt x="345378" y="4992857"/>
                </a:lnTo>
                <a:lnTo>
                  <a:pt x="347057" y="4992857"/>
                </a:lnTo>
                <a:cubicBezTo>
                  <a:pt x="350828" y="4992857"/>
                  <a:pt x="353464" y="4992283"/>
                  <a:pt x="354966" y="4991134"/>
                </a:cubicBezTo>
                <a:cubicBezTo>
                  <a:pt x="356469" y="4989985"/>
                  <a:pt x="357514" y="4988291"/>
                  <a:pt x="358103" y="4986053"/>
                </a:cubicBezTo>
                <a:cubicBezTo>
                  <a:pt x="358339" y="4985169"/>
                  <a:pt x="358457" y="4982400"/>
                  <a:pt x="358457" y="4977746"/>
                </a:cubicBezTo>
                <a:lnTo>
                  <a:pt x="358457" y="4944609"/>
                </a:lnTo>
                <a:cubicBezTo>
                  <a:pt x="358457" y="4937245"/>
                  <a:pt x="357499" y="4931899"/>
                  <a:pt x="355585" y="4928570"/>
                </a:cubicBezTo>
                <a:cubicBezTo>
                  <a:pt x="353670" y="4925242"/>
                  <a:pt x="350445" y="4923578"/>
                  <a:pt x="345908" y="4923578"/>
                </a:cubicBezTo>
                <a:cubicBezTo>
                  <a:pt x="338898" y="4923578"/>
                  <a:pt x="331917" y="4927407"/>
                  <a:pt x="324966" y="4935065"/>
                </a:cubicBezTo>
                <a:lnTo>
                  <a:pt x="324966" y="4977746"/>
                </a:lnTo>
                <a:cubicBezTo>
                  <a:pt x="324966" y="4983225"/>
                  <a:pt x="325290" y="4986612"/>
                  <a:pt x="325937" y="4987908"/>
                </a:cubicBezTo>
                <a:cubicBezTo>
                  <a:pt x="326762" y="4989617"/>
                  <a:pt x="327896" y="4990869"/>
                  <a:pt x="329340" y="4991664"/>
                </a:cubicBezTo>
                <a:cubicBezTo>
                  <a:pt x="330783" y="4992459"/>
                  <a:pt x="333714" y="4992857"/>
                  <a:pt x="338132" y="4992857"/>
                </a:cubicBezTo>
                <a:lnTo>
                  <a:pt x="338132" y="4996038"/>
                </a:lnTo>
                <a:lnTo>
                  <a:pt x="303478" y="4996038"/>
                </a:lnTo>
                <a:lnTo>
                  <a:pt x="298102" y="4996038"/>
                </a:lnTo>
                <a:lnTo>
                  <a:pt x="264155" y="4996038"/>
                </a:lnTo>
                <a:lnTo>
                  <a:pt x="264155" y="4992857"/>
                </a:lnTo>
                <a:cubicBezTo>
                  <a:pt x="268102" y="4992857"/>
                  <a:pt x="270754" y="4992474"/>
                  <a:pt x="272108" y="4991708"/>
                </a:cubicBezTo>
                <a:cubicBezTo>
                  <a:pt x="273463" y="4990942"/>
                  <a:pt x="274538" y="4989676"/>
                  <a:pt x="275334" y="4987908"/>
                </a:cubicBezTo>
                <a:cubicBezTo>
                  <a:pt x="276129" y="4986141"/>
                  <a:pt x="276527" y="4982754"/>
                  <a:pt x="276527" y="4977746"/>
                </a:cubicBezTo>
                <a:lnTo>
                  <a:pt x="276527" y="4946553"/>
                </a:lnTo>
                <a:cubicBezTo>
                  <a:pt x="276527" y="4937775"/>
                  <a:pt x="276262" y="4932090"/>
                  <a:pt x="275731" y="4929498"/>
                </a:cubicBezTo>
                <a:cubicBezTo>
                  <a:pt x="275319" y="4927613"/>
                  <a:pt x="274671" y="4926302"/>
                  <a:pt x="273787" y="4925566"/>
                </a:cubicBezTo>
                <a:cubicBezTo>
                  <a:pt x="272904" y="4924829"/>
                  <a:pt x="271696" y="4924461"/>
                  <a:pt x="270164" y="4924461"/>
                </a:cubicBezTo>
                <a:cubicBezTo>
                  <a:pt x="268515" y="4924461"/>
                  <a:pt x="266512" y="4924903"/>
                  <a:pt x="264155" y="4925787"/>
                </a:cubicBezTo>
                <a:lnTo>
                  <a:pt x="262918" y="4922605"/>
                </a:lnTo>
                <a:close/>
                <a:moveTo>
                  <a:pt x="214819" y="4912708"/>
                </a:moveTo>
                <a:cubicBezTo>
                  <a:pt x="218000" y="4912708"/>
                  <a:pt x="221858" y="4913386"/>
                  <a:pt x="226395" y="4914741"/>
                </a:cubicBezTo>
                <a:cubicBezTo>
                  <a:pt x="229400" y="4915625"/>
                  <a:pt x="231402" y="4916066"/>
                  <a:pt x="232404" y="4916066"/>
                </a:cubicBezTo>
                <a:cubicBezTo>
                  <a:pt x="233347" y="4916066"/>
                  <a:pt x="234083" y="4915860"/>
                  <a:pt x="234613" y="4915448"/>
                </a:cubicBezTo>
                <a:cubicBezTo>
                  <a:pt x="235143" y="4915035"/>
                  <a:pt x="235762" y="4914122"/>
                  <a:pt x="236469" y="4912708"/>
                </a:cubicBezTo>
                <a:lnTo>
                  <a:pt x="239385" y="4912708"/>
                </a:lnTo>
                <a:lnTo>
                  <a:pt x="239385" y="4940279"/>
                </a:lnTo>
                <a:lnTo>
                  <a:pt x="236469" y="4940279"/>
                </a:lnTo>
                <a:cubicBezTo>
                  <a:pt x="234230" y="4931619"/>
                  <a:pt x="231358" y="4925728"/>
                  <a:pt x="227853" y="4922605"/>
                </a:cubicBezTo>
                <a:cubicBezTo>
                  <a:pt x="224348" y="4919483"/>
                  <a:pt x="219885" y="4917922"/>
                  <a:pt x="214465" y="4917922"/>
                </a:cubicBezTo>
                <a:cubicBezTo>
                  <a:pt x="210342" y="4917922"/>
                  <a:pt x="207013" y="4919012"/>
                  <a:pt x="204480" y="4921192"/>
                </a:cubicBezTo>
                <a:cubicBezTo>
                  <a:pt x="201947" y="4923371"/>
                  <a:pt x="200680" y="4925787"/>
                  <a:pt x="200680" y="4928438"/>
                </a:cubicBezTo>
                <a:cubicBezTo>
                  <a:pt x="200680" y="4931737"/>
                  <a:pt x="201623" y="4934564"/>
                  <a:pt x="203508" y="4936921"/>
                </a:cubicBezTo>
                <a:cubicBezTo>
                  <a:pt x="205334" y="4939336"/>
                  <a:pt x="209046" y="4941899"/>
                  <a:pt x="214642" y="4944609"/>
                </a:cubicBezTo>
                <a:lnTo>
                  <a:pt x="227544" y="4950883"/>
                </a:lnTo>
                <a:cubicBezTo>
                  <a:pt x="239503" y="4956715"/>
                  <a:pt x="245482" y="4964403"/>
                  <a:pt x="245482" y="4973947"/>
                </a:cubicBezTo>
                <a:cubicBezTo>
                  <a:pt x="245482" y="4981310"/>
                  <a:pt x="242699" y="4987246"/>
                  <a:pt x="237131" y="4991752"/>
                </a:cubicBezTo>
                <a:cubicBezTo>
                  <a:pt x="231564" y="4996259"/>
                  <a:pt x="225334" y="4998512"/>
                  <a:pt x="218442" y="4998512"/>
                </a:cubicBezTo>
                <a:cubicBezTo>
                  <a:pt x="213493" y="4998512"/>
                  <a:pt x="207838" y="4997629"/>
                  <a:pt x="201475" y="4995861"/>
                </a:cubicBezTo>
                <a:cubicBezTo>
                  <a:pt x="199531" y="4995272"/>
                  <a:pt x="197941" y="4994978"/>
                  <a:pt x="196704" y="4994978"/>
                </a:cubicBezTo>
                <a:cubicBezTo>
                  <a:pt x="195349" y="4994978"/>
                  <a:pt x="194288" y="4995744"/>
                  <a:pt x="193523" y="4997275"/>
                </a:cubicBezTo>
                <a:lnTo>
                  <a:pt x="190607" y="4997275"/>
                </a:lnTo>
                <a:lnTo>
                  <a:pt x="190607" y="4968379"/>
                </a:lnTo>
                <a:lnTo>
                  <a:pt x="193523" y="4968379"/>
                </a:lnTo>
                <a:cubicBezTo>
                  <a:pt x="195172" y="4976627"/>
                  <a:pt x="198324" y="4982842"/>
                  <a:pt x="202978" y="4987025"/>
                </a:cubicBezTo>
                <a:cubicBezTo>
                  <a:pt x="207632" y="4991207"/>
                  <a:pt x="212845" y="4993299"/>
                  <a:pt x="218619" y="4993299"/>
                </a:cubicBezTo>
                <a:cubicBezTo>
                  <a:pt x="222683" y="4993299"/>
                  <a:pt x="225997" y="4992106"/>
                  <a:pt x="228560" y="4989720"/>
                </a:cubicBezTo>
                <a:cubicBezTo>
                  <a:pt x="231122" y="4987334"/>
                  <a:pt x="232404" y="4984462"/>
                  <a:pt x="232404" y="4981104"/>
                </a:cubicBezTo>
                <a:cubicBezTo>
                  <a:pt x="232404" y="4977039"/>
                  <a:pt x="230975" y="4973622"/>
                  <a:pt x="228118" y="4970854"/>
                </a:cubicBezTo>
                <a:cubicBezTo>
                  <a:pt x="225261" y="4968085"/>
                  <a:pt x="219561" y="4964580"/>
                  <a:pt x="211019" y="4960338"/>
                </a:cubicBezTo>
                <a:cubicBezTo>
                  <a:pt x="202477" y="4956096"/>
                  <a:pt x="196881" y="4952267"/>
                  <a:pt x="194229" y="4948850"/>
                </a:cubicBezTo>
                <a:cubicBezTo>
                  <a:pt x="191579" y="4945492"/>
                  <a:pt x="190253" y="4941251"/>
                  <a:pt x="190253" y="4936126"/>
                </a:cubicBezTo>
                <a:cubicBezTo>
                  <a:pt x="190253" y="4929469"/>
                  <a:pt x="192536" y="4923901"/>
                  <a:pt x="197102" y="4919424"/>
                </a:cubicBezTo>
                <a:cubicBezTo>
                  <a:pt x="201667" y="4914947"/>
                  <a:pt x="207573" y="4912708"/>
                  <a:pt x="214819" y="4912708"/>
                </a:cubicBezTo>
                <a:close/>
                <a:moveTo>
                  <a:pt x="425536" y="4912620"/>
                </a:moveTo>
                <a:cubicBezTo>
                  <a:pt x="434608" y="4912620"/>
                  <a:pt x="442061" y="4915610"/>
                  <a:pt x="447893" y="4921589"/>
                </a:cubicBezTo>
                <a:cubicBezTo>
                  <a:pt x="453725" y="4927569"/>
                  <a:pt x="456641" y="4935566"/>
                  <a:pt x="456641" y="4945581"/>
                </a:cubicBezTo>
                <a:lnTo>
                  <a:pt x="400705" y="4945581"/>
                </a:lnTo>
                <a:cubicBezTo>
                  <a:pt x="400646" y="4957599"/>
                  <a:pt x="403563" y="4967024"/>
                  <a:pt x="409454" y="4973858"/>
                </a:cubicBezTo>
                <a:cubicBezTo>
                  <a:pt x="415345" y="4980692"/>
                  <a:pt x="422267" y="4984109"/>
                  <a:pt x="430220" y="4984109"/>
                </a:cubicBezTo>
                <a:cubicBezTo>
                  <a:pt x="435522" y="4984109"/>
                  <a:pt x="440131" y="4982651"/>
                  <a:pt x="444049" y="4979735"/>
                </a:cubicBezTo>
                <a:cubicBezTo>
                  <a:pt x="447967" y="4976818"/>
                  <a:pt x="451251" y="4971826"/>
                  <a:pt x="453902" y="4964756"/>
                </a:cubicBezTo>
                <a:lnTo>
                  <a:pt x="456641" y="4966524"/>
                </a:lnTo>
                <a:cubicBezTo>
                  <a:pt x="455404" y="4974594"/>
                  <a:pt x="451811" y="4981944"/>
                  <a:pt x="445861" y="4988571"/>
                </a:cubicBezTo>
                <a:cubicBezTo>
                  <a:pt x="439910" y="4995199"/>
                  <a:pt x="432458" y="4998512"/>
                  <a:pt x="423504" y="4998512"/>
                </a:cubicBezTo>
                <a:cubicBezTo>
                  <a:pt x="413784" y="4998512"/>
                  <a:pt x="405462" y="4994727"/>
                  <a:pt x="398540" y="4987157"/>
                </a:cubicBezTo>
                <a:cubicBezTo>
                  <a:pt x="391618" y="4979587"/>
                  <a:pt x="388157" y="4969410"/>
                  <a:pt x="388157" y="4956627"/>
                </a:cubicBezTo>
                <a:cubicBezTo>
                  <a:pt x="388157" y="4942782"/>
                  <a:pt x="391707" y="4931987"/>
                  <a:pt x="398806" y="4924240"/>
                </a:cubicBezTo>
                <a:cubicBezTo>
                  <a:pt x="405904" y="4916493"/>
                  <a:pt x="414814" y="4912620"/>
                  <a:pt x="425536" y="4912620"/>
                </a:cubicBezTo>
                <a:close/>
                <a:moveTo>
                  <a:pt x="1084138" y="4888496"/>
                </a:moveTo>
                <a:lnTo>
                  <a:pt x="1086877" y="4888496"/>
                </a:lnTo>
                <a:lnTo>
                  <a:pt x="1086877" y="4915094"/>
                </a:lnTo>
                <a:lnTo>
                  <a:pt x="1105788" y="4915094"/>
                </a:lnTo>
                <a:lnTo>
                  <a:pt x="1105788" y="4921280"/>
                </a:lnTo>
                <a:lnTo>
                  <a:pt x="1086877" y="4921280"/>
                </a:lnTo>
                <a:lnTo>
                  <a:pt x="1086877" y="4973770"/>
                </a:lnTo>
                <a:cubicBezTo>
                  <a:pt x="1086877" y="4979013"/>
                  <a:pt x="1087628" y="4982547"/>
                  <a:pt x="1089131" y="4984374"/>
                </a:cubicBezTo>
                <a:cubicBezTo>
                  <a:pt x="1090633" y="4986200"/>
                  <a:pt x="1092562" y="4987113"/>
                  <a:pt x="1094919" y="4987113"/>
                </a:cubicBezTo>
                <a:cubicBezTo>
                  <a:pt x="1096863" y="4987113"/>
                  <a:pt x="1098748" y="4986509"/>
                  <a:pt x="1100574" y="4985302"/>
                </a:cubicBezTo>
                <a:cubicBezTo>
                  <a:pt x="1102400" y="4984094"/>
                  <a:pt x="1103814" y="4982312"/>
                  <a:pt x="1104816" y="4979955"/>
                </a:cubicBezTo>
                <a:lnTo>
                  <a:pt x="1108262" y="4979955"/>
                </a:lnTo>
                <a:cubicBezTo>
                  <a:pt x="1106200" y="4985729"/>
                  <a:pt x="1103284" y="4990073"/>
                  <a:pt x="1099513" y="4992990"/>
                </a:cubicBezTo>
                <a:cubicBezTo>
                  <a:pt x="1095743" y="4995906"/>
                  <a:pt x="1091855" y="4997364"/>
                  <a:pt x="1087849" y="4997364"/>
                </a:cubicBezTo>
                <a:cubicBezTo>
                  <a:pt x="1085139" y="4997364"/>
                  <a:pt x="1082488" y="4996613"/>
                  <a:pt x="1079896" y="4995110"/>
                </a:cubicBezTo>
                <a:cubicBezTo>
                  <a:pt x="1077304" y="4993608"/>
                  <a:pt x="1075389" y="4991458"/>
                  <a:pt x="1074152" y="4988660"/>
                </a:cubicBezTo>
                <a:cubicBezTo>
                  <a:pt x="1072915" y="4985861"/>
                  <a:pt x="1072296" y="4981546"/>
                  <a:pt x="1072296" y="4975714"/>
                </a:cubicBezTo>
                <a:lnTo>
                  <a:pt x="1072296" y="4921280"/>
                </a:lnTo>
                <a:lnTo>
                  <a:pt x="1059484" y="4921280"/>
                </a:lnTo>
                <a:lnTo>
                  <a:pt x="1059484" y="4918364"/>
                </a:lnTo>
                <a:cubicBezTo>
                  <a:pt x="1062723" y="4917068"/>
                  <a:pt x="1066037" y="4914873"/>
                  <a:pt x="1069425" y="4911781"/>
                </a:cubicBezTo>
                <a:cubicBezTo>
                  <a:pt x="1072812" y="4908688"/>
                  <a:pt x="1075831" y="4905021"/>
                  <a:pt x="1078482" y="4900779"/>
                </a:cubicBezTo>
                <a:cubicBezTo>
                  <a:pt x="1079837" y="4898540"/>
                  <a:pt x="1081722" y="4894446"/>
                  <a:pt x="1084138" y="4888496"/>
                </a:cubicBezTo>
                <a:close/>
                <a:moveTo>
                  <a:pt x="10135267" y="4887046"/>
                </a:moveTo>
                <a:cubicBezTo>
                  <a:pt x="10138036" y="4887046"/>
                  <a:pt x="10140363" y="4888003"/>
                  <a:pt x="10142248" y="4889918"/>
                </a:cubicBezTo>
                <a:cubicBezTo>
                  <a:pt x="10144133" y="4891833"/>
                  <a:pt x="10145076" y="4894145"/>
                  <a:pt x="10145076" y="4896855"/>
                </a:cubicBezTo>
                <a:cubicBezTo>
                  <a:pt x="10145076" y="4899565"/>
                  <a:pt x="10144118" y="4901877"/>
                  <a:pt x="10142204" y="4903792"/>
                </a:cubicBezTo>
                <a:cubicBezTo>
                  <a:pt x="10140289" y="4905706"/>
                  <a:pt x="10137977" y="4906663"/>
                  <a:pt x="10135267" y="4906663"/>
                </a:cubicBezTo>
                <a:cubicBezTo>
                  <a:pt x="10132557" y="4906663"/>
                  <a:pt x="10130245" y="4905706"/>
                  <a:pt x="10128330" y="4903792"/>
                </a:cubicBezTo>
                <a:cubicBezTo>
                  <a:pt x="10126415" y="4901877"/>
                  <a:pt x="10125458" y="4899565"/>
                  <a:pt x="10125458" y="4896855"/>
                </a:cubicBezTo>
                <a:cubicBezTo>
                  <a:pt x="10125458" y="4894086"/>
                  <a:pt x="10126415" y="4891759"/>
                  <a:pt x="10128330" y="4889874"/>
                </a:cubicBezTo>
                <a:cubicBezTo>
                  <a:pt x="10130245" y="4887989"/>
                  <a:pt x="10132557" y="4887046"/>
                  <a:pt x="10135267" y="4887046"/>
                </a:cubicBezTo>
                <a:close/>
                <a:moveTo>
                  <a:pt x="997353" y="4870381"/>
                </a:moveTo>
                <a:lnTo>
                  <a:pt x="1001417" y="4870381"/>
                </a:lnTo>
                <a:lnTo>
                  <a:pt x="1001417" y="4929586"/>
                </a:lnTo>
                <a:cubicBezTo>
                  <a:pt x="1007956" y="4922399"/>
                  <a:pt x="1013141" y="4917790"/>
                  <a:pt x="1016970" y="4915757"/>
                </a:cubicBezTo>
                <a:cubicBezTo>
                  <a:pt x="1020799" y="4913725"/>
                  <a:pt x="1024628" y="4912708"/>
                  <a:pt x="1028458" y="4912708"/>
                </a:cubicBezTo>
                <a:cubicBezTo>
                  <a:pt x="1033053" y="4912708"/>
                  <a:pt x="1037000" y="4913975"/>
                  <a:pt x="1040299" y="4916508"/>
                </a:cubicBezTo>
                <a:cubicBezTo>
                  <a:pt x="1043598" y="4919041"/>
                  <a:pt x="1046042" y="4923018"/>
                  <a:pt x="1047633" y="4928438"/>
                </a:cubicBezTo>
                <a:cubicBezTo>
                  <a:pt x="1048753" y="4932208"/>
                  <a:pt x="1049312" y="4939101"/>
                  <a:pt x="1049312" y="4949115"/>
                </a:cubicBezTo>
                <a:lnTo>
                  <a:pt x="1049312" y="4977746"/>
                </a:lnTo>
                <a:cubicBezTo>
                  <a:pt x="1049312" y="4982872"/>
                  <a:pt x="1049724" y="4986377"/>
                  <a:pt x="1050549" y="4988262"/>
                </a:cubicBezTo>
                <a:cubicBezTo>
                  <a:pt x="1051138" y="4989676"/>
                  <a:pt x="1052140" y="4990795"/>
                  <a:pt x="1053554" y="4991620"/>
                </a:cubicBezTo>
                <a:cubicBezTo>
                  <a:pt x="1054968" y="4992445"/>
                  <a:pt x="1057559" y="4992857"/>
                  <a:pt x="1061330" y="4992857"/>
                </a:cubicBezTo>
                <a:lnTo>
                  <a:pt x="1061330" y="4996038"/>
                </a:lnTo>
                <a:lnTo>
                  <a:pt x="1021565" y="4996038"/>
                </a:lnTo>
                <a:lnTo>
                  <a:pt x="1021565" y="4992857"/>
                </a:lnTo>
                <a:lnTo>
                  <a:pt x="1023420" y="4992857"/>
                </a:lnTo>
                <a:cubicBezTo>
                  <a:pt x="1027191" y="4992857"/>
                  <a:pt x="1029813" y="4992283"/>
                  <a:pt x="1031286" y="4991134"/>
                </a:cubicBezTo>
                <a:cubicBezTo>
                  <a:pt x="1032758" y="4989985"/>
                  <a:pt x="1033789" y="4988291"/>
                  <a:pt x="1034378" y="4986053"/>
                </a:cubicBezTo>
                <a:cubicBezTo>
                  <a:pt x="1034555" y="4985110"/>
                  <a:pt x="1034643" y="4982341"/>
                  <a:pt x="1034643" y="4977746"/>
                </a:cubicBezTo>
                <a:lnTo>
                  <a:pt x="1034643" y="4949115"/>
                </a:lnTo>
                <a:cubicBezTo>
                  <a:pt x="1034643" y="4940279"/>
                  <a:pt x="1034187" y="4934476"/>
                  <a:pt x="1033273" y="4931707"/>
                </a:cubicBezTo>
                <a:cubicBezTo>
                  <a:pt x="1032360" y="4928938"/>
                  <a:pt x="1030902" y="4926862"/>
                  <a:pt x="1028899" y="4925477"/>
                </a:cubicBezTo>
                <a:cubicBezTo>
                  <a:pt x="1026896" y="4924093"/>
                  <a:pt x="1024481" y="4923401"/>
                  <a:pt x="1021653" y="4923401"/>
                </a:cubicBezTo>
                <a:cubicBezTo>
                  <a:pt x="1018766" y="4923401"/>
                  <a:pt x="1015762" y="4924167"/>
                  <a:pt x="1012640" y="4925698"/>
                </a:cubicBezTo>
                <a:cubicBezTo>
                  <a:pt x="1009517" y="4927230"/>
                  <a:pt x="1005777" y="4930323"/>
                  <a:pt x="1001417" y="4934977"/>
                </a:cubicBezTo>
                <a:lnTo>
                  <a:pt x="1001417" y="4977746"/>
                </a:lnTo>
                <a:cubicBezTo>
                  <a:pt x="1001417" y="4983284"/>
                  <a:pt x="1001726" y="4986730"/>
                  <a:pt x="1002345" y="4988085"/>
                </a:cubicBezTo>
                <a:cubicBezTo>
                  <a:pt x="1002964" y="4989440"/>
                  <a:pt x="1004112" y="4990574"/>
                  <a:pt x="1005792" y="4991487"/>
                </a:cubicBezTo>
                <a:cubicBezTo>
                  <a:pt x="1007471" y="4992400"/>
                  <a:pt x="1010372" y="4992857"/>
                  <a:pt x="1014495" y="4992857"/>
                </a:cubicBezTo>
                <a:lnTo>
                  <a:pt x="1014495" y="4996038"/>
                </a:lnTo>
                <a:lnTo>
                  <a:pt x="974377" y="4996038"/>
                </a:lnTo>
                <a:lnTo>
                  <a:pt x="974377" y="4992857"/>
                </a:lnTo>
                <a:cubicBezTo>
                  <a:pt x="977970" y="4992857"/>
                  <a:pt x="980798" y="4992297"/>
                  <a:pt x="982860" y="4991178"/>
                </a:cubicBezTo>
                <a:cubicBezTo>
                  <a:pt x="984038" y="4990589"/>
                  <a:pt x="984981" y="4989470"/>
                  <a:pt x="985688" y="4987820"/>
                </a:cubicBezTo>
                <a:cubicBezTo>
                  <a:pt x="986395" y="4986171"/>
                  <a:pt x="986748" y="4982813"/>
                  <a:pt x="986748" y="4977746"/>
                </a:cubicBezTo>
                <a:lnTo>
                  <a:pt x="986748" y="4904490"/>
                </a:lnTo>
                <a:cubicBezTo>
                  <a:pt x="986748" y="4895241"/>
                  <a:pt x="986527" y="4889556"/>
                  <a:pt x="986086" y="4887436"/>
                </a:cubicBezTo>
                <a:cubicBezTo>
                  <a:pt x="985644" y="4885315"/>
                  <a:pt x="984966" y="4883871"/>
                  <a:pt x="984053" y="4883106"/>
                </a:cubicBezTo>
                <a:cubicBezTo>
                  <a:pt x="983140" y="4882340"/>
                  <a:pt x="981918" y="4881957"/>
                  <a:pt x="980386" y="4881957"/>
                </a:cubicBezTo>
                <a:cubicBezTo>
                  <a:pt x="979149" y="4881957"/>
                  <a:pt x="977146" y="4882428"/>
                  <a:pt x="974377" y="4883371"/>
                </a:cubicBezTo>
                <a:lnTo>
                  <a:pt x="973140" y="4880278"/>
                </a:lnTo>
                <a:close/>
                <a:moveTo>
                  <a:pt x="874411" y="4870381"/>
                </a:moveTo>
                <a:cubicBezTo>
                  <a:pt x="876885" y="4870381"/>
                  <a:pt x="878991" y="4871250"/>
                  <a:pt x="880729" y="4872988"/>
                </a:cubicBezTo>
                <a:cubicBezTo>
                  <a:pt x="882467" y="4874725"/>
                  <a:pt x="883336" y="4876832"/>
                  <a:pt x="883336" y="4879306"/>
                </a:cubicBezTo>
                <a:cubicBezTo>
                  <a:pt x="883336" y="4881780"/>
                  <a:pt x="882467" y="4883901"/>
                  <a:pt x="880729" y="4885668"/>
                </a:cubicBezTo>
                <a:cubicBezTo>
                  <a:pt x="878991" y="4887436"/>
                  <a:pt x="876885" y="4888319"/>
                  <a:pt x="874411" y="4888319"/>
                </a:cubicBezTo>
                <a:cubicBezTo>
                  <a:pt x="871937" y="4888319"/>
                  <a:pt x="869816" y="4887436"/>
                  <a:pt x="868049" y="4885668"/>
                </a:cubicBezTo>
                <a:cubicBezTo>
                  <a:pt x="866281" y="4883901"/>
                  <a:pt x="865398" y="4881780"/>
                  <a:pt x="865398" y="4879306"/>
                </a:cubicBezTo>
                <a:cubicBezTo>
                  <a:pt x="865398" y="4876832"/>
                  <a:pt x="866267" y="4874725"/>
                  <a:pt x="868004" y="4872988"/>
                </a:cubicBezTo>
                <a:cubicBezTo>
                  <a:pt x="869742" y="4871250"/>
                  <a:pt x="871878" y="4870381"/>
                  <a:pt x="874411" y="4870381"/>
                </a:cubicBezTo>
                <a:close/>
                <a:moveTo>
                  <a:pt x="674386" y="4870381"/>
                </a:moveTo>
                <a:cubicBezTo>
                  <a:pt x="676861" y="4870381"/>
                  <a:pt x="678967" y="4871250"/>
                  <a:pt x="680704" y="4872988"/>
                </a:cubicBezTo>
                <a:cubicBezTo>
                  <a:pt x="682442" y="4874725"/>
                  <a:pt x="683311" y="4876832"/>
                  <a:pt x="683311" y="4879306"/>
                </a:cubicBezTo>
                <a:cubicBezTo>
                  <a:pt x="683311" y="4881780"/>
                  <a:pt x="682442" y="4883901"/>
                  <a:pt x="680704" y="4885668"/>
                </a:cubicBezTo>
                <a:cubicBezTo>
                  <a:pt x="678967" y="4887436"/>
                  <a:pt x="676861" y="4888319"/>
                  <a:pt x="674386" y="4888319"/>
                </a:cubicBezTo>
                <a:cubicBezTo>
                  <a:pt x="671912" y="4888319"/>
                  <a:pt x="669791" y="4887436"/>
                  <a:pt x="668024" y="4885668"/>
                </a:cubicBezTo>
                <a:cubicBezTo>
                  <a:pt x="666257" y="4883901"/>
                  <a:pt x="665373" y="4881780"/>
                  <a:pt x="665373" y="4879306"/>
                </a:cubicBezTo>
                <a:cubicBezTo>
                  <a:pt x="665373" y="4876832"/>
                  <a:pt x="666242" y="4874725"/>
                  <a:pt x="667980" y="4872988"/>
                </a:cubicBezTo>
                <a:cubicBezTo>
                  <a:pt x="669717" y="4871250"/>
                  <a:pt x="671853" y="4870381"/>
                  <a:pt x="674386" y="4870381"/>
                </a:cubicBezTo>
                <a:close/>
                <a:moveTo>
                  <a:pt x="283861" y="4870381"/>
                </a:moveTo>
                <a:cubicBezTo>
                  <a:pt x="286335" y="4870381"/>
                  <a:pt x="288442" y="4871250"/>
                  <a:pt x="290179" y="4872988"/>
                </a:cubicBezTo>
                <a:cubicBezTo>
                  <a:pt x="291917" y="4874725"/>
                  <a:pt x="292786" y="4876832"/>
                  <a:pt x="292786" y="4879306"/>
                </a:cubicBezTo>
                <a:cubicBezTo>
                  <a:pt x="292786" y="4881780"/>
                  <a:pt x="291917" y="4883901"/>
                  <a:pt x="290179" y="4885668"/>
                </a:cubicBezTo>
                <a:cubicBezTo>
                  <a:pt x="288442" y="4887436"/>
                  <a:pt x="286335" y="4888319"/>
                  <a:pt x="283861" y="4888319"/>
                </a:cubicBezTo>
                <a:cubicBezTo>
                  <a:pt x="281387" y="4888319"/>
                  <a:pt x="279266" y="4887436"/>
                  <a:pt x="277499" y="4885668"/>
                </a:cubicBezTo>
                <a:cubicBezTo>
                  <a:pt x="275731" y="4883901"/>
                  <a:pt x="274848" y="4881780"/>
                  <a:pt x="274848" y="4879306"/>
                </a:cubicBezTo>
                <a:cubicBezTo>
                  <a:pt x="274848" y="4876832"/>
                  <a:pt x="275717" y="4874725"/>
                  <a:pt x="277455" y="4872988"/>
                </a:cubicBezTo>
                <a:cubicBezTo>
                  <a:pt x="279192" y="4871250"/>
                  <a:pt x="281328" y="4870381"/>
                  <a:pt x="283861" y="4870381"/>
                </a:cubicBezTo>
                <a:close/>
                <a:moveTo>
                  <a:pt x="24300" y="4870381"/>
                </a:moveTo>
                <a:lnTo>
                  <a:pt x="28277" y="4870381"/>
                </a:lnTo>
                <a:lnTo>
                  <a:pt x="28277" y="4929056"/>
                </a:lnTo>
                <a:cubicBezTo>
                  <a:pt x="36112" y="4918158"/>
                  <a:pt x="44566" y="4912708"/>
                  <a:pt x="53638" y="4912708"/>
                </a:cubicBezTo>
                <a:cubicBezTo>
                  <a:pt x="61945" y="4912708"/>
                  <a:pt x="69190" y="4916258"/>
                  <a:pt x="75376" y="4923357"/>
                </a:cubicBezTo>
                <a:cubicBezTo>
                  <a:pt x="81562" y="4930455"/>
                  <a:pt x="84655" y="4940161"/>
                  <a:pt x="84655" y="4952473"/>
                </a:cubicBezTo>
                <a:cubicBezTo>
                  <a:pt x="84655" y="4966848"/>
                  <a:pt x="79883" y="4978424"/>
                  <a:pt x="70339" y="4987202"/>
                </a:cubicBezTo>
                <a:cubicBezTo>
                  <a:pt x="62151" y="4994742"/>
                  <a:pt x="53020" y="4998512"/>
                  <a:pt x="42946" y="4998512"/>
                </a:cubicBezTo>
                <a:cubicBezTo>
                  <a:pt x="38233" y="4998512"/>
                  <a:pt x="33446" y="4997658"/>
                  <a:pt x="28586" y="4995950"/>
                </a:cubicBezTo>
                <a:cubicBezTo>
                  <a:pt x="23726" y="4994241"/>
                  <a:pt x="18763" y="4991679"/>
                  <a:pt x="13696" y="4988262"/>
                </a:cubicBezTo>
                <a:lnTo>
                  <a:pt x="13696" y="4904402"/>
                </a:lnTo>
                <a:cubicBezTo>
                  <a:pt x="13696" y="4895212"/>
                  <a:pt x="13475" y="4889556"/>
                  <a:pt x="13033" y="4887436"/>
                </a:cubicBezTo>
                <a:cubicBezTo>
                  <a:pt x="12592" y="4885315"/>
                  <a:pt x="11900" y="4883871"/>
                  <a:pt x="10957" y="4883106"/>
                </a:cubicBezTo>
                <a:cubicBezTo>
                  <a:pt x="10014" y="4882340"/>
                  <a:pt x="8836" y="4881957"/>
                  <a:pt x="7422" y="4881957"/>
                </a:cubicBezTo>
                <a:cubicBezTo>
                  <a:pt x="5773" y="4881957"/>
                  <a:pt x="3711" y="4882428"/>
                  <a:pt x="1237" y="4883371"/>
                </a:cubicBezTo>
                <a:lnTo>
                  <a:pt x="0" y="4880278"/>
                </a:lnTo>
                <a:close/>
                <a:moveTo>
                  <a:pt x="9726190" y="4857885"/>
                </a:moveTo>
                <a:cubicBezTo>
                  <a:pt x="9719061" y="4862068"/>
                  <a:pt x="9713759" y="4866545"/>
                  <a:pt x="9710284" y="4871317"/>
                </a:cubicBezTo>
                <a:cubicBezTo>
                  <a:pt x="9707986" y="4874498"/>
                  <a:pt x="9706837" y="4877709"/>
                  <a:pt x="9706837" y="4880949"/>
                </a:cubicBezTo>
                <a:cubicBezTo>
                  <a:pt x="9706837" y="4883659"/>
                  <a:pt x="9707809" y="4886045"/>
                  <a:pt x="9709753" y="4888106"/>
                </a:cubicBezTo>
                <a:cubicBezTo>
                  <a:pt x="9711226" y="4889697"/>
                  <a:pt x="9713288" y="4890492"/>
                  <a:pt x="9715939" y="4890492"/>
                </a:cubicBezTo>
                <a:cubicBezTo>
                  <a:pt x="9718885" y="4890492"/>
                  <a:pt x="9722301" y="4888843"/>
                  <a:pt x="9726190" y="4885544"/>
                </a:cubicBezTo>
                <a:close/>
                <a:moveTo>
                  <a:pt x="10061225" y="4824571"/>
                </a:moveTo>
                <a:cubicBezTo>
                  <a:pt x="10057808" y="4824571"/>
                  <a:pt x="10054921" y="4826294"/>
                  <a:pt x="10052565" y="4829740"/>
                </a:cubicBezTo>
                <a:cubicBezTo>
                  <a:pt x="10050209" y="4833187"/>
                  <a:pt x="10049030" y="4840329"/>
                  <a:pt x="10049030" y="4851169"/>
                </a:cubicBezTo>
                <a:cubicBezTo>
                  <a:pt x="10049030" y="4859947"/>
                  <a:pt x="10050194" y="4865971"/>
                  <a:pt x="10052521" y="4869240"/>
                </a:cubicBezTo>
                <a:cubicBezTo>
                  <a:pt x="10054848" y="4872510"/>
                  <a:pt x="10057602" y="4874145"/>
                  <a:pt x="10060783" y="4874145"/>
                </a:cubicBezTo>
                <a:cubicBezTo>
                  <a:pt x="10064318" y="4874145"/>
                  <a:pt x="10067263" y="4872524"/>
                  <a:pt x="10069620" y="4869284"/>
                </a:cubicBezTo>
                <a:cubicBezTo>
                  <a:pt x="10071976" y="4866044"/>
                  <a:pt x="10073154" y="4859741"/>
                  <a:pt x="10073154" y="4850374"/>
                </a:cubicBezTo>
                <a:cubicBezTo>
                  <a:pt x="10073154" y="4839829"/>
                  <a:pt x="10071829" y="4832642"/>
                  <a:pt x="10069178" y="4828812"/>
                </a:cubicBezTo>
                <a:cubicBezTo>
                  <a:pt x="10067293" y="4825985"/>
                  <a:pt x="10064642" y="4824571"/>
                  <a:pt x="10061225" y="4824571"/>
                </a:cubicBezTo>
                <a:close/>
                <a:moveTo>
                  <a:pt x="9878231" y="4821566"/>
                </a:moveTo>
                <a:lnTo>
                  <a:pt x="9912871" y="4821566"/>
                </a:lnTo>
                <a:lnTo>
                  <a:pt x="9912871" y="4887046"/>
                </a:lnTo>
                <a:cubicBezTo>
                  <a:pt x="9912871" y="4892878"/>
                  <a:pt x="9913549" y="4896604"/>
                  <a:pt x="9914904" y="4898224"/>
                </a:cubicBezTo>
                <a:cubicBezTo>
                  <a:pt x="9916259" y="4899844"/>
                  <a:pt x="9918910" y="4900772"/>
                  <a:pt x="9922857" y="4901008"/>
                </a:cubicBezTo>
                <a:lnTo>
                  <a:pt x="9922857" y="4904189"/>
                </a:lnTo>
                <a:lnTo>
                  <a:pt x="9878231" y="4904189"/>
                </a:lnTo>
                <a:lnTo>
                  <a:pt x="9878231" y="4901008"/>
                </a:lnTo>
                <a:cubicBezTo>
                  <a:pt x="9881884" y="4900890"/>
                  <a:pt x="9884594" y="4899830"/>
                  <a:pt x="9886361" y="4897827"/>
                </a:cubicBezTo>
                <a:cubicBezTo>
                  <a:pt x="9887539" y="4896472"/>
                  <a:pt x="9888128" y="4892878"/>
                  <a:pt x="9888128" y="4887046"/>
                </a:cubicBezTo>
                <a:lnTo>
                  <a:pt x="9888128" y="4838798"/>
                </a:lnTo>
                <a:cubicBezTo>
                  <a:pt x="9888128" y="4832966"/>
                  <a:pt x="9887451" y="4829240"/>
                  <a:pt x="9886096" y="4827619"/>
                </a:cubicBezTo>
                <a:cubicBezTo>
                  <a:pt x="9884741" y="4825999"/>
                  <a:pt x="9882120" y="4825072"/>
                  <a:pt x="9878231" y="4824836"/>
                </a:cubicBezTo>
                <a:close/>
                <a:moveTo>
                  <a:pt x="10059546" y="4819092"/>
                </a:moveTo>
                <a:cubicBezTo>
                  <a:pt x="10065025" y="4819092"/>
                  <a:pt x="10070680" y="4820241"/>
                  <a:pt x="10076512" y="4822538"/>
                </a:cubicBezTo>
                <a:lnTo>
                  <a:pt x="10104348" y="4822538"/>
                </a:lnTo>
                <a:lnTo>
                  <a:pt x="10104348" y="4832259"/>
                </a:lnTo>
                <a:lnTo>
                  <a:pt x="10088530" y="4832259"/>
                </a:lnTo>
                <a:cubicBezTo>
                  <a:pt x="10091417" y="4835145"/>
                  <a:pt x="10093420" y="4837767"/>
                  <a:pt x="10094539" y="4840123"/>
                </a:cubicBezTo>
                <a:cubicBezTo>
                  <a:pt x="10095953" y="4843305"/>
                  <a:pt x="10096660" y="4846633"/>
                  <a:pt x="10096660" y="4850109"/>
                </a:cubicBezTo>
                <a:cubicBezTo>
                  <a:pt x="10096660" y="4856000"/>
                  <a:pt x="10095025" y="4861110"/>
                  <a:pt x="10091756" y="4865440"/>
                </a:cubicBezTo>
                <a:cubicBezTo>
                  <a:pt x="10088486" y="4869770"/>
                  <a:pt x="10084038" y="4873158"/>
                  <a:pt x="10078412" y="4875603"/>
                </a:cubicBezTo>
                <a:cubicBezTo>
                  <a:pt x="10072786" y="4878047"/>
                  <a:pt x="10067793" y="4879270"/>
                  <a:pt x="10063434" y="4879270"/>
                </a:cubicBezTo>
                <a:cubicBezTo>
                  <a:pt x="10063081" y="4879270"/>
                  <a:pt x="10059546" y="4879122"/>
                  <a:pt x="10052830" y="4878828"/>
                </a:cubicBezTo>
                <a:cubicBezTo>
                  <a:pt x="10050179" y="4878828"/>
                  <a:pt x="10047955" y="4879697"/>
                  <a:pt x="10046158" y="4881435"/>
                </a:cubicBezTo>
                <a:cubicBezTo>
                  <a:pt x="10044362" y="4883173"/>
                  <a:pt x="10043463" y="4885249"/>
                  <a:pt x="10043463" y="4887665"/>
                </a:cubicBezTo>
                <a:cubicBezTo>
                  <a:pt x="10043463" y="4889785"/>
                  <a:pt x="10044273" y="4891523"/>
                  <a:pt x="10045893" y="4892878"/>
                </a:cubicBezTo>
                <a:cubicBezTo>
                  <a:pt x="10047513" y="4894233"/>
                  <a:pt x="10050150" y="4894911"/>
                  <a:pt x="10053802" y="4894911"/>
                </a:cubicBezTo>
                <a:lnTo>
                  <a:pt x="10069089" y="4894734"/>
                </a:lnTo>
                <a:cubicBezTo>
                  <a:pt x="10081461" y="4894734"/>
                  <a:pt x="10089974" y="4896089"/>
                  <a:pt x="10094627" y="4898799"/>
                </a:cubicBezTo>
                <a:cubicBezTo>
                  <a:pt x="10101285" y="4902569"/>
                  <a:pt x="10104613" y="4908372"/>
                  <a:pt x="10104613" y="4916207"/>
                </a:cubicBezTo>
                <a:cubicBezTo>
                  <a:pt x="10104613" y="4921214"/>
                  <a:pt x="10103081" y="4925765"/>
                  <a:pt x="10100018" y="4929860"/>
                </a:cubicBezTo>
                <a:cubicBezTo>
                  <a:pt x="10096955" y="4933954"/>
                  <a:pt x="10092919" y="4936973"/>
                  <a:pt x="10087912" y="4938917"/>
                </a:cubicBezTo>
                <a:cubicBezTo>
                  <a:pt x="10080312" y="4941804"/>
                  <a:pt x="10071564" y="4943247"/>
                  <a:pt x="10061667" y="4943247"/>
                </a:cubicBezTo>
                <a:cubicBezTo>
                  <a:pt x="10054244" y="4943247"/>
                  <a:pt x="10047469" y="4942526"/>
                  <a:pt x="10041342" y="4941082"/>
                </a:cubicBezTo>
                <a:cubicBezTo>
                  <a:pt x="10035216" y="4939639"/>
                  <a:pt x="10030827" y="4937636"/>
                  <a:pt x="10028176" y="4935073"/>
                </a:cubicBezTo>
                <a:cubicBezTo>
                  <a:pt x="10025525" y="4932511"/>
                  <a:pt x="10024199" y="4929816"/>
                  <a:pt x="10024199" y="4926988"/>
                </a:cubicBezTo>
                <a:cubicBezTo>
                  <a:pt x="10024199" y="4924278"/>
                  <a:pt x="10025215" y="4921848"/>
                  <a:pt x="10027248" y="4919698"/>
                </a:cubicBezTo>
                <a:cubicBezTo>
                  <a:pt x="10029280" y="4917547"/>
                  <a:pt x="10033065" y="4915736"/>
                  <a:pt x="10038603" y="4914263"/>
                </a:cubicBezTo>
                <a:cubicBezTo>
                  <a:pt x="10030945" y="4910493"/>
                  <a:pt x="10027115" y="4905250"/>
                  <a:pt x="10027115" y="4898534"/>
                </a:cubicBezTo>
                <a:cubicBezTo>
                  <a:pt x="10027115" y="4894469"/>
                  <a:pt x="10028676" y="4890522"/>
                  <a:pt x="10031799" y="4886693"/>
                </a:cubicBezTo>
                <a:cubicBezTo>
                  <a:pt x="10034921" y="4882863"/>
                  <a:pt x="10039870" y="4879535"/>
                  <a:pt x="10046644" y="4876707"/>
                </a:cubicBezTo>
                <a:cubicBezTo>
                  <a:pt x="10038750" y="4873820"/>
                  <a:pt x="10033036" y="4870021"/>
                  <a:pt x="10029501" y="4865308"/>
                </a:cubicBezTo>
                <a:cubicBezTo>
                  <a:pt x="10025967" y="4860595"/>
                  <a:pt x="10024199" y="4855146"/>
                  <a:pt x="10024199" y="4848960"/>
                </a:cubicBezTo>
                <a:cubicBezTo>
                  <a:pt x="10024199" y="4840889"/>
                  <a:pt x="10027498" y="4833894"/>
                  <a:pt x="10034096" y="4827973"/>
                </a:cubicBezTo>
                <a:cubicBezTo>
                  <a:pt x="10040694" y="4822052"/>
                  <a:pt x="10049177" y="4819092"/>
                  <a:pt x="10059546" y="4819092"/>
                </a:cubicBezTo>
                <a:close/>
                <a:moveTo>
                  <a:pt x="9986741" y="4819092"/>
                </a:moveTo>
                <a:cubicBezTo>
                  <a:pt x="9992102" y="4819092"/>
                  <a:pt x="9996550" y="4820580"/>
                  <a:pt x="10000084" y="4823555"/>
                </a:cubicBezTo>
                <a:cubicBezTo>
                  <a:pt x="10003619" y="4826530"/>
                  <a:pt x="10005976" y="4830226"/>
                  <a:pt x="10007154" y="4834645"/>
                </a:cubicBezTo>
                <a:cubicBezTo>
                  <a:pt x="10008096" y="4838003"/>
                  <a:pt x="10008568" y="4844453"/>
                  <a:pt x="10008568" y="4853997"/>
                </a:cubicBezTo>
                <a:lnTo>
                  <a:pt x="10008568" y="4886162"/>
                </a:lnTo>
                <a:cubicBezTo>
                  <a:pt x="10008568" y="4892525"/>
                  <a:pt x="10009142" y="4896486"/>
                  <a:pt x="10010291" y="4898048"/>
                </a:cubicBezTo>
                <a:cubicBezTo>
                  <a:pt x="10011440" y="4899609"/>
                  <a:pt x="10013840" y="4900596"/>
                  <a:pt x="10017493" y="4901008"/>
                </a:cubicBezTo>
                <a:lnTo>
                  <a:pt x="10017493" y="4904189"/>
                </a:lnTo>
                <a:lnTo>
                  <a:pt x="9975695" y="4904189"/>
                </a:lnTo>
                <a:lnTo>
                  <a:pt x="9975695" y="4901008"/>
                </a:lnTo>
                <a:cubicBezTo>
                  <a:pt x="9978817" y="4900596"/>
                  <a:pt x="9981056" y="4899300"/>
                  <a:pt x="9982411" y="4897120"/>
                </a:cubicBezTo>
                <a:cubicBezTo>
                  <a:pt x="9983354" y="4895647"/>
                  <a:pt x="9983825" y="4891995"/>
                  <a:pt x="9983825" y="4886162"/>
                </a:cubicBezTo>
                <a:lnTo>
                  <a:pt x="9983825" y="4849402"/>
                </a:lnTo>
                <a:cubicBezTo>
                  <a:pt x="9983825" y="4842627"/>
                  <a:pt x="9983560" y="4838356"/>
                  <a:pt x="9983030" y="4836589"/>
                </a:cubicBezTo>
                <a:cubicBezTo>
                  <a:pt x="9982499" y="4834821"/>
                  <a:pt x="9981601" y="4833452"/>
                  <a:pt x="9980335" y="4832480"/>
                </a:cubicBezTo>
                <a:cubicBezTo>
                  <a:pt x="9979068" y="4831508"/>
                  <a:pt x="9977669" y="4831022"/>
                  <a:pt x="9976137" y="4831022"/>
                </a:cubicBezTo>
                <a:cubicBezTo>
                  <a:pt x="9971071" y="4831022"/>
                  <a:pt x="9966358" y="4834645"/>
                  <a:pt x="9961998" y="4841891"/>
                </a:cubicBezTo>
                <a:lnTo>
                  <a:pt x="9961998" y="4886162"/>
                </a:lnTo>
                <a:cubicBezTo>
                  <a:pt x="9961998" y="4892348"/>
                  <a:pt x="9962573" y="4896266"/>
                  <a:pt x="9963722" y="4897915"/>
                </a:cubicBezTo>
                <a:cubicBezTo>
                  <a:pt x="9964870" y="4899565"/>
                  <a:pt x="9967006" y="4900596"/>
                  <a:pt x="9970128" y="4901008"/>
                </a:cubicBezTo>
                <a:lnTo>
                  <a:pt x="9970128" y="4904189"/>
                </a:lnTo>
                <a:lnTo>
                  <a:pt x="9928331" y="4904189"/>
                </a:lnTo>
                <a:lnTo>
                  <a:pt x="9928331" y="4901008"/>
                </a:lnTo>
                <a:cubicBezTo>
                  <a:pt x="9931806" y="4900655"/>
                  <a:pt x="9934281" y="4899535"/>
                  <a:pt x="9935753" y="4897650"/>
                </a:cubicBezTo>
                <a:cubicBezTo>
                  <a:pt x="9936755" y="4896354"/>
                  <a:pt x="9937256" y="4892525"/>
                  <a:pt x="9937256" y="4886162"/>
                </a:cubicBezTo>
                <a:lnTo>
                  <a:pt x="9937256" y="4839505"/>
                </a:lnTo>
                <a:cubicBezTo>
                  <a:pt x="9937256" y="4833260"/>
                  <a:pt x="9936681" y="4829372"/>
                  <a:pt x="9935533" y="4827840"/>
                </a:cubicBezTo>
                <a:cubicBezTo>
                  <a:pt x="9934384" y="4826309"/>
                  <a:pt x="9931983" y="4825307"/>
                  <a:pt x="9928331" y="4824836"/>
                </a:cubicBezTo>
                <a:lnTo>
                  <a:pt x="9928331" y="4821566"/>
                </a:lnTo>
                <a:lnTo>
                  <a:pt x="9961998" y="4821566"/>
                </a:lnTo>
                <a:lnTo>
                  <a:pt x="9961998" y="4832259"/>
                </a:lnTo>
                <a:cubicBezTo>
                  <a:pt x="9966240" y="4827664"/>
                  <a:pt x="9970305" y="4824320"/>
                  <a:pt x="9974193" y="4822229"/>
                </a:cubicBezTo>
                <a:cubicBezTo>
                  <a:pt x="9978081" y="4820138"/>
                  <a:pt x="9982264" y="4819092"/>
                  <a:pt x="9986741" y="4819092"/>
                </a:cubicBezTo>
                <a:close/>
                <a:moveTo>
                  <a:pt x="9722125" y="4819092"/>
                </a:moveTo>
                <a:cubicBezTo>
                  <a:pt x="9729960" y="4819092"/>
                  <a:pt x="9736160" y="4820756"/>
                  <a:pt x="9740726" y="4824085"/>
                </a:cubicBezTo>
                <a:cubicBezTo>
                  <a:pt x="9745291" y="4827413"/>
                  <a:pt x="9748252" y="4831022"/>
                  <a:pt x="9749607" y="4834910"/>
                </a:cubicBezTo>
                <a:cubicBezTo>
                  <a:pt x="9750431" y="4837384"/>
                  <a:pt x="9750844" y="4843069"/>
                  <a:pt x="9750844" y="4851964"/>
                </a:cubicBezTo>
                <a:lnTo>
                  <a:pt x="9750844" y="4884042"/>
                </a:lnTo>
                <a:cubicBezTo>
                  <a:pt x="9750844" y="4887812"/>
                  <a:pt x="9750991" y="4890183"/>
                  <a:pt x="9751286" y="4891155"/>
                </a:cubicBezTo>
                <a:cubicBezTo>
                  <a:pt x="9751580" y="4892127"/>
                  <a:pt x="9752022" y="4892849"/>
                  <a:pt x="9752611" y="4893320"/>
                </a:cubicBezTo>
                <a:cubicBezTo>
                  <a:pt x="9753200" y="4893791"/>
                  <a:pt x="9753878" y="4894027"/>
                  <a:pt x="9754644" y="4894027"/>
                </a:cubicBezTo>
                <a:cubicBezTo>
                  <a:pt x="9756175" y="4894027"/>
                  <a:pt x="9757736" y="4892937"/>
                  <a:pt x="9759327" y="4890757"/>
                </a:cubicBezTo>
                <a:lnTo>
                  <a:pt x="9761978" y="4892878"/>
                </a:lnTo>
                <a:cubicBezTo>
                  <a:pt x="9759033" y="4897238"/>
                  <a:pt x="9755984" y="4900404"/>
                  <a:pt x="9752832" y="4902378"/>
                </a:cubicBezTo>
                <a:cubicBezTo>
                  <a:pt x="9749680" y="4904351"/>
                  <a:pt x="9746101" y="4905338"/>
                  <a:pt x="9742096" y="4905338"/>
                </a:cubicBezTo>
                <a:cubicBezTo>
                  <a:pt x="9737383" y="4905338"/>
                  <a:pt x="9733701" y="4904233"/>
                  <a:pt x="9731050" y="4902024"/>
                </a:cubicBezTo>
                <a:cubicBezTo>
                  <a:pt x="9728399" y="4899815"/>
                  <a:pt x="9726779" y="4896472"/>
                  <a:pt x="9726190" y="4891995"/>
                </a:cubicBezTo>
                <a:cubicBezTo>
                  <a:pt x="9716116" y="4900890"/>
                  <a:pt x="9707073" y="4905338"/>
                  <a:pt x="9699061" y="4905338"/>
                </a:cubicBezTo>
                <a:cubicBezTo>
                  <a:pt x="9694348" y="4905338"/>
                  <a:pt x="9690430" y="4903792"/>
                  <a:pt x="9687308" y="4900699"/>
                </a:cubicBezTo>
                <a:cubicBezTo>
                  <a:pt x="9684186" y="4897606"/>
                  <a:pt x="9682625" y="4893732"/>
                  <a:pt x="9682625" y="4889079"/>
                </a:cubicBezTo>
                <a:cubicBezTo>
                  <a:pt x="9682625" y="4882775"/>
                  <a:pt x="9685335" y="4877105"/>
                  <a:pt x="9690754" y="4872068"/>
                </a:cubicBezTo>
                <a:cubicBezTo>
                  <a:pt x="9696174" y="4867031"/>
                  <a:pt x="9707986" y="4860330"/>
                  <a:pt x="9726190" y="4851964"/>
                </a:cubicBezTo>
                <a:lnTo>
                  <a:pt x="9726190" y="4843658"/>
                </a:lnTo>
                <a:cubicBezTo>
                  <a:pt x="9726190" y="4837413"/>
                  <a:pt x="9725851" y="4833481"/>
                  <a:pt x="9725173" y="4831861"/>
                </a:cubicBezTo>
                <a:cubicBezTo>
                  <a:pt x="9724496" y="4830241"/>
                  <a:pt x="9723215" y="4828827"/>
                  <a:pt x="9721329" y="4827619"/>
                </a:cubicBezTo>
                <a:cubicBezTo>
                  <a:pt x="9719444" y="4826412"/>
                  <a:pt x="9717323" y="4825808"/>
                  <a:pt x="9714967" y="4825808"/>
                </a:cubicBezTo>
                <a:cubicBezTo>
                  <a:pt x="9711138" y="4825808"/>
                  <a:pt x="9707986" y="4826662"/>
                  <a:pt x="9705512" y="4828371"/>
                </a:cubicBezTo>
                <a:cubicBezTo>
                  <a:pt x="9703980" y="4829431"/>
                  <a:pt x="9703214" y="4830668"/>
                  <a:pt x="9703214" y="4832082"/>
                </a:cubicBezTo>
                <a:cubicBezTo>
                  <a:pt x="9703214" y="4833319"/>
                  <a:pt x="9704039" y="4834851"/>
                  <a:pt x="9705688" y="4836677"/>
                </a:cubicBezTo>
                <a:cubicBezTo>
                  <a:pt x="9707927" y="4839210"/>
                  <a:pt x="9709046" y="4841655"/>
                  <a:pt x="9709046" y="4844011"/>
                </a:cubicBezTo>
                <a:cubicBezTo>
                  <a:pt x="9709046" y="4846898"/>
                  <a:pt x="9707971" y="4849358"/>
                  <a:pt x="9705821" y="4851390"/>
                </a:cubicBezTo>
                <a:cubicBezTo>
                  <a:pt x="9703671" y="4853423"/>
                  <a:pt x="9700858" y="4854439"/>
                  <a:pt x="9697382" y="4854439"/>
                </a:cubicBezTo>
                <a:cubicBezTo>
                  <a:pt x="9693671" y="4854439"/>
                  <a:pt x="9690563" y="4853319"/>
                  <a:pt x="9688059" y="4851081"/>
                </a:cubicBezTo>
                <a:cubicBezTo>
                  <a:pt x="9685556" y="4848842"/>
                  <a:pt x="9684304" y="4846221"/>
                  <a:pt x="9684304" y="4843216"/>
                </a:cubicBezTo>
                <a:cubicBezTo>
                  <a:pt x="9684304" y="4838975"/>
                  <a:pt x="9685983" y="4834924"/>
                  <a:pt x="9689341" y="4831066"/>
                </a:cubicBezTo>
                <a:cubicBezTo>
                  <a:pt x="9692699" y="4827207"/>
                  <a:pt x="9697382" y="4824247"/>
                  <a:pt x="9703391" y="4822185"/>
                </a:cubicBezTo>
                <a:cubicBezTo>
                  <a:pt x="9709400" y="4820123"/>
                  <a:pt x="9715644" y="4819092"/>
                  <a:pt x="9722125" y="4819092"/>
                </a:cubicBezTo>
                <a:close/>
                <a:moveTo>
                  <a:pt x="9597276" y="4819092"/>
                </a:moveTo>
                <a:cubicBezTo>
                  <a:pt x="9602578" y="4819092"/>
                  <a:pt x="9607026" y="4820329"/>
                  <a:pt x="9610620" y="4822803"/>
                </a:cubicBezTo>
                <a:cubicBezTo>
                  <a:pt x="9614213" y="4825278"/>
                  <a:pt x="9616982" y="4829048"/>
                  <a:pt x="9618926" y="4834114"/>
                </a:cubicBezTo>
                <a:cubicBezTo>
                  <a:pt x="9623639" y="4828812"/>
                  <a:pt x="9628161" y="4824983"/>
                  <a:pt x="9632491" y="4822627"/>
                </a:cubicBezTo>
                <a:cubicBezTo>
                  <a:pt x="9636821" y="4820270"/>
                  <a:pt x="9641342" y="4819092"/>
                  <a:pt x="9646055" y="4819092"/>
                </a:cubicBezTo>
                <a:cubicBezTo>
                  <a:pt x="9651769" y="4819092"/>
                  <a:pt x="9656320" y="4820403"/>
                  <a:pt x="9659708" y="4823024"/>
                </a:cubicBezTo>
                <a:cubicBezTo>
                  <a:pt x="9663095" y="4825646"/>
                  <a:pt x="9665451" y="4828974"/>
                  <a:pt x="9666777" y="4833010"/>
                </a:cubicBezTo>
                <a:cubicBezTo>
                  <a:pt x="9668102" y="4837045"/>
                  <a:pt x="9668765" y="4843481"/>
                  <a:pt x="9668765" y="4852318"/>
                </a:cubicBezTo>
                <a:lnTo>
                  <a:pt x="9668765" y="4886162"/>
                </a:lnTo>
                <a:cubicBezTo>
                  <a:pt x="9668765" y="4892525"/>
                  <a:pt x="9669339" y="4896472"/>
                  <a:pt x="9670488" y="4898004"/>
                </a:cubicBezTo>
                <a:cubicBezTo>
                  <a:pt x="9671637" y="4899535"/>
                  <a:pt x="9674038" y="4900537"/>
                  <a:pt x="9677690" y="4901008"/>
                </a:cubicBezTo>
                <a:lnTo>
                  <a:pt x="9677690" y="4904189"/>
                </a:lnTo>
                <a:lnTo>
                  <a:pt x="9635009" y="4904189"/>
                </a:lnTo>
                <a:lnTo>
                  <a:pt x="9635009" y="4901008"/>
                </a:lnTo>
                <a:cubicBezTo>
                  <a:pt x="9638367" y="4900713"/>
                  <a:pt x="9640841" y="4899417"/>
                  <a:pt x="9642432" y="4897120"/>
                </a:cubicBezTo>
                <a:cubicBezTo>
                  <a:pt x="9643492" y="4895529"/>
                  <a:pt x="9644022" y="4891877"/>
                  <a:pt x="9644022" y="4886162"/>
                </a:cubicBezTo>
                <a:lnTo>
                  <a:pt x="9644022" y="4850639"/>
                </a:lnTo>
                <a:cubicBezTo>
                  <a:pt x="9644022" y="4843275"/>
                  <a:pt x="9643728" y="4838592"/>
                  <a:pt x="9643139" y="4836589"/>
                </a:cubicBezTo>
                <a:cubicBezTo>
                  <a:pt x="9642550" y="4834586"/>
                  <a:pt x="9641622" y="4833098"/>
                  <a:pt x="9640355" y="4832126"/>
                </a:cubicBezTo>
                <a:cubicBezTo>
                  <a:pt x="9639089" y="4831154"/>
                  <a:pt x="9637601" y="4830668"/>
                  <a:pt x="9635893" y="4830668"/>
                </a:cubicBezTo>
                <a:cubicBezTo>
                  <a:pt x="9633360" y="4830668"/>
                  <a:pt x="9630797" y="4831596"/>
                  <a:pt x="9628205" y="4833452"/>
                </a:cubicBezTo>
                <a:cubicBezTo>
                  <a:pt x="9625613" y="4835307"/>
                  <a:pt x="9622991" y="4838091"/>
                  <a:pt x="9620340" y="4841802"/>
                </a:cubicBezTo>
                <a:lnTo>
                  <a:pt x="9620340" y="4886162"/>
                </a:lnTo>
                <a:cubicBezTo>
                  <a:pt x="9620340" y="4892112"/>
                  <a:pt x="9620841" y="4895853"/>
                  <a:pt x="9621842" y="4897385"/>
                </a:cubicBezTo>
                <a:cubicBezTo>
                  <a:pt x="9623197" y="4899565"/>
                  <a:pt x="9625789" y="4900772"/>
                  <a:pt x="9629619" y="4901008"/>
                </a:cubicBezTo>
                <a:lnTo>
                  <a:pt x="9629619" y="4904189"/>
                </a:lnTo>
                <a:lnTo>
                  <a:pt x="9586849" y="4904189"/>
                </a:lnTo>
                <a:lnTo>
                  <a:pt x="9586849" y="4901008"/>
                </a:lnTo>
                <a:cubicBezTo>
                  <a:pt x="9589147" y="4900890"/>
                  <a:pt x="9590958" y="4900316"/>
                  <a:pt x="9592284" y="4899285"/>
                </a:cubicBezTo>
                <a:cubicBezTo>
                  <a:pt x="9593609" y="4898254"/>
                  <a:pt x="9594493" y="4897017"/>
                  <a:pt x="9594935" y="4895573"/>
                </a:cubicBezTo>
                <a:cubicBezTo>
                  <a:pt x="9595377" y="4894130"/>
                  <a:pt x="9595597" y="4890993"/>
                  <a:pt x="9595597" y="4886162"/>
                </a:cubicBezTo>
                <a:lnTo>
                  <a:pt x="9595597" y="4850639"/>
                </a:lnTo>
                <a:cubicBezTo>
                  <a:pt x="9595597" y="4843157"/>
                  <a:pt x="9595303" y="4838474"/>
                  <a:pt x="9594714" y="4836589"/>
                </a:cubicBezTo>
                <a:cubicBezTo>
                  <a:pt x="9594125" y="4834703"/>
                  <a:pt x="9593138" y="4833231"/>
                  <a:pt x="9591754" y="4832170"/>
                </a:cubicBezTo>
                <a:cubicBezTo>
                  <a:pt x="9590369" y="4831110"/>
                  <a:pt x="9588882" y="4830580"/>
                  <a:pt x="9587291" y="4830580"/>
                </a:cubicBezTo>
                <a:cubicBezTo>
                  <a:pt x="9584935" y="4830580"/>
                  <a:pt x="9582784" y="4831198"/>
                  <a:pt x="9580840" y="4832435"/>
                </a:cubicBezTo>
                <a:cubicBezTo>
                  <a:pt x="9578071" y="4834262"/>
                  <a:pt x="9575126" y="4837384"/>
                  <a:pt x="9572004" y="4841802"/>
                </a:cubicBezTo>
                <a:lnTo>
                  <a:pt x="9572004" y="4886162"/>
                </a:lnTo>
                <a:cubicBezTo>
                  <a:pt x="9572004" y="4891995"/>
                  <a:pt x="9572578" y="4895839"/>
                  <a:pt x="9573727" y="4897694"/>
                </a:cubicBezTo>
                <a:cubicBezTo>
                  <a:pt x="9574876" y="4899550"/>
                  <a:pt x="9577276" y="4900655"/>
                  <a:pt x="9580929" y="4901008"/>
                </a:cubicBezTo>
                <a:lnTo>
                  <a:pt x="9580929" y="4904189"/>
                </a:lnTo>
                <a:lnTo>
                  <a:pt x="9538336" y="4904189"/>
                </a:lnTo>
                <a:lnTo>
                  <a:pt x="9538336" y="4901008"/>
                </a:lnTo>
                <a:cubicBezTo>
                  <a:pt x="9541812" y="4900655"/>
                  <a:pt x="9544286" y="4899535"/>
                  <a:pt x="9545759" y="4897650"/>
                </a:cubicBezTo>
                <a:cubicBezTo>
                  <a:pt x="9546760" y="4896354"/>
                  <a:pt x="9547261" y="4892525"/>
                  <a:pt x="9547261" y="4886162"/>
                </a:cubicBezTo>
                <a:lnTo>
                  <a:pt x="9547261" y="4839505"/>
                </a:lnTo>
                <a:cubicBezTo>
                  <a:pt x="9547261" y="4833260"/>
                  <a:pt x="9546687" y="4829372"/>
                  <a:pt x="9545538" y="4827840"/>
                </a:cubicBezTo>
                <a:cubicBezTo>
                  <a:pt x="9544389" y="4826309"/>
                  <a:pt x="9541988" y="4825307"/>
                  <a:pt x="9538336" y="4824836"/>
                </a:cubicBezTo>
                <a:lnTo>
                  <a:pt x="9538336" y="4821566"/>
                </a:lnTo>
                <a:lnTo>
                  <a:pt x="9572004" y="4821566"/>
                </a:lnTo>
                <a:lnTo>
                  <a:pt x="9572004" y="4832435"/>
                </a:lnTo>
                <a:cubicBezTo>
                  <a:pt x="9576540" y="4827487"/>
                  <a:pt x="9580737" y="4824026"/>
                  <a:pt x="9584596" y="4822052"/>
                </a:cubicBezTo>
                <a:cubicBezTo>
                  <a:pt x="9588455" y="4820079"/>
                  <a:pt x="9592681" y="4819092"/>
                  <a:pt x="9597276" y="4819092"/>
                </a:cubicBezTo>
                <a:close/>
                <a:moveTo>
                  <a:pt x="522163" y="4786488"/>
                </a:moveTo>
                <a:cubicBezTo>
                  <a:pt x="519394" y="4789493"/>
                  <a:pt x="517303" y="4792291"/>
                  <a:pt x="515889" y="4794883"/>
                </a:cubicBezTo>
                <a:cubicBezTo>
                  <a:pt x="514475" y="4797475"/>
                  <a:pt x="513768" y="4799861"/>
                  <a:pt x="513768" y="4802041"/>
                </a:cubicBezTo>
                <a:cubicBezTo>
                  <a:pt x="513768" y="4804868"/>
                  <a:pt x="515476" y="4807343"/>
                  <a:pt x="518893" y="4809464"/>
                </a:cubicBezTo>
                <a:cubicBezTo>
                  <a:pt x="524785" y="4813116"/>
                  <a:pt x="533297" y="4814942"/>
                  <a:pt x="544431" y="4814942"/>
                </a:cubicBezTo>
                <a:cubicBezTo>
                  <a:pt x="555035" y="4814942"/>
                  <a:pt x="562856" y="4813072"/>
                  <a:pt x="567893" y="4809331"/>
                </a:cubicBezTo>
                <a:cubicBezTo>
                  <a:pt x="572930" y="4805590"/>
                  <a:pt x="575448" y="4801599"/>
                  <a:pt x="575448" y="4797357"/>
                </a:cubicBezTo>
                <a:cubicBezTo>
                  <a:pt x="575448" y="4794294"/>
                  <a:pt x="573946" y="4792114"/>
                  <a:pt x="570941" y="4790818"/>
                </a:cubicBezTo>
                <a:cubicBezTo>
                  <a:pt x="567878" y="4789522"/>
                  <a:pt x="561810" y="4788756"/>
                  <a:pt x="552738" y="4788521"/>
                </a:cubicBezTo>
                <a:cubicBezTo>
                  <a:pt x="539483" y="4788167"/>
                  <a:pt x="529291" y="4787490"/>
                  <a:pt x="522163" y="4786488"/>
                </a:cubicBezTo>
                <a:close/>
                <a:moveTo>
                  <a:pt x="9775754" y="4784364"/>
                </a:moveTo>
                <a:lnTo>
                  <a:pt x="9809422" y="4784364"/>
                </a:lnTo>
                <a:lnTo>
                  <a:pt x="9809422" y="4863187"/>
                </a:lnTo>
                <a:lnTo>
                  <a:pt x="9828597" y="4844365"/>
                </a:lnTo>
                <a:cubicBezTo>
                  <a:pt x="9832544" y="4840536"/>
                  <a:pt x="9835004" y="4837767"/>
                  <a:pt x="9835976" y="4836058"/>
                </a:cubicBezTo>
                <a:cubicBezTo>
                  <a:pt x="9836948" y="4834350"/>
                  <a:pt x="9837434" y="4832701"/>
                  <a:pt x="9837434" y="4831110"/>
                </a:cubicBezTo>
                <a:cubicBezTo>
                  <a:pt x="9837434" y="4829519"/>
                  <a:pt x="9836786" y="4828194"/>
                  <a:pt x="9835490" y="4827133"/>
                </a:cubicBezTo>
                <a:cubicBezTo>
                  <a:pt x="9834194" y="4826073"/>
                  <a:pt x="9831661" y="4825307"/>
                  <a:pt x="9827890" y="4824836"/>
                </a:cubicBezTo>
                <a:lnTo>
                  <a:pt x="9827890" y="4821566"/>
                </a:lnTo>
                <a:lnTo>
                  <a:pt x="9864916" y="4821566"/>
                </a:lnTo>
                <a:lnTo>
                  <a:pt x="9864916" y="4824836"/>
                </a:lnTo>
                <a:cubicBezTo>
                  <a:pt x="9861381" y="4825013"/>
                  <a:pt x="9858288" y="4825852"/>
                  <a:pt x="9855637" y="4827354"/>
                </a:cubicBezTo>
                <a:cubicBezTo>
                  <a:pt x="9852986" y="4828857"/>
                  <a:pt x="9847802" y="4833378"/>
                  <a:pt x="9840085" y="4840919"/>
                </a:cubicBezTo>
                <a:lnTo>
                  <a:pt x="9831071" y="4849755"/>
                </a:lnTo>
                <a:lnTo>
                  <a:pt x="9850512" y="4878209"/>
                </a:lnTo>
                <a:cubicBezTo>
                  <a:pt x="9858347" y="4889756"/>
                  <a:pt x="9863001" y="4896236"/>
                  <a:pt x="9864474" y="4897650"/>
                </a:cubicBezTo>
                <a:cubicBezTo>
                  <a:pt x="9866477" y="4899653"/>
                  <a:pt x="9869010" y="4900772"/>
                  <a:pt x="9872074" y="4901008"/>
                </a:cubicBezTo>
                <a:lnTo>
                  <a:pt x="9872074" y="4904189"/>
                </a:lnTo>
                <a:lnTo>
                  <a:pt x="9829393" y="4904189"/>
                </a:lnTo>
                <a:lnTo>
                  <a:pt x="9829393" y="4901008"/>
                </a:lnTo>
                <a:cubicBezTo>
                  <a:pt x="9831278" y="4901008"/>
                  <a:pt x="9832647" y="4900655"/>
                  <a:pt x="9833502" y="4899948"/>
                </a:cubicBezTo>
                <a:cubicBezTo>
                  <a:pt x="9834356" y="4899241"/>
                  <a:pt x="9834783" y="4898475"/>
                  <a:pt x="9834783" y="4897650"/>
                </a:cubicBezTo>
                <a:cubicBezTo>
                  <a:pt x="9834783" y="4896295"/>
                  <a:pt x="9833546" y="4893791"/>
                  <a:pt x="9831071" y="4890139"/>
                </a:cubicBezTo>
                <a:lnTo>
                  <a:pt x="9814724" y="4866192"/>
                </a:lnTo>
                <a:lnTo>
                  <a:pt x="9809422" y="4871405"/>
                </a:lnTo>
                <a:lnTo>
                  <a:pt x="9809422" y="4886251"/>
                </a:lnTo>
                <a:cubicBezTo>
                  <a:pt x="9809422" y="4892554"/>
                  <a:pt x="9810011" y="4896486"/>
                  <a:pt x="9811189" y="4898048"/>
                </a:cubicBezTo>
                <a:cubicBezTo>
                  <a:pt x="9812367" y="4899609"/>
                  <a:pt x="9814783" y="4900596"/>
                  <a:pt x="9818435" y="4901008"/>
                </a:cubicBezTo>
                <a:lnTo>
                  <a:pt x="9818435" y="4904189"/>
                </a:lnTo>
                <a:lnTo>
                  <a:pt x="9775754" y="4904189"/>
                </a:lnTo>
                <a:lnTo>
                  <a:pt x="9775754" y="4901008"/>
                </a:lnTo>
                <a:cubicBezTo>
                  <a:pt x="9779230" y="4900655"/>
                  <a:pt x="9781704" y="4899535"/>
                  <a:pt x="9783177" y="4897650"/>
                </a:cubicBezTo>
                <a:cubicBezTo>
                  <a:pt x="9784178" y="4896354"/>
                  <a:pt x="9784679" y="4892554"/>
                  <a:pt x="9784679" y="4886251"/>
                </a:cubicBezTo>
                <a:lnTo>
                  <a:pt x="9784679" y="4802302"/>
                </a:lnTo>
                <a:cubicBezTo>
                  <a:pt x="9784679" y="4796058"/>
                  <a:pt x="9784105" y="4792170"/>
                  <a:pt x="9782956" y="4790638"/>
                </a:cubicBezTo>
                <a:cubicBezTo>
                  <a:pt x="9781807" y="4789106"/>
                  <a:pt x="9779406" y="4788105"/>
                  <a:pt x="9775754" y="4787634"/>
                </a:cubicBezTo>
                <a:close/>
                <a:moveTo>
                  <a:pt x="9900500" y="4781536"/>
                </a:moveTo>
                <a:cubicBezTo>
                  <a:pt x="9904329" y="4781536"/>
                  <a:pt x="9907569" y="4782876"/>
                  <a:pt x="9910220" y="4785557"/>
                </a:cubicBezTo>
                <a:cubicBezTo>
                  <a:pt x="9912871" y="4788237"/>
                  <a:pt x="9914197" y="4791463"/>
                  <a:pt x="9914197" y="4795233"/>
                </a:cubicBezTo>
                <a:cubicBezTo>
                  <a:pt x="9914197" y="4799003"/>
                  <a:pt x="9912856" y="4802214"/>
                  <a:pt x="9910176" y="4804865"/>
                </a:cubicBezTo>
                <a:cubicBezTo>
                  <a:pt x="9907496" y="4807516"/>
                  <a:pt x="9904270" y="4808842"/>
                  <a:pt x="9900500" y="4808842"/>
                </a:cubicBezTo>
                <a:cubicBezTo>
                  <a:pt x="9896729" y="4808842"/>
                  <a:pt x="9893519" y="4807516"/>
                  <a:pt x="9890868" y="4804865"/>
                </a:cubicBezTo>
                <a:cubicBezTo>
                  <a:pt x="9888217" y="4802214"/>
                  <a:pt x="9886891" y="4799003"/>
                  <a:pt x="9886891" y="4795233"/>
                </a:cubicBezTo>
                <a:cubicBezTo>
                  <a:pt x="9886891" y="4791463"/>
                  <a:pt x="9888217" y="4788237"/>
                  <a:pt x="9890868" y="4785557"/>
                </a:cubicBezTo>
                <a:cubicBezTo>
                  <a:pt x="9893519" y="4782876"/>
                  <a:pt x="9896729" y="4781536"/>
                  <a:pt x="9900500" y="4781536"/>
                </a:cubicBezTo>
                <a:close/>
                <a:moveTo>
                  <a:pt x="261509" y="4738240"/>
                </a:moveTo>
                <a:cubicBezTo>
                  <a:pt x="252614" y="4741775"/>
                  <a:pt x="246870" y="4744278"/>
                  <a:pt x="244277" y="4745751"/>
                </a:cubicBezTo>
                <a:cubicBezTo>
                  <a:pt x="239624" y="4748343"/>
                  <a:pt x="236295" y="4751053"/>
                  <a:pt x="234292" y="4753881"/>
                </a:cubicBezTo>
                <a:cubicBezTo>
                  <a:pt x="232289" y="4756709"/>
                  <a:pt x="231288" y="4759802"/>
                  <a:pt x="231288" y="4763159"/>
                </a:cubicBezTo>
                <a:cubicBezTo>
                  <a:pt x="231288" y="4767401"/>
                  <a:pt x="232554" y="4770921"/>
                  <a:pt x="235087" y="4773719"/>
                </a:cubicBezTo>
                <a:cubicBezTo>
                  <a:pt x="237621" y="4776517"/>
                  <a:pt x="240537" y="4777917"/>
                  <a:pt x="243836" y="4777917"/>
                </a:cubicBezTo>
                <a:cubicBezTo>
                  <a:pt x="248313" y="4777917"/>
                  <a:pt x="254204" y="4774971"/>
                  <a:pt x="261509" y="4769080"/>
                </a:cubicBezTo>
                <a:close/>
                <a:moveTo>
                  <a:pt x="172938" y="4709344"/>
                </a:moveTo>
                <a:cubicBezTo>
                  <a:pt x="168048" y="4709344"/>
                  <a:pt x="163674" y="4711244"/>
                  <a:pt x="159815" y="4715044"/>
                </a:cubicBezTo>
                <a:cubicBezTo>
                  <a:pt x="155957" y="4718844"/>
                  <a:pt x="153703" y="4724131"/>
                  <a:pt x="153055" y="4730906"/>
                </a:cubicBezTo>
                <a:lnTo>
                  <a:pt x="190523" y="4730906"/>
                </a:lnTo>
                <a:cubicBezTo>
                  <a:pt x="190228" y="4725721"/>
                  <a:pt x="189609" y="4722069"/>
                  <a:pt x="188667" y="4719948"/>
                </a:cubicBezTo>
                <a:cubicBezTo>
                  <a:pt x="187194" y="4716649"/>
                  <a:pt x="185000" y="4714057"/>
                  <a:pt x="182084" y="4712172"/>
                </a:cubicBezTo>
                <a:cubicBezTo>
                  <a:pt x="179168" y="4710287"/>
                  <a:pt x="176119" y="4709344"/>
                  <a:pt x="172938" y="4709344"/>
                </a:cubicBezTo>
                <a:close/>
                <a:moveTo>
                  <a:pt x="538422" y="4707400"/>
                </a:moveTo>
                <a:cubicBezTo>
                  <a:pt x="534063" y="4707400"/>
                  <a:pt x="530411" y="4709138"/>
                  <a:pt x="527465" y="4712614"/>
                </a:cubicBezTo>
                <a:cubicBezTo>
                  <a:pt x="524520" y="4716089"/>
                  <a:pt x="523047" y="4721421"/>
                  <a:pt x="523047" y="4728608"/>
                </a:cubicBezTo>
                <a:cubicBezTo>
                  <a:pt x="523047" y="4737916"/>
                  <a:pt x="525050" y="4745133"/>
                  <a:pt x="529055" y="4750258"/>
                </a:cubicBezTo>
                <a:cubicBezTo>
                  <a:pt x="532119" y="4754146"/>
                  <a:pt x="536007" y="4756090"/>
                  <a:pt x="540720" y="4756090"/>
                </a:cubicBezTo>
                <a:cubicBezTo>
                  <a:pt x="545197" y="4756090"/>
                  <a:pt x="548879" y="4754411"/>
                  <a:pt x="551766" y="4751053"/>
                </a:cubicBezTo>
                <a:cubicBezTo>
                  <a:pt x="554652" y="4747695"/>
                  <a:pt x="556096" y="4742423"/>
                  <a:pt x="556096" y="4735236"/>
                </a:cubicBezTo>
                <a:cubicBezTo>
                  <a:pt x="556096" y="4725869"/>
                  <a:pt x="554064" y="4718534"/>
                  <a:pt x="549998" y="4713232"/>
                </a:cubicBezTo>
                <a:cubicBezTo>
                  <a:pt x="546994" y="4709344"/>
                  <a:pt x="543135" y="4707400"/>
                  <a:pt x="538422" y="4707400"/>
                </a:cubicBezTo>
                <a:close/>
                <a:moveTo>
                  <a:pt x="539925" y="4703158"/>
                </a:moveTo>
                <a:cubicBezTo>
                  <a:pt x="547642" y="4703158"/>
                  <a:pt x="554329" y="4705044"/>
                  <a:pt x="559984" y="4708814"/>
                </a:cubicBezTo>
                <a:lnTo>
                  <a:pt x="577127" y="4708814"/>
                </a:lnTo>
                <a:cubicBezTo>
                  <a:pt x="579660" y="4708814"/>
                  <a:pt x="581133" y="4708888"/>
                  <a:pt x="581545" y="4709035"/>
                </a:cubicBezTo>
                <a:cubicBezTo>
                  <a:pt x="581957" y="4709182"/>
                  <a:pt x="582252" y="4709432"/>
                  <a:pt x="582429" y="4709786"/>
                </a:cubicBezTo>
                <a:cubicBezTo>
                  <a:pt x="582783" y="4710316"/>
                  <a:pt x="582959" y="4711259"/>
                  <a:pt x="582959" y="4712614"/>
                </a:cubicBezTo>
                <a:cubicBezTo>
                  <a:pt x="582959" y="4714145"/>
                  <a:pt x="582812" y="4715206"/>
                  <a:pt x="582517" y="4715795"/>
                </a:cubicBezTo>
                <a:cubicBezTo>
                  <a:pt x="582341" y="4716089"/>
                  <a:pt x="582031" y="4716325"/>
                  <a:pt x="581589" y="4716502"/>
                </a:cubicBezTo>
                <a:cubicBezTo>
                  <a:pt x="581148" y="4716679"/>
                  <a:pt x="579660" y="4716767"/>
                  <a:pt x="577127" y="4716767"/>
                </a:cubicBezTo>
                <a:lnTo>
                  <a:pt x="566611" y="4716767"/>
                </a:lnTo>
                <a:cubicBezTo>
                  <a:pt x="569910" y="4721009"/>
                  <a:pt x="571560" y="4726428"/>
                  <a:pt x="571560" y="4733026"/>
                </a:cubicBezTo>
                <a:cubicBezTo>
                  <a:pt x="571560" y="4740567"/>
                  <a:pt x="568673" y="4747018"/>
                  <a:pt x="562900" y="4752379"/>
                </a:cubicBezTo>
                <a:cubicBezTo>
                  <a:pt x="557127" y="4757740"/>
                  <a:pt x="549380" y="4760420"/>
                  <a:pt x="539660" y="4760420"/>
                </a:cubicBezTo>
                <a:cubicBezTo>
                  <a:pt x="535654" y="4760420"/>
                  <a:pt x="531559" y="4759831"/>
                  <a:pt x="527376" y="4758653"/>
                </a:cubicBezTo>
                <a:cubicBezTo>
                  <a:pt x="524785" y="4760891"/>
                  <a:pt x="523032" y="4762850"/>
                  <a:pt x="522119" y="4764529"/>
                </a:cubicBezTo>
                <a:cubicBezTo>
                  <a:pt x="521206" y="4766208"/>
                  <a:pt x="520749" y="4767637"/>
                  <a:pt x="520749" y="4768815"/>
                </a:cubicBezTo>
                <a:cubicBezTo>
                  <a:pt x="520749" y="4769816"/>
                  <a:pt x="521235" y="4770788"/>
                  <a:pt x="522207" y="4771731"/>
                </a:cubicBezTo>
                <a:cubicBezTo>
                  <a:pt x="523179" y="4772674"/>
                  <a:pt x="525079" y="4773351"/>
                  <a:pt x="527907" y="4773763"/>
                </a:cubicBezTo>
                <a:cubicBezTo>
                  <a:pt x="529556" y="4773999"/>
                  <a:pt x="533680" y="4774205"/>
                  <a:pt x="540278" y="4774382"/>
                </a:cubicBezTo>
                <a:cubicBezTo>
                  <a:pt x="552414" y="4774677"/>
                  <a:pt x="560278" y="4775089"/>
                  <a:pt x="563872" y="4775619"/>
                </a:cubicBezTo>
                <a:cubicBezTo>
                  <a:pt x="569351" y="4776385"/>
                  <a:pt x="573725" y="4778417"/>
                  <a:pt x="576994" y="4781716"/>
                </a:cubicBezTo>
                <a:cubicBezTo>
                  <a:pt x="580264" y="4785015"/>
                  <a:pt x="581899" y="4789080"/>
                  <a:pt x="581899" y="4793911"/>
                </a:cubicBezTo>
                <a:cubicBezTo>
                  <a:pt x="581899" y="4800568"/>
                  <a:pt x="578776" y="4806813"/>
                  <a:pt x="572532" y="4812645"/>
                </a:cubicBezTo>
                <a:cubicBezTo>
                  <a:pt x="563342" y="4821246"/>
                  <a:pt x="551353" y="4825546"/>
                  <a:pt x="536567" y="4825546"/>
                </a:cubicBezTo>
                <a:cubicBezTo>
                  <a:pt x="525197" y="4825546"/>
                  <a:pt x="515594" y="4822984"/>
                  <a:pt x="507759" y="4817858"/>
                </a:cubicBezTo>
                <a:cubicBezTo>
                  <a:pt x="503341" y="4814913"/>
                  <a:pt x="501132" y="4811849"/>
                  <a:pt x="501132" y="4808668"/>
                </a:cubicBezTo>
                <a:cubicBezTo>
                  <a:pt x="501132" y="4807254"/>
                  <a:pt x="501456" y="4805841"/>
                  <a:pt x="502104" y="4804427"/>
                </a:cubicBezTo>
                <a:cubicBezTo>
                  <a:pt x="503105" y="4802247"/>
                  <a:pt x="505167" y="4799213"/>
                  <a:pt x="508289" y="4795325"/>
                </a:cubicBezTo>
                <a:cubicBezTo>
                  <a:pt x="508702" y="4794795"/>
                  <a:pt x="511706" y="4791613"/>
                  <a:pt x="517303" y="4785781"/>
                </a:cubicBezTo>
                <a:cubicBezTo>
                  <a:pt x="514239" y="4783955"/>
                  <a:pt x="512074" y="4782320"/>
                  <a:pt x="510808" y="4780877"/>
                </a:cubicBezTo>
                <a:cubicBezTo>
                  <a:pt x="509541" y="4779434"/>
                  <a:pt x="508908" y="4777799"/>
                  <a:pt x="508908" y="4775973"/>
                </a:cubicBezTo>
                <a:cubicBezTo>
                  <a:pt x="508908" y="4773911"/>
                  <a:pt x="509747" y="4771495"/>
                  <a:pt x="511426" y="4768727"/>
                </a:cubicBezTo>
                <a:cubicBezTo>
                  <a:pt x="513105" y="4765958"/>
                  <a:pt x="516979" y="4762040"/>
                  <a:pt x="523047" y="4756974"/>
                </a:cubicBezTo>
                <a:cubicBezTo>
                  <a:pt x="518098" y="4754558"/>
                  <a:pt x="514298" y="4751186"/>
                  <a:pt x="511647" y="4746856"/>
                </a:cubicBezTo>
                <a:cubicBezTo>
                  <a:pt x="508996" y="4742526"/>
                  <a:pt x="507671" y="4737739"/>
                  <a:pt x="507671" y="4732496"/>
                </a:cubicBezTo>
                <a:cubicBezTo>
                  <a:pt x="507671" y="4724484"/>
                  <a:pt x="510690" y="4717592"/>
                  <a:pt x="516728" y="4711818"/>
                </a:cubicBezTo>
                <a:cubicBezTo>
                  <a:pt x="522767" y="4706045"/>
                  <a:pt x="530499" y="4703158"/>
                  <a:pt x="539925" y="4703158"/>
                </a:cubicBezTo>
                <a:close/>
                <a:moveTo>
                  <a:pt x="401607" y="4703158"/>
                </a:moveTo>
                <a:lnTo>
                  <a:pt x="405496" y="4703158"/>
                </a:lnTo>
                <a:lnTo>
                  <a:pt x="405496" y="4768196"/>
                </a:lnTo>
                <a:cubicBezTo>
                  <a:pt x="405496" y="4773263"/>
                  <a:pt x="405864" y="4776635"/>
                  <a:pt x="406600" y="4778314"/>
                </a:cubicBezTo>
                <a:cubicBezTo>
                  <a:pt x="407337" y="4779993"/>
                  <a:pt x="408426" y="4781245"/>
                  <a:pt x="409870" y="4782070"/>
                </a:cubicBezTo>
                <a:lnTo>
                  <a:pt x="415231" y="4782908"/>
                </a:lnTo>
                <a:lnTo>
                  <a:pt x="422520" y="4780170"/>
                </a:lnTo>
                <a:cubicBezTo>
                  <a:pt x="423964" y="4778079"/>
                  <a:pt x="424685" y="4774087"/>
                  <a:pt x="424685" y="4768196"/>
                </a:cubicBezTo>
                <a:lnTo>
                  <a:pt x="424685" y="4738152"/>
                </a:lnTo>
                <a:cubicBezTo>
                  <a:pt x="424685" y="4728431"/>
                  <a:pt x="424464" y="4722511"/>
                  <a:pt x="424023" y="4720390"/>
                </a:cubicBezTo>
                <a:cubicBezTo>
                  <a:pt x="423580" y="4718269"/>
                  <a:pt x="422903" y="4716826"/>
                  <a:pt x="421990" y="4716060"/>
                </a:cubicBezTo>
                <a:cubicBezTo>
                  <a:pt x="421077" y="4715294"/>
                  <a:pt x="419855" y="4714911"/>
                  <a:pt x="418323" y="4714911"/>
                </a:cubicBezTo>
                <a:cubicBezTo>
                  <a:pt x="416673" y="4714911"/>
                  <a:pt x="414700" y="4715353"/>
                  <a:pt x="412402" y="4716237"/>
                </a:cubicBezTo>
                <a:lnTo>
                  <a:pt x="411077" y="4713056"/>
                </a:lnTo>
                <a:lnTo>
                  <a:pt x="435466" y="4703158"/>
                </a:lnTo>
                <a:lnTo>
                  <a:pt x="439266" y="4703158"/>
                </a:lnTo>
                <a:lnTo>
                  <a:pt x="439266" y="4720302"/>
                </a:lnTo>
                <a:cubicBezTo>
                  <a:pt x="448750" y="4708873"/>
                  <a:pt x="457793" y="4703158"/>
                  <a:pt x="466394" y="4703158"/>
                </a:cubicBezTo>
                <a:cubicBezTo>
                  <a:pt x="470812" y="4703158"/>
                  <a:pt x="474613" y="4704263"/>
                  <a:pt x="477794" y="4706472"/>
                </a:cubicBezTo>
                <a:cubicBezTo>
                  <a:pt x="480975" y="4708681"/>
                  <a:pt x="483508" y="4712319"/>
                  <a:pt x="485393" y="4717385"/>
                </a:cubicBezTo>
                <a:cubicBezTo>
                  <a:pt x="486689" y="4720920"/>
                  <a:pt x="487337" y="4726340"/>
                  <a:pt x="487337" y="4733645"/>
                </a:cubicBezTo>
                <a:lnTo>
                  <a:pt x="487337" y="4768196"/>
                </a:lnTo>
                <a:cubicBezTo>
                  <a:pt x="487337" y="4773322"/>
                  <a:pt x="487750" y="4776797"/>
                  <a:pt x="488575" y="4778624"/>
                </a:cubicBezTo>
                <a:cubicBezTo>
                  <a:pt x="489222" y="4780096"/>
                  <a:pt x="490268" y="4781245"/>
                  <a:pt x="491711" y="4782070"/>
                </a:cubicBezTo>
                <a:cubicBezTo>
                  <a:pt x="493155" y="4782895"/>
                  <a:pt x="495820" y="4783307"/>
                  <a:pt x="499708" y="4783307"/>
                </a:cubicBezTo>
                <a:lnTo>
                  <a:pt x="499708" y="4786488"/>
                </a:lnTo>
                <a:lnTo>
                  <a:pt x="459679" y="4786488"/>
                </a:lnTo>
                <a:lnTo>
                  <a:pt x="459679" y="4783307"/>
                </a:lnTo>
                <a:lnTo>
                  <a:pt x="461358" y="4783307"/>
                </a:lnTo>
                <a:cubicBezTo>
                  <a:pt x="465128" y="4783307"/>
                  <a:pt x="467764" y="4782733"/>
                  <a:pt x="469266" y="4781584"/>
                </a:cubicBezTo>
                <a:cubicBezTo>
                  <a:pt x="470768" y="4780435"/>
                  <a:pt x="471814" y="4778741"/>
                  <a:pt x="472403" y="4776503"/>
                </a:cubicBezTo>
                <a:cubicBezTo>
                  <a:pt x="472639" y="4775619"/>
                  <a:pt x="472757" y="4772850"/>
                  <a:pt x="472757" y="4768196"/>
                </a:cubicBezTo>
                <a:lnTo>
                  <a:pt x="472757" y="4735059"/>
                </a:lnTo>
                <a:cubicBezTo>
                  <a:pt x="472757" y="4727695"/>
                  <a:pt x="471799" y="4722349"/>
                  <a:pt x="469885" y="4719020"/>
                </a:cubicBezTo>
                <a:cubicBezTo>
                  <a:pt x="467970" y="4715692"/>
                  <a:pt x="464745" y="4714028"/>
                  <a:pt x="460208" y="4714028"/>
                </a:cubicBezTo>
                <a:cubicBezTo>
                  <a:pt x="453198" y="4714028"/>
                  <a:pt x="446217" y="4717857"/>
                  <a:pt x="439266" y="4725515"/>
                </a:cubicBezTo>
                <a:lnTo>
                  <a:pt x="439266" y="4768196"/>
                </a:lnTo>
                <a:cubicBezTo>
                  <a:pt x="439266" y="4773675"/>
                  <a:pt x="439590" y="4777062"/>
                  <a:pt x="440238" y="4778358"/>
                </a:cubicBezTo>
                <a:cubicBezTo>
                  <a:pt x="441062" y="4780067"/>
                  <a:pt x="442196" y="4781319"/>
                  <a:pt x="443640" y="4782114"/>
                </a:cubicBezTo>
                <a:cubicBezTo>
                  <a:pt x="445084" y="4782909"/>
                  <a:pt x="448014" y="4783307"/>
                  <a:pt x="452432" y="4783307"/>
                </a:cubicBezTo>
                <a:lnTo>
                  <a:pt x="452432" y="4786488"/>
                </a:lnTo>
                <a:lnTo>
                  <a:pt x="417779" y="4786488"/>
                </a:lnTo>
                <a:lnTo>
                  <a:pt x="412402" y="4786488"/>
                </a:lnTo>
                <a:lnTo>
                  <a:pt x="378455" y="4786488"/>
                </a:lnTo>
                <a:lnTo>
                  <a:pt x="378455" y="4783307"/>
                </a:lnTo>
                <a:cubicBezTo>
                  <a:pt x="382402" y="4783307"/>
                  <a:pt x="385053" y="4782924"/>
                  <a:pt x="386408" y="4782158"/>
                </a:cubicBezTo>
                <a:cubicBezTo>
                  <a:pt x="387763" y="4781392"/>
                  <a:pt x="388838" y="4780126"/>
                  <a:pt x="389634" y="4778358"/>
                </a:cubicBezTo>
                <a:cubicBezTo>
                  <a:pt x="390429" y="4776591"/>
                  <a:pt x="390827" y="4773204"/>
                  <a:pt x="390827" y="4768196"/>
                </a:cubicBezTo>
                <a:lnTo>
                  <a:pt x="390827" y="4737003"/>
                </a:lnTo>
                <a:cubicBezTo>
                  <a:pt x="390827" y="4728225"/>
                  <a:pt x="390562" y="4722540"/>
                  <a:pt x="390031" y="4719948"/>
                </a:cubicBezTo>
                <a:cubicBezTo>
                  <a:pt x="389619" y="4718063"/>
                  <a:pt x="388971" y="4716752"/>
                  <a:pt x="388087" y="4716016"/>
                </a:cubicBezTo>
                <a:cubicBezTo>
                  <a:pt x="387204" y="4715279"/>
                  <a:pt x="385996" y="4714911"/>
                  <a:pt x="384464" y="4714911"/>
                </a:cubicBezTo>
                <a:cubicBezTo>
                  <a:pt x="382815" y="4714911"/>
                  <a:pt x="380812" y="4715353"/>
                  <a:pt x="378455" y="4716237"/>
                </a:cubicBezTo>
                <a:lnTo>
                  <a:pt x="377218" y="4713056"/>
                </a:lnTo>
                <a:close/>
                <a:moveTo>
                  <a:pt x="311641" y="4703158"/>
                </a:moveTo>
                <a:lnTo>
                  <a:pt x="315441" y="4703158"/>
                </a:lnTo>
                <a:lnTo>
                  <a:pt x="315441" y="4720302"/>
                </a:lnTo>
                <a:cubicBezTo>
                  <a:pt x="324925" y="4708873"/>
                  <a:pt x="333968" y="4703158"/>
                  <a:pt x="342569" y="4703158"/>
                </a:cubicBezTo>
                <a:cubicBezTo>
                  <a:pt x="346988" y="4703158"/>
                  <a:pt x="350787" y="4704263"/>
                  <a:pt x="353968" y="4706472"/>
                </a:cubicBezTo>
                <a:cubicBezTo>
                  <a:pt x="357150" y="4708681"/>
                  <a:pt x="359683" y="4712319"/>
                  <a:pt x="361568" y="4717385"/>
                </a:cubicBezTo>
                <a:cubicBezTo>
                  <a:pt x="362864" y="4720920"/>
                  <a:pt x="363512" y="4726340"/>
                  <a:pt x="363512" y="4733645"/>
                </a:cubicBezTo>
                <a:lnTo>
                  <a:pt x="363512" y="4768196"/>
                </a:lnTo>
                <a:cubicBezTo>
                  <a:pt x="363512" y="4773322"/>
                  <a:pt x="363925" y="4776797"/>
                  <a:pt x="364749" y="4778624"/>
                </a:cubicBezTo>
                <a:cubicBezTo>
                  <a:pt x="365397" y="4780096"/>
                  <a:pt x="366443" y="4781245"/>
                  <a:pt x="367886" y="4782070"/>
                </a:cubicBezTo>
                <a:cubicBezTo>
                  <a:pt x="369330" y="4782895"/>
                  <a:pt x="371995" y="4783307"/>
                  <a:pt x="375884" y="4783307"/>
                </a:cubicBezTo>
                <a:lnTo>
                  <a:pt x="375884" y="4786488"/>
                </a:lnTo>
                <a:lnTo>
                  <a:pt x="335853" y="4786488"/>
                </a:lnTo>
                <a:lnTo>
                  <a:pt x="335853" y="4783307"/>
                </a:lnTo>
                <a:lnTo>
                  <a:pt x="337532" y="4783307"/>
                </a:lnTo>
                <a:cubicBezTo>
                  <a:pt x="341303" y="4783307"/>
                  <a:pt x="343939" y="4782733"/>
                  <a:pt x="345441" y="4781584"/>
                </a:cubicBezTo>
                <a:cubicBezTo>
                  <a:pt x="346943" y="4780435"/>
                  <a:pt x="347989" y="4778741"/>
                  <a:pt x="348578" y="4776503"/>
                </a:cubicBezTo>
                <a:cubicBezTo>
                  <a:pt x="348814" y="4775619"/>
                  <a:pt x="348932" y="4772850"/>
                  <a:pt x="348932" y="4768196"/>
                </a:cubicBezTo>
                <a:lnTo>
                  <a:pt x="348932" y="4735059"/>
                </a:lnTo>
                <a:cubicBezTo>
                  <a:pt x="348932" y="4727695"/>
                  <a:pt x="347974" y="4722349"/>
                  <a:pt x="346060" y="4719020"/>
                </a:cubicBezTo>
                <a:cubicBezTo>
                  <a:pt x="344145" y="4715692"/>
                  <a:pt x="340920" y="4714028"/>
                  <a:pt x="336384" y="4714028"/>
                </a:cubicBezTo>
                <a:cubicBezTo>
                  <a:pt x="329373" y="4714028"/>
                  <a:pt x="322392" y="4717857"/>
                  <a:pt x="315441" y="4725515"/>
                </a:cubicBezTo>
                <a:lnTo>
                  <a:pt x="315441" y="4768196"/>
                </a:lnTo>
                <a:cubicBezTo>
                  <a:pt x="315441" y="4773675"/>
                  <a:pt x="315765" y="4777062"/>
                  <a:pt x="316413" y="4778358"/>
                </a:cubicBezTo>
                <a:cubicBezTo>
                  <a:pt x="317237" y="4780067"/>
                  <a:pt x="318372" y="4781319"/>
                  <a:pt x="319815" y="4782114"/>
                </a:cubicBezTo>
                <a:cubicBezTo>
                  <a:pt x="321258" y="4782909"/>
                  <a:pt x="324189" y="4783307"/>
                  <a:pt x="328607" y="4783307"/>
                </a:cubicBezTo>
                <a:lnTo>
                  <a:pt x="328607" y="4786488"/>
                </a:lnTo>
                <a:lnTo>
                  <a:pt x="288577" y="4786488"/>
                </a:lnTo>
                <a:lnTo>
                  <a:pt x="288577" y="4783307"/>
                </a:lnTo>
                <a:lnTo>
                  <a:pt x="290344" y="4783307"/>
                </a:lnTo>
                <a:cubicBezTo>
                  <a:pt x="294468" y="4783307"/>
                  <a:pt x="297252" y="4782261"/>
                  <a:pt x="298695" y="4780170"/>
                </a:cubicBezTo>
                <a:cubicBezTo>
                  <a:pt x="300138" y="4778079"/>
                  <a:pt x="300860" y="4774087"/>
                  <a:pt x="300860" y="4768196"/>
                </a:cubicBezTo>
                <a:lnTo>
                  <a:pt x="300860" y="4738152"/>
                </a:lnTo>
                <a:cubicBezTo>
                  <a:pt x="300860" y="4728431"/>
                  <a:pt x="300639" y="4722511"/>
                  <a:pt x="300197" y="4720390"/>
                </a:cubicBezTo>
                <a:cubicBezTo>
                  <a:pt x="299756" y="4718269"/>
                  <a:pt x="299078" y="4716826"/>
                  <a:pt x="298165" y="4716060"/>
                </a:cubicBezTo>
                <a:cubicBezTo>
                  <a:pt x="297252" y="4715294"/>
                  <a:pt x="296030" y="4714911"/>
                  <a:pt x="294498" y="4714911"/>
                </a:cubicBezTo>
                <a:cubicBezTo>
                  <a:pt x="292848" y="4714911"/>
                  <a:pt x="290875" y="4715353"/>
                  <a:pt x="288577" y="4716237"/>
                </a:cubicBezTo>
                <a:lnTo>
                  <a:pt x="287252" y="4713056"/>
                </a:lnTo>
                <a:close/>
                <a:moveTo>
                  <a:pt x="249138" y="4703158"/>
                </a:moveTo>
                <a:cubicBezTo>
                  <a:pt x="256325" y="4703158"/>
                  <a:pt x="262216" y="4704366"/>
                  <a:pt x="266811" y="4706781"/>
                </a:cubicBezTo>
                <a:cubicBezTo>
                  <a:pt x="270287" y="4708608"/>
                  <a:pt x="272850" y="4711465"/>
                  <a:pt x="274499" y="4715353"/>
                </a:cubicBezTo>
                <a:cubicBezTo>
                  <a:pt x="275560" y="4717886"/>
                  <a:pt x="276090" y="4723070"/>
                  <a:pt x="276090" y="4730906"/>
                </a:cubicBezTo>
                <a:lnTo>
                  <a:pt x="276090" y="4758388"/>
                </a:lnTo>
                <a:cubicBezTo>
                  <a:pt x="276090" y="4766105"/>
                  <a:pt x="276237" y="4770833"/>
                  <a:pt x="276531" y="4772570"/>
                </a:cubicBezTo>
                <a:cubicBezTo>
                  <a:pt x="276826" y="4774308"/>
                  <a:pt x="277312" y="4775472"/>
                  <a:pt x="277990" y="4776061"/>
                </a:cubicBezTo>
                <a:cubicBezTo>
                  <a:pt x="278667" y="4776650"/>
                  <a:pt x="279448" y="4776945"/>
                  <a:pt x="280331" y="4776945"/>
                </a:cubicBezTo>
                <a:cubicBezTo>
                  <a:pt x="281274" y="4776945"/>
                  <a:pt x="282099" y="4776738"/>
                  <a:pt x="282805" y="4776326"/>
                </a:cubicBezTo>
                <a:cubicBezTo>
                  <a:pt x="284042" y="4775560"/>
                  <a:pt x="286428" y="4773410"/>
                  <a:pt x="289963" y="4769875"/>
                </a:cubicBezTo>
                <a:lnTo>
                  <a:pt x="289963" y="4774824"/>
                </a:lnTo>
                <a:cubicBezTo>
                  <a:pt x="283365" y="4783660"/>
                  <a:pt x="277061" y="4788079"/>
                  <a:pt x="271053" y="4788079"/>
                </a:cubicBezTo>
                <a:cubicBezTo>
                  <a:pt x="268166" y="4788079"/>
                  <a:pt x="265869" y="4787077"/>
                  <a:pt x="264160" y="4785074"/>
                </a:cubicBezTo>
                <a:cubicBezTo>
                  <a:pt x="262452" y="4783071"/>
                  <a:pt x="261568" y="4779654"/>
                  <a:pt x="261509" y="4774824"/>
                </a:cubicBezTo>
                <a:cubicBezTo>
                  <a:pt x="253203" y="4781245"/>
                  <a:pt x="247989" y="4784956"/>
                  <a:pt x="245868" y="4785958"/>
                </a:cubicBezTo>
                <a:cubicBezTo>
                  <a:pt x="242687" y="4787431"/>
                  <a:pt x="239300" y="4788167"/>
                  <a:pt x="235706" y="4788167"/>
                </a:cubicBezTo>
                <a:cubicBezTo>
                  <a:pt x="230110" y="4788167"/>
                  <a:pt x="225499" y="4786253"/>
                  <a:pt x="221877" y="4782423"/>
                </a:cubicBezTo>
                <a:cubicBezTo>
                  <a:pt x="218254" y="4778594"/>
                  <a:pt x="216442" y="4773557"/>
                  <a:pt x="216442" y="4767313"/>
                </a:cubicBezTo>
                <a:cubicBezTo>
                  <a:pt x="216442" y="4763366"/>
                  <a:pt x="217326" y="4759949"/>
                  <a:pt x="219093" y="4757062"/>
                </a:cubicBezTo>
                <a:cubicBezTo>
                  <a:pt x="221508" y="4753056"/>
                  <a:pt x="225706" y="4749286"/>
                  <a:pt x="231685" y="4745751"/>
                </a:cubicBezTo>
                <a:cubicBezTo>
                  <a:pt x="237665" y="4742217"/>
                  <a:pt x="247606" y="4737916"/>
                  <a:pt x="261509" y="4732850"/>
                </a:cubicBezTo>
                <a:lnTo>
                  <a:pt x="261509" y="4729668"/>
                </a:lnTo>
                <a:cubicBezTo>
                  <a:pt x="261509" y="4721598"/>
                  <a:pt x="260228" y="4716060"/>
                  <a:pt x="257665" y="4713056"/>
                </a:cubicBezTo>
                <a:cubicBezTo>
                  <a:pt x="255102" y="4710051"/>
                  <a:pt x="251376" y="4708549"/>
                  <a:pt x="246487" y="4708549"/>
                </a:cubicBezTo>
                <a:cubicBezTo>
                  <a:pt x="242775" y="4708549"/>
                  <a:pt x="239830" y="4709550"/>
                  <a:pt x="237650" y="4711553"/>
                </a:cubicBezTo>
                <a:cubicBezTo>
                  <a:pt x="235411" y="4713556"/>
                  <a:pt x="234292" y="4715854"/>
                  <a:pt x="234292" y="4718446"/>
                </a:cubicBezTo>
                <a:lnTo>
                  <a:pt x="234469" y="4723571"/>
                </a:lnTo>
                <a:cubicBezTo>
                  <a:pt x="234469" y="4726281"/>
                  <a:pt x="233776" y="4728372"/>
                  <a:pt x="232392" y="4729845"/>
                </a:cubicBezTo>
                <a:cubicBezTo>
                  <a:pt x="231008" y="4731318"/>
                  <a:pt x="229196" y="4732054"/>
                  <a:pt x="226958" y="4732054"/>
                </a:cubicBezTo>
                <a:cubicBezTo>
                  <a:pt x="224778" y="4732054"/>
                  <a:pt x="222996" y="4731288"/>
                  <a:pt x="221612" y="4729757"/>
                </a:cubicBezTo>
                <a:cubicBezTo>
                  <a:pt x="220227" y="4728225"/>
                  <a:pt x="219535" y="4726134"/>
                  <a:pt x="219535" y="4723483"/>
                </a:cubicBezTo>
                <a:cubicBezTo>
                  <a:pt x="219535" y="4718416"/>
                  <a:pt x="222127" y="4713762"/>
                  <a:pt x="227311" y="4709521"/>
                </a:cubicBezTo>
                <a:cubicBezTo>
                  <a:pt x="232495" y="4705279"/>
                  <a:pt x="239771" y="4703158"/>
                  <a:pt x="249138" y="4703158"/>
                </a:cubicBezTo>
                <a:close/>
                <a:moveTo>
                  <a:pt x="26333" y="4703158"/>
                </a:moveTo>
                <a:lnTo>
                  <a:pt x="30132" y="4703158"/>
                </a:lnTo>
                <a:lnTo>
                  <a:pt x="30132" y="4720390"/>
                </a:lnTo>
                <a:cubicBezTo>
                  <a:pt x="36024" y="4714499"/>
                  <a:pt x="39499" y="4711111"/>
                  <a:pt x="40560" y="4710228"/>
                </a:cubicBezTo>
                <a:cubicBezTo>
                  <a:pt x="43211" y="4707989"/>
                  <a:pt x="46068" y="4706251"/>
                  <a:pt x="49131" y="4705014"/>
                </a:cubicBezTo>
                <a:cubicBezTo>
                  <a:pt x="52195" y="4703777"/>
                  <a:pt x="55229" y="4703158"/>
                  <a:pt x="58233" y="4703158"/>
                </a:cubicBezTo>
                <a:cubicBezTo>
                  <a:pt x="63300" y="4703158"/>
                  <a:pt x="67659" y="4704631"/>
                  <a:pt x="71311" y="4707577"/>
                </a:cubicBezTo>
                <a:cubicBezTo>
                  <a:pt x="74964" y="4710522"/>
                  <a:pt x="77409" y="4714793"/>
                  <a:pt x="78646" y="4720390"/>
                </a:cubicBezTo>
                <a:cubicBezTo>
                  <a:pt x="84714" y="4713321"/>
                  <a:pt x="89839" y="4708681"/>
                  <a:pt x="94022" y="4706472"/>
                </a:cubicBezTo>
                <a:cubicBezTo>
                  <a:pt x="98204" y="4704263"/>
                  <a:pt x="102505" y="4703158"/>
                  <a:pt x="106923" y="4703158"/>
                </a:cubicBezTo>
                <a:cubicBezTo>
                  <a:pt x="111223" y="4703158"/>
                  <a:pt x="115038" y="4704263"/>
                  <a:pt x="118367" y="4706472"/>
                </a:cubicBezTo>
                <a:cubicBezTo>
                  <a:pt x="121695" y="4708681"/>
                  <a:pt x="124331" y="4712290"/>
                  <a:pt x="126276" y="4717297"/>
                </a:cubicBezTo>
                <a:cubicBezTo>
                  <a:pt x="127571" y="4720714"/>
                  <a:pt x="128220" y="4726075"/>
                  <a:pt x="128220" y="4733380"/>
                </a:cubicBezTo>
                <a:lnTo>
                  <a:pt x="128220" y="4768196"/>
                </a:lnTo>
                <a:cubicBezTo>
                  <a:pt x="128220" y="4773263"/>
                  <a:pt x="128603" y="4776738"/>
                  <a:pt x="129368" y="4778624"/>
                </a:cubicBezTo>
                <a:cubicBezTo>
                  <a:pt x="129957" y="4779920"/>
                  <a:pt x="131048" y="4781024"/>
                  <a:pt x="132638" y="4781937"/>
                </a:cubicBezTo>
                <a:cubicBezTo>
                  <a:pt x="134229" y="4782850"/>
                  <a:pt x="136821" y="4783307"/>
                  <a:pt x="140414" y="4783307"/>
                </a:cubicBezTo>
                <a:lnTo>
                  <a:pt x="140414" y="4786488"/>
                </a:lnTo>
                <a:lnTo>
                  <a:pt x="100472" y="4786488"/>
                </a:lnTo>
                <a:lnTo>
                  <a:pt x="100472" y="4783307"/>
                </a:lnTo>
                <a:lnTo>
                  <a:pt x="102151" y="4783307"/>
                </a:lnTo>
                <a:cubicBezTo>
                  <a:pt x="105627" y="4783307"/>
                  <a:pt x="108337" y="4782630"/>
                  <a:pt x="110281" y="4781275"/>
                </a:cubicBezTo>
                <a:cubicBezTo>
                  <a:pt x="111636" y="4780332"/>
                  <a:pt x="112608" y="4778830"/>
                  <a:pt x="113197" y="4776768"/>
                </a:cubicBezTo>
                <a:cubicBezTo>
                  <a:pt x="113433" y="4775766"/>
                  <a:pt x="113551" y="4772909"/>
                  <a:pt x="113551" y="4768196"/>
                </a:cubicBezTo>
                <a:lnTo>
                  <a:pt x="113551" y="4733380"/>
                </a:lnTo>
                <a:cubicBezTo>
                  <a:pt x="113551" y="4726782"/>
                  <a:pt x="112756" y="4722128"/>
                  <a:pt x="111165" y="4719418"/>
                </a:cubicBezTo>
                <a:cubicBezTo>
                  <a:pt x="108867" y="4715648"/>
                  <a:pt x="105185" y="4713762"/>
                  <a:pt x="100119" y="4713762"/>
                </a:cubicBezTo>
                <a:cubicBezTo>
                  <a:pt x="96997" y="4713762"/>
                  <a:pt x="93859" y="4714543"/>
                  <a:pt x="90708" y="4716104"/>
                </a:cubicBezTo>
                <a:cubicBezTo>
                  <a:pt x="87556" y="4717665"/>
                  <a:pt x="83742" y="4720567"/>
                  <a:pt x="79265" y="4724808"/>
                </a:cubicBezTo>
                <a:lnTo>
                  <a:pt x="79088" y="4725780"/>
                </a:lnTo>
                <a:lnTo>
                  <a:pt x="79265" y="4729580"/>
                </a:lnTo>
                <a:lnTo>
                  <a:pt x="79265" y="4768196"/>
                </a:lnTo>
                <a:cubicBezTo>
                  <a:pt x="79265" y="4773734"/>
                  <a:pt x="79574" y="4777180"/>
                  <a:pt x="80192" y="4778535"/>
                </a:cubicBezTo>
                <a:cubicBezTo>
                  <a:pt x="80811" y="4779890"/>
                  <a:pt x="81975" y="4781024"/>
                  <a:pt x="83683" y="4781937"/>
                </a:cubicBezTo>
                <a:cubicBezTo>
                  <a:pt x="85391" y="4782850"/>
                  <a:pt x="88307" y="4783307"/>
                  <a:pt x="92431" y="4783307"/>
                </a:cubicBezTo>
                <a:lnTo>
                  <a:pt x="92431" y="4786488"/>
                </a:lnTo>
                <a:lnTo>
                  <a:pt x="51517" y="4786488"/>
                </a:lnTo>
                <a:lnTo>
                  <a:pt x="51517" y="4783307"/>
                </a:lnTo>
                <a:cubicBezTo>
                  <a:pt x="55995" y="4783307"/>
                  <a:pt x="59073" y="4782777"/>
                  <a:pt x="60752" y="4781716"/>
                </a:cubicBezTo>
                <a:cubicBezTo>
                  <a:pt x="62431" y="4780656"/>
                  <a:pt x="63594" y="4779065"/>
                  <a:pt x="64242" y="4776945"/>
                </a:cubicBezTo>
                <a:cubicBezTo>
                  <a:pt x="64537" y="4775943"/>
                  <a:pt x="64684" y="4773027"/>
                  <a:pt x="64684" y="4768196"/>
                </a:cubicBezTo>
                <a:lnTo>
                  <a:pt x="64684" y="4733380"/>
                </a:lnTo>
                <a:cubicBezTo>
                  <a:pt x="64684" y="4726782"/>
                  <a:pt x="63712" y="4722039"/>
                  <a:pt x="61768" y="4719153"/>
                </a:cubicBezTo>
                <a:cubicBezTo>
                  <a:pt x="59176" y="4715382"/>
                  <a:pt x="55553" y="4713497"/>
                  <a:pt x="50899" y="4713497"/>
                </a:cubicBezTo>
                <a:cubicBezTo>
                  <a:pt x="47718" y="4713497"/>
                  <a:pt x="44566" y="4714352"/>
                  <a:pt x="41443" y="4716060"/>
                </a:cubicBezTo>
                <a:cubicBezTo>
                  <a:pt x="36554" y="4718652"/>
                  <a:pt x="32783" y="4721568"/>
                  <a:pt x="30132" y="4724808"/>
                </a:cubicBezTo>
                <a:lnTo>
                  <a:pt x="30132" y="4768196"/>
                </a:lnTo>
                <a:cubicBezTo>
                  <a:pt x="30132" y="4773498"/>
                  <a:pt x="30501" y="4776945"/>
                  <a:pt x="31237" y="4778535"/>
                </a:cubicBezTo>
                <a:cubicBezTo>
                  <a:pt x="31973" y="4780126"/>
                  <a:pt x="33063" y="4781319"/>
                  <a:pt x="34506" y="4782114"/>
                </a:cubicBezTo>
                <a:cubicBezTo>
                  <a:pt x="35950" y="4782909"/>
                  <a:pt x="38881" y="4783307"/>
                  <a:pt x="43299" y="4783307"/>
                </a:cubicBezTo>
                <a:lnTo>
                  <a:pt x="43299" y="4786488"/>
                </a:lnTo>
                <a:lnTo>
                  <a:pt x="3269" y="4786488"/>
                </a:lnTo>
                <a:lnTo>
                  <a:pt x="3269" y="4783307"/>
                </a:lnTo>
                <a:cubicBezTo>
                  <a:pt x="6981" y="4783307"/>
                  <a:pt x="9572" y="4782909"/>
                  <a:pt x="11045" y="4782114"/>
                </a:cubicBezTo>
                <a:cubicBezTo>
                  <a:pt x="12518" y="4781319"/>
                  <a:pt x="13637" y="4780052"/>
                  <a:pt x="14404" y="4778314"/>
                </a:cubicBezTo>
                <a:cubicBezTo>
                  <a:pt x="15169" y="4776576"/>
                  <a:pt x="15552" y="4773204"/>
                  <a:pt x="15552" y="4768196"/>
                </a:cubicBezTo>
                <a:lnTo>
                  <a:pt x="15552" y="4737268"/>
                </a:lnTo>
                <a:cubicBezTo>
                  <a:pt x="15552" y="4728372"/>
                  <a:pt x="15287" y="4722629"/>
                  <a:pt x="14757" y="4720036"/>
                </a:cubicBezTo>
                <a:cubicBezTo>
                  <a:pt x="14344" y="4718092"/>
                  <a:pt x="13696" y="4716752"/>
                  <a:pt x="12813" y="4716016"/>
                </a:cubicBezTo>
                <a:cubicBezTo>
                  <a:pt x="11929" y="4715279"/>
                  <a:pt x="10721" y="4714911"/>
                  <a:pt x="9190" y="4714911"/>
                </a:cubicBezTo>
                <a:cubicBezTo>
                  <a:pt x="7540" y="4714911"/>
                  <a:pt x="5567" y="4715353"/>
                  <a:pt x="3269" y="4716237"/>
                </a:cubicBezTo>
                <a:lnTo>
                  <a:pt x="1943" y="4713056"/>
                </a:lnTo>
                <a:close/>
                <a:moveTo>
                  <a:pt x="177886" y="4703070"/>
                </a:moveTo>
                <a:cubicBezTo>
                  <a:pt x="186959" y="4703070"/>
                  <a:pt x="194411" y="4706060"/>
                  <a:pt x="200243" y="4712039"/>
                </a:cubicBezTo>
                <a:cubicBezTo>
                  <a:pt x="206075" y="4718019"/>
                  <a:pt x="208991" y="4726016"/>
                  <a:pt x="208991" y="4736031"/>
                </a:cubicBezTo>
                <a:lnTo>
                  <a:pt x="153055" y="4736031"/>
                </a:lnTo>
                <a:cubicBezTo>
                  <a:pt x="152996" y="4748049"/>
                  <a:pt x="155913" y="4757474"/>
                  <a:pt x="161803" y="4764308"/>
                </a:cubicBezTo>
                <a:cubicBezTo>
                  <a:pt x="167695" y="4771142"/>
                  <a:pt x="174617" y="4774559"/>
                  <a:pt x="182570" y="4774559"/>
                </a:cubicBezTo>
                <a:cubicBezTo>
                  <a:pt x="187872" y="4774559"/>
                  <a:pt x="192481" y="4773101"/>
                  <a:pt x="196399" y="4770185"/>
                </a:cubicBezTo>
                <a:cubicBezTo>
                  <a:pt x="200317" y="4767268"/>
                  <a:pt x="203601" y="4762276"/>
                  <a:pt x="206252" y="4755206"/>
                </a:cubicBezTo>
                <a:lnTo>
                  <a:pt x="208991" y="4756974"/>
                </a:lnTo>
                <a:cubicBezTo>
                  <a:pt x="207754" y="4765045"/>
                  <a:pt x="204160" y="4772394"/>
                  <a:pt x="198211" y="4779021"/>
                </a:cubicBezTo>
                <a:cubicBezTo>
                  <a:pt x="192260" y="4785649"/>
                  <a:pt x="184808" y="4788962"/>
                  <a:pt x="175854" y="4788962"/>
                </a:cubicBezTo>
                <a:cubicBezTo>
                  <a:pt x="166134" y="4788962"/>
                  <a:pt x="157812" y="4785177"/>
                  <a:pt x="150890" y="4777607"/>
                </a:cubicBezTo>
                <a:cubicBezTo>
                  <a:pt x="143968" y="4770037"/>
                  <a:pt x="140507" y="4759860"/>
                  <a:pt x="140507" y="4747077"/>
                </a:cubicBezTo>
                <a:cubicBezTo>
                  <a:pt x="140507" y="4733233"/>
                  <a:pt x="144057" y="4722437"/>
                  <a:pt x="151156" y="4714690"/>
                </a:cubicBezTo>
                <a:cubicBezTo>
                  <a:pt x="158254" y="4706943"/>
                  <a:pt x="167165" y="4703070"/>
                  <a:pt x="177886" y="4703070"/>
                </a:cubicBezTo>
                <a:close/>
                <a:moveTo>
                  <a:pt x="637933" y="4661008"/>
                </a:moveTo>
                <a:cubicBezTo>
                  <a:pt x="644118" y="4661008"/>
                  <a:pt x="649803" y="4663010"/>
                  <a:pt x="654987" y="4667016"/>
                </a:cubicBezTo>
                <a:cubicBezTo>
                  <a:pt x="658404" y="4669667"/>
                  <a:pt x="660113" y="4672642"/>
                  <a:pt x="660113" y="4675942"/>
                </a:cubicBezTo>
                <a:cubicBezTo>
                  <a:pt x="660113" y="4677709"/>
                  <a:pt x="659347" y="4679373"/>
                  <a:pt x="657815" y="4680934"/>
                </a:cubicBezTo>
                <a:cubicBezTo>
                  <a:pt x="656283" y="4682495"/>
                  <a:pt x="654634" y="4683276"/>
                  <a:pt x="652866" y="4683276"/>
                </a:cubicBezTo>
                <a:cubicBezTo>
                  <a:pt x="651512" y="4683276"/>
                  <a:pt x="650083" y="4682790"/>
                  <a:pt x="648581" y="4681818"/>
                </a:cubicBezTo>
                <a:cubicBezTo>
                  <a:pt x="647078" y="4680846"/>
                  <a:pt x="645238" y="4678754"/>
                  <a:pt x="643058" y="4675544"/>
                </a:cubicBezTo>
                <a:cubicBezTo>
                  <a:pt x="640878" y="4672333"/>
                  <a:pt x="638875" y="4670168"/>
                  <a:pt x="637049" y="4669049"/>
                </a:cubicBezTo>
                <a:cubicBezTo>
                  <a:pt x="635223" y="4667930"/>
                  <a:pt x="633190" y="4667370"/>
                  <a:pt x="630952" y="4667370"/>
                </a:cubicBezTo>
                <a:cubicBezTo>
                  <a:pt x="628241" y="4667370"/>
                  <a:pt x="625944" y="4668092"/>
                  <a:pt x="624059" y="4669535"/>
                </a:cubicBezTo>
                <a:cubicBezTo>
                  <a:pt x="622174" y="4670978"/>
                  <a:pt x="620819" y="4673217"/>
                  <a:pt x="619994" y="4676251"/>
                </a:cubicBezTo>
                <a:cubicBezTo>
                  <a:pt x="619169" y="4679285"/>
                  <a:pt x="618757" y="4687105"/>
                  <a:pt x="618757" y="4699712"/>
                </a:cubicBezTo>
                <a:lnTo>
                  <a:pt x="618757" y="4705544"/>
                </a:lnTo>
                <a:lnTo>
                  <a:pt x="638793" y="4705544"/>
                </a:lnTo>
                <a:lnTo>
                  <a:pt x="639612" y="4705544"/>
                </a:lnTo>
                <a:lnTo>
                  <a:pt x="667159" y="4705544"/>
                </a:lnTo>
                <a:lnTo>
                  <a:pt x="667159" y="4759713"/>
                </a:lnTo>
                <a:cubicBezTo>
                  <a:pt x="667159" y="4767254"/>
                  <a:pt x="668470" y="4772202"/>
                  <a:pt x="671091" y="4774559"/>
                </a:cubicBezTo>
                <a:cubicBezTo>
                  <a:pt x="673712" y="4776915"/>
                  <a:pt x="676879" y="4778093"/>
                  <a:pt x="680591" y="4778093"/>
                </a:cubicBezTo>
                <a:cubicBezTo>
                  <a:pt x="683124" y="4778093"/>
                  <a:pt x="685996" y="4777298"/>
                  <a:pt x="689206" y="4775707"/>
                </a:cubicBezTo>
                <a:cubicBezTo>
                  <a:pt x="692417" y="4774117"/>
                  <a:pt x="696231" y="4771083"/>
                  <a:pt x="700650" y="4766606"/>
                </a:cubicBezTo>
                <a:lnTo>
                  <a:pt x="700650" y="4720743"/>
                </a:lnTo>
                <a:cubicBezTo>
                  <a:pt x="700650" y="4716148"/>
                  <a:pt x="699811" y="4713041"/>
                  <a:pt x="698131" y="4711421"/>
                </a:cubicBezTo>
                <a:cubicBezTo>
                  <a:pt x="696452" y="4709801"/>
                  <a:pt x="692962" y="4708932"/>
                  <a:pt x="687660" y="4708814"/>
                </a:cubicBezTo>
                <a:lnTo>
                  <a:pt x="687660" y="4705544"/>
                </a:lnTo>
                <a:lnTo>
                  <a:pt x="715230" y="4705544"/>
                </a:lnTo>
                <a:lnTo>
                  <a:pt x="715230" y="4754588"/>
                </a:lnTo>
                <a:cubicBezTo>
                  <a:pt x="715230" y="4763955"/>
                  <a:pt x="715451" y="4769684"/>
                  <a:pt x="715893" y="4771775"/>
                </a:cubicBezTo>
                <a:cubicBezTo>
                  <a:pt x="716335" y="4773866"/>
                  <a:pt x="717042" y="4775325"/>
                  <a:pt x="718014" y="4776149"/>
                </a:cubicBezTo>
                <a:cubicBezTo>
                  <a:pt x="718986" y="4776974"/>
                  <a:pt x="720120" y="4777386"/>
                  <a:pt x="721416" y="4777386"/>
                </a:cubicBezTo>
                <a:cubicBezTo>
                  <a:pt x="723242" y="4777386"/>
                  <a:pt x="725304" y="4776886"/>
                  <a:pt x="727601" y="4775884"/>
                </a:cubicBezTo>
                <a:lnTo>
                  <a:pt x="728838" y="4778977"/>
                </a:lnTo>
                <a:lnTo>
                  <a:pt x="704626" y="4788962"/>
                </a:lnTo>
                <a:lnTo>
                  <a:pt x="700650" y="4788962"/>
                </a:lnTo>
                <a:lnTo>
                  <a:pt x="700650" y="4771819"/>
                </a:lnTo>
                <a:cubicBezTo>
                  <a:pt x="693698" y="4779360"/>
                  <a:pt x="688396" y="4784102"/>
                  <a:pt x="684744" y="4786046"/>
                </a:cubicBezTo>
                <a:cubicBezTo>
                  <a:pt x="681091" y="4787990"/>
                  <a:pt x="677232" y="4788962"/>
                  <a:pt x="673168" y="4788962"/>
                </a:cubicBezTo>
                <a:cubicBezTo>
                  <a:pt x="668631" y="4788962"/>
                  <a:pt x="664699" y="4787652"/>
                  <a:pt x="661371" y="4785030"/>
                </a:cubicBezTo>
                <a:cubicBezTo>
                  <a:pt x="658042" y="4782409"/>
                  <a:pt x="655730" y="4779036"/>
                  <a:pt x="654434" y="4774912"/>
                </a:cubicBezTo>
                <a:cubicBezTo>
                  <a:pt x="653138" y="4770788"/>
                  <a:pt x="652490" y="4764956"/>
                  <a:pt x="652490" y="4757416"/>
                </a:cubicBezTo>
                <a:lnTo>
                  <a:pt x="652490" y="4721274"/>
                </a:lnTo>
                <a:cubicBezTo>
                  <a:pt x="652490" y="4717444"/>
                  <a:pt x="652077" y="4714793"/>
                  <a:pt x="651253" y="4713321"/>
                </a:cubicBezTo>
                <a:cubicBezTo>
                  <a:pt x="650428" y="4711848"/>
                  <a:pt x="649205" y="4710714"/>
                  <a:pt x="647585" y="4709919"/>
                </a:cubicBezTo>
                <a:lnTo>
                  <a:pt x="639612" y="4708917"/>
                </a:lnTo>
                <a:lnTo>
                  <a:pt x="639612" y="4711907"/>
                </a:lnTo>
                <a:lnTo>
                  <a:pt x="618757" y="4711907"/>
                </a:lnTo>
                <a:lnTo>
                  <a:pt x="618757" y="4765103"/>
                </a:lnTo>
                <a:cubicBezTo>
                  <a:pt x="618757" y="4772644"/>
                  <a:pt x="619582" y="4777416"/>
                  <a:pt x="621231" y="4779419"/>
                </a:cubicBezTo>
                <a:cubicBezTo>
                  <a:pt x="623411" y="4782011"/>
                  <a:pt x="626327" y="4783307"/>
                  <a:pt x="629980" y="4783307"/>
                </a:cubicBezTo>
                <a:lnTo>
                  <a:pt x="637314" y="4783307"/>
                </a:lnTo>
                <a:lnTo>
                  <a:pt x="637314" y="4786488"/>
                </a:lnTo>
                <a:lnTo>
                  <a:pt x="588977" y="4786488"/>
                </a:lnTo>
                <a:lnTo>
                  <a:pt x="588977" y="4783307"/>
                </a:lnTo>
                <a:lnTo>
                  <a:pt x="592601" y="4783307"/>
                </a:lnTo>
                <a:cubicBezTo>
                  <a:pt x="594957" y="4783307"/>
                  <a:pt x="597107" y="4782718"/>
                  <a:pt x="599051" y="4781540"/>
                </a:cubicBezTo>
                <a:cubicBezTo>
                  <a:pt x="600995" y="4780361"/>
                  <a:pt x="602335" y="4778771"/>
                  <a:pt x="603072" y="4776768"/>
                </a:cubicBezTo>
                <a:cubicBezTo>
                  <a:pt x="603809" y="4774765"/>
                  <a:pt x="604176" y="4770877"/>
                  <a:pt x="604176" y="4765103"/>
                </a:cubicBezTo>
                <a:lnTo>
                  <a:pt x="604176" y="4711907"/>
                </a:lnTo>
                <a:lnTo>
                  <a:pt x="588447" y="4711907"/>
                </a:lnTo>
                <a:lnTo>
                  <a:pt x="588447" y="4705544"/>
                </a:lnTo>
                <a:lnTo>
                  <a:pt x="604176" y="4705544"/>
                </a:lnTo>
                <a:lnTo>
                  <a:pt x="604176" y="4700242"/>
                </a:lnTo>
                <a:cubicBezTo>
                  <a:pt x="604176" y="4692171"/>
                  <a:pt x="605472" y="4685338"/>
                  <a:pt x="608065" y="4679741"/>
                </a:cubicBezTo>
                <a:cubicBezTo>
                  <a:pt x="610657" y="4674145"/>
                  <a:pt x="614619" y="4669623"/>
                  <a:pt x="619950" y="4666177"/>
                </a:cubicBezTo>
                <a:cubicBezTo>
                  <a:pt x="625282" y="4662731"/>
                  <a:pt x="631276" y="4661008"/>
                  <a:pt x="637933" y="4661008"/>
                </a:cubicBezTo>
                <a:close/>
                <a:moveTo>
                  <a:pt x="753855" y="4660831"/>
                </a:moveTo>
                <a:lnTo>
                  <a:pt x="757832" y="4660831"/>
                </a:lnTo>
                <a:lnTo>
                  <a:pt x="757832" y="4768196"/>
                </a:lnTo>
                <a:cubicBezTo>
                  <a:pt x="757832" y="4773263"/>
                  <a:pt x="758201" y="4776621"/>
                  <a:pt x="758937" y="4778270"/>
                </a:cubicBezTo>
                <a:cubicBezTo>
                  <a:pt x="759673" y="4779920"/>
                  <a:pt x="760807" y="4781171"/>
                  <a:pt x="762339" y="4782026"/>
                </a:cubicBezTo>
                <a:cubicBezTo>
                  <a:pt x="763871" y="4782880"/>
                  <a:pt x="766728" y="4783307"/>
                  <a:pt x="770910" y="4783307"/>
                </a:cubicBezTo>
                <a:lnTo>
                  <a:pt x="770910" y="4786488"/>
                </a:lnTo>
                <a:lnTo>
                  <a:pt x="731234" y="4786488"/>
                </a:lnTo>
                <a:lnTo>
                  <a:pt x="731234" y="4783307"/>
                </a:lnTo>
                <a:cubicBezTo>
                  <a:pt x="734945" y="4783307"/>
                  <a:pt x="737478" y="4782924"/>
                  <a:pt x="738834" y="4782158"/>
                </a:cubicBezTo>
                <a:cubicBezTo>
                  <a:pt x="740188" y="4781392"/>
                  <a:pt x="741249" y="4780126"/>
                  <a:pt x="742015" y="4778358"/>
                </a:cubicBezTo>
                <a:cubicBezTo>
                  <a:pt x="742781" y="4776591"/>
                  <a:pt x="743163" y="4773204"/>
                  <a:pt x="743163" y="4768196"/>
                </a:cubicBezTo>
                <a:lnTo>
                  <a:pt x="743163" y="4694675"/>
                </a:lnTo>
                <a:cubicBezTo>
                  <a:pt x="743163" y="4685544"/>
                  <a:pt x="742957" y="4679933"/>
                  <a:pt x="742545" y="4677841"/>
                </a:cubicBezTo>
                <a:cubicBezTo>
                  <a:pt x="742132" y="4675750"/>
                  <a:pt x="741470" y="4674321"/>
                  <a:pt x="740556" y="4673556"/>
                </a:cubicBezTo>
                <a:cubicBezTo>
                  <a:pt x="739644" y="4672790"/>
                  <a:pt x="738480" y="4672407"/>
                  <a:pt x="737066" y="4672407"/>
                </a:cubicBezTo>
                <a:cubicBezTo>
                  <a:pt x="735534" y="4672407"/>
                  <a:pt x="733590" y="4672878"/>
                  <a:pt x="731234" y="4673821"/>
                </a:cubicBezTo>
                <a:lnTo>
                  <a:pt x="729731" y="4670728"/>
                </a:lnTo>
                <a:close/>
                <a:moveTo>
                  <a:pt x="398161" y="4660831"/>
                </a:moveTo>
                <a:cubicBezTo>
                  <a:pt x="400635" y="4660831"/>
                  <a:pt x="402741" y="4661700"/>
                  <a:pt x="404479" y="4663438"/>
                </a:cubicBezTo>
                <a:cubicBezTo>
                  <a:pt x="406217" y="4665175"/>
                  <a:pt x="407086" y="4667282"/>
                  <a:pt x="407086" y="4669756"/>
                </a:cubicBezTo>
                <a:cubicBezTo>
                  <a:pt x="407086" y="4672230"/>
                  <a:pt x="406217" y="4674351"/>
                  <a:pt x="404479" y="4676118"/>
                </a:cubicBezTo>
                <a:cubicBezTo>
                  <a:pt x="402741" y="4677886"/>
                  <a:pt x="400635" y="4678769"/>
                  <a:pt x="398161" y="4678769"/>
                </a:cubicBezTo>
                <a:cubicBezTo>
                  <a:pt x="395687" y="4678769"/>
                  <a:pt x="393566" y="4677886"/>
                  <a:pt x="391799" y="4676118"/>
                </a:cubicBezTo>
                <a:cubicBezTo>
                  <a:pt x="390031" y="4674351"/>
                  <a:pt x="389148" y="4672230"/>
                  <a:pt x="389148" y="4669756"/>
                </a:cubicBezTo>
                <a:cubicBezTo>
                  <a:pt x="389148" y="4667282"/>
                  <a:pt x="390017" y="4665175"/>
                  <a:pt x="391754" y="4663438"/>
                </a:cubicBezTo>
                <a:cubicBezTo>
                  <a:pt x="393493" y="4661700"/>
                  <a:pt x="395628" y="4660831"/>
                  <a:pt x="398161" y="4660831"/>
                </a:cubicBezTo>
                <a:close/>
                <a:moveTo>
                  <a:pt x="10840963" y="4643917"/>
                </a:moveTo>
                <a:lnTo>
                  <a:pt x="10892481" y="4643917"/>
                </a:lnTo>
                <a:lnTo>
                  <a:pt x="10892481" y="4662209"/>
                </a:lnTo>
                <a:lnTo>
                  <a:pt x="10840963" y="4662209"/>
                </a:lnTo>
                <a:close/>
                <a:moveTo>
                  <a:pt x="9584287" y="4619616"/>
                </a:moveTo>
                <a:cubicBezTo>
                  <a:pt x="9579220" y="4619616"/>
                  <a:pt x="9574360" y="4622473"/>
                  <a:pt x="9569706" y="4628187"/>
                </a:cubicBezTo>
                <a:lnTo>
                  <a:pt x="9569706" y="4664948"/>
                </a:lnTo>
                <a:cubicBezTo>
                  <a:pt x="9569706" y="4672430"/>
                  <a:pt x="9569883" y="4677201"/>
                  <a:pt x="9570236" y="4679263"/>
                </a:cubicBezTo>
                <a:cubicBezTo>
                  <a:pt x="9570825" y="4682739"/>
                  <a:pt x="9572239" y="4685552"/>
                  <a:pt x="9574478" y="4687702"/>
                </a:cubicBezTo>
                <a:cubicBezTo>
                  <a:pt x="9576717" y="4689853"/>
                  <a:pt x="9579574" y="4690928"/>
                  <a:pt x="9583049" y="4690928"/>
                </a:cubicBezTo>
                <a:cubicBezTo>
                  <a:pt x="9586054" y="4690928"/>
                  <a:pt x="9588631" y="4690074"/>
                  <a:pt x="9590782" y="4688365"/>
                </a:cubicBezTo>
                <a:cubicBezTo>
                  <a:pt x="9592932" y="4686657"/>
                  <a:pt x="9594729" y="4683269"/>
                  <a:pt x="9596172" y="4678203"/>
                </a:cubicBezTo>
                <a:cubicBezTo>
                  <a:pt x="9597615" y="4673137"/>
                  <a:pt x="9598337" y="4664005"/>
                  <a:pt x="9598337" y="4650809"/>
                </a:cubicBezTo>
                <a:cubicBezTo>
                  <a:pt x="9598337" y="4638143"/>
                  <a:pt x="9596746" y="4629454"/>
                  <a:pt x="9593565" y="4624741"/>
                </a:cubicBezTo>
                <a:cubicBezTo>
                  <a:pt x="9591268" y="4621324"/>
                  <a:pt x="9588175" y="4619616"/>
                  <a:pt x="9584287" y="4619616"/>
                </a:cubicBezTo>
                <a:close/>
                <a:moveTo>
                  <a:pt x="10253581" y="4618290"/>
                </a:moveTo>
                <a:cubicBezTo>
                  <a:pt x="10251401" y="4618290"/>
                  <a:pt x="10249604" y="4618879"/>
                  <a:pt x="10248190" y="4620058"/>
                </a:cubicBezTo>
                <a:cubicBezTo>
                  <a:pt x="10246011" y="4621884"/>
                  <a:pt x="10244228" y="4625095"/>
                  <a:pt x="10242844" y="4629690"/>
                </a:cubicBezTo>
                <a:cubicBezTo>
                  <a:pt x="10241460" y="4634285"/>
                  <a:pt x="10240767" y="4641325"/>
                  <a:pt x="10240767" y="4650809"/>
                </a:cubicBezTo>
                <a:cubicBezTo>
                  <a:pt x="10240767" y="4661237"/>
                  <a:pt x="10241533" y="4668954"/>
                  <a:pt x="10243065" y="4673961"/>
                </a:cubicBezTo>
                <a:cubicBezTo>
                  <a:pt x="10244597" y="4678969"/>
                  <a:pt x="10246688" y="4682592"/>
                  <a:pt x="10249339" y="4684831"/>
                </a:cubicBezTo>
                <a:cubicBezTo>
                  <a:pt x="10250694" y="4685950"/>
                  <a:pt x="10252550" y="4686509"/>
                  <a:pt x="10254906" y="4686509"/>
                </a:cubicBezTo>
                <a:cubicBezTo>
                  <a:pt x="10260090" y="4686509"/>
                  <a:pt x="10264980" y="4682445"/>
                  <a:pt x="10269575" y="4674315"/>
                </a:cubicBezTo>
                <a:lnTo>
                  <a:pt x="10269575" y="4630838"/>
                </a:lnTo>
                <a:cubicBezTo>
                  <a:pt x="10265216" y="4622473"/>
                  <a:pt x="10259884" y="4618290"/>
                  <a:pt x="10253581" y="4618290"/>
                </a:cubicBezTo>
                <a:close/>
                <a:moveTo>
                  <a:pt x="10691465" y="4615816"/>
                </a:moveTo>
                <a:cubicBezTo>
                  <a:pt x="10688461" y="4615816"/>
                  <a:pt x="10685884" y="4616950"/>
                  <a:pt x="10683733" y="4619218"/>
                </a:cubicBezTo>
                <a:cubicBezTo>
                  <a:pt x="10681583" y="4621486"/>
                  <a:pt x="10680169" y="4625964"/>
                  <a:pt x="10679492" y="4632650"/>
                </a:cubicBezTo>
                <a:cubicBezTo>
                  <a:pt x="10678814" y="4639336"/>
                  <a:pt x="10678476" y="4648630"/>
                  <a:pt x="10678476" y="4660530"/>
                </a:cubicBezTo>
                <a:cubicBezTo>
                  <a:pt x="10678476" y="4666833"/>
                  <a:pt x="10678888" y="4672724"/>
                  <a:pt x="10679713" y="4678203"/>
                </a:cubicBezTo>
                <a:cubicBezTo>
                  <a:pt x="10680361" y="4682386"/>
                  <a:pt x="10681745" y="4685567"/>
                  <a:pt x="10683866" y="4687747"/>
                </a:cubicBezTo>
                <a:cubicBezTo>
                  <a:pt x="10685987" y="4689926"/>
                  <a:pt x="10688402" y="4691016"/>
                  <a:pt x="10691112" y="4691016"/>
                </a:cubicBezTo>
                <a:cubicBezTo>
                  <a:pt x="10693763" y="4691016"/>
                  <a:pt x="10695972" y="4690280"/>
                  <a:pt x="10697740" y="4688807"/>
                </a:cubicBezTo>
                <a:cubicBezTo>
                  <a:pt x="10700037" y="4686804"/>
                  <a:pt x="10701569" y="4684006"/>
                  <a:pt x="10702335" y="4680412"/>
                </a:cubicBezTo>
                <a:cubicBezTo>
                  <a:pt x="10703513" y="4674816"/>
                  <a:pt x="10704102" y="4663505"/>
                  <a:pt x="10704102" y="4646479"/>
                </a:cubicBezTo>
                <a:cubicBezTo>
                  <a:pt x="10704102" y="4636464"/>
                  <a:pt x="10703542" y="4629587"/>
                  <a:pt x="10702423" y="4625846"/>
                </a:cubicBezTo>
                <a:cubicBezTo>
                  <a:pt x="10701304" y="4622105"/>
                  <a:pt x="10699654" y="4619380"/>
                  <a:pt x="10697475" y="4617672"/>
                </a:cubicBezTo>
                <a:cubicBezTo>
                  <a:pt x="10695943" y="4616435"/>
                  <a:pt x="10693940" y="4615816"/>
                  <a:pt x="10691465" y="4615816"/>
                </a:cubicBezTo>
                <a:close/>
                <a:moveTo>
                  <a:pt x="10346180" y="4615286"/>
                </a:moveTo>
                <a:cubicBezTo>
                  <a:pt x="10343116" y="4615286"/>
                  <a:pt x="10340612" y="4616788"/>
                  <a:pt x="10338668" y="4619793"/>
                </a:cubicBezTo>
                <a:cubicBezTo>
                  <a:pt x="10335193" y="4625036"/>
                  <a:pt x="10333455" y="4632223"/>
                  <a:pt x="10333455" y="4641354"/>
                </a:cubicBezTo>
                <a:lnTo>
                  <a:pt x="10333455" y="4644447"/>
                </a:lnTo>
                <a:lnTo>
                  <a:pt x="10357491" y="4644447"/>
                </a:lnTo>
                <a:cubicBezTo>
                  <a:pt x="10357491" y="4634962"/>
                  <a:pt x="10356975" y="4628453"/>
                  <a:pt x="10355944" y="4624918"/>
                </a:cubicBezTo>
                <a:cubicBezTo>
                  <a:pt x="10354913" y="4621383"/>
                  <a:pt x="10353308" y="4618703"/>
                  <a:pt x="10351128" y="4616877"/>
                </a:cubicBezTo>
                <a:cubicBezTo>
                  <a:pt x="10349891" y="4615816"/>
                  <a:pt x="10348241" y="4615286"/>
                  <a:pt x="10346180" y="4615286"/>
                </a:cubicBezTo>
                <a:close/>
                <a:moveTo>
                  <a:pt x="9984230" y="4615286"/>
                </a:moveTo>
                <a:cubicBezTo>
                  <a:pt x="9981166" y="4615286"/>
                  <a:pt x="9978662" y="4616788"/>
                  <a:pt x="9976718" y="4619793"/>
                </a:cubicBezTo>
                <a:cubicBezTo>
                  <a:pt x="9973243" y="4625036"/>
                  <a:pt x="9971505" y="4632223"/>
                  <a:pt x="9971505" y="4641354"/>
                </a:cubicBezTo>
                <a:lnTo>
                  <a:pt x="9971505" y="4644447"/>
                </a:lnTo>
                <a:lnTo>
                  <a:pt x="9995541" y="4644447"/>
                </a:lnTo>
                <a:cubicBezTo>
                  <a:pt x="9995541" y="4634962"/>
                  <a:pt x="9995025" y="4628453"/>
                  <a:pt x="9993994" y="4624918"/>
                </a:cubicBezTo>
                <a:cubicBezTo>
                  <a:pt x="9992963" y="4621383"/>
                  <a:pt x="9991358" y="4618703"/>
                  <a:pt x="9989178" y="4616877"/>
                </a:cubicBezTo>
                <a:cubicBezTo>
                  <a:pt x="9987941" y="4615816"/>
                  <a:pt x="9986291" y="4615286"/>
                  <a:pt x="9984230" y="4615286"/>
                </a:cubicBezTo>
                <a:close/>
                <a:moveTo>
                  <a:pt x="10602131" y="4612016"/>
                </a:moveTo>
                <a:lnTo>
                  <a:pt x="10636771" y="4612016"/>
                </a:lnTo>
                <a:lnTo>
                  <a:pt x="10636771" y="4677496"/>
                </a:lnTo>
                <a:cubicBezTo>
                  <a:pt x="10636771" y="4683328"/>
                  <a:pt x="10637449" y="4687054"/>
                  <a:pt x="10638804" y="4688674"/>
                </a:cubicBezTo>
                <a:cubicBezTo>
                  <a:pt x="10640159" y="4690294"/>
                  <a:pt x="10642809" y="4691222"/>
                  <a:pt x="10646757" y="4691458"/>
                </a:cubicBezTo>
                <a:lnTo>
                  <a:pt x="10646757" y="4694639"/>
                </a:lnTo>
                <a:lnTo>
                  <a:pt x="10602131" y="4694639"/>
                </a:lnTo>
                <a:lnTo>
                  <a:pt x="10602131" y="4691458"/>
                </a:lnTo>
                <a:cubicBezTo>
                  <a:pt x="10605784" y="4691340"/>
                  <a:pt x="10608494" y="4690280"/>
                  <a:pt x="10610261" y="4688277"/>
                </a:cubicBezTo>
                <a:cubicBezTo>
                  <a:pt x="10611439" y="4686922"/>
                  <a:pt x="10612029" y="4683328"/>
                  <a:pt x="10612029" y="4677496"/>
                </a:cubicBezTo>
                <a:lnTo>
                  <a:pt x="10612029" y="4629248"/>
                </a:lnTo>
                <a:cubicBezTo>
                  <a:pt x="10612029" y="4623416"/>
                  <a:pt x="10611351" y="4619690"/>
                  <a:pt x="10609996" y="4618070"/>
                </a:cubicBezTo>
                <a:cubicBezTo>
                  <a:pt x="10608641" y="4616449"/>
                  <a:pt x="10606019" y="4615522"/>
                  <a:pt x="10602131" y="4615286"/>
                </a:cubicBezTo>
                <a:close/>
                <a:moveTo>
                  <a:pt x="10478306" y="4612016"/>
                </a:moveTo>
                <a:lnTo>
                  <a:pt x="10512946" y="4612016"/>
                </a:lnTo>
                <a:lnTo>
                  <a:pt x="10512946" y="4677496"/>
                </a:lnTo>
                <a:cubicBezTo>
                  <a:pt x="10512946" y="4683328"/>
                  <a:pt x="10513624" y="4687054"/>
                  <a:pt x="10514979" y="4688674"/>
                </a:cubicBezTo>
                <a:cubicBezTo>
                  <a:pt x="10516333" y="4690294"/>
                  <a:pt x="10518985" y="4691222"/>
                  <a:pt x="10522932" y="4691458"/>
                </a:cubicBezTo>
                <a:lnTo>
                  <a:pt x="10522932" y="4694639"/>
                </a:lnTo>
                <a:lnTo>
                  <a:pt x="10478306" y="4694639"/>
                </a:lnTo>
                <a:lnTo>
                  <a:pt x="10478306" y="4691458"/>
                </a:lnTo>
                <a:cubicBezTo>
                  <a:pt x="10481959" y="4691340"/>
                  <a:pt x="10484669" y="4690280"/>
                  <a:pt x="10486436" y="4688277"/>
                </a:cubicBezTo>
                <a:cubicBezTo>
                  <a:pt x="10487614" y="4686922"/>
                  <a:pt x="10488203" y="4683328"/>
                  <a:pt x="10488203" y="4677496"/>
                </a:cubicBezTo>
                <a:lnTo>
                  <a:pt x="10488203" y="4629248"/>
                </a:lnTo>
                <a:cubicBezTo>
                  <a:pt x="10488203" y="4623416"/>
                  <a:pt x="10487526" y="4619690"/>
                  <a:pt x="10486171" y="4618070"/>
                </a:cubicBezTo>
                <a:cubicBezTo>
                  <a:pt x="10484816" y="4616449"/>
                  <a:pt x="10482195" y="4615522"/>
                  <a:pt x="10478306" y="4615286"/>
                </a:cubicBezTo>
                <a:close/>
                <a:moveTo>
                  <a:pt x="9802031" y="4612016"/>
                </a:moveTo>
                <a:lnTo>
                  <a:pt x="9836671" y="4612016"/>
                </a:lnTo>
                <a:lnTo>
                  <a:pt x="9836671" y="4677496"/>
                </a:lnTo>
                <a:cubicBezTo>
                  <a:pt x="9836671" y="4683328"/>
                  <a:pt x="9837349" y="4687054"/>
                  <a:pt x="9838704" y="4688674"/>
                </a:cubicBezTo>
                <a:cubicBezTo>
                  <a:pt x="9840059" y="4690294"/>
                  <a:pt x="9842710" y="4691222"/>
                  <a:pt x="9846657" y="4691458"/>
                </a:cubicBezTo>
                <a:lnTo>
                  <a:pt x="9846657" y="4694639"/>
                </a:lnTo>
                <a:lnTo>
                  <a:pt x="9802031" y="4694639"/>
                </a:lnTo>
                <a:lnTo>
                  <a:pt x="9802031" y="4691458"/>
                </a:lnTo>
                <a:cubicBezTo>
                  <a:pt x="9805684" y="4691340"/>
                  <a:pt x="9808394" y="4690280"/>
                  <a:pt x="9810161" y="4688277"/>
                </a:cubicBezTo>
                <a:cubicBezTo>
                  <a:pt x="9811339" y="4686922"/>
                  <a:pt x="9811929" y="4683328"/>
                  <a:pt x="9811929" y="4677496"/>
                </a:cubicBezTo>
                <a:lnTo>
                  <a:pt x="9811929" y="4629248"/>
                </a:lnTo>
                <a:cubicBezTo>
                  <a:pt x="9811929" y="4623416"/>
                  <a:pt x="9811251" y="4619690"/>
                  <a:pt x="9809896" y="4618070"/>
                </a:cubicBezTo>
                <a:cubicBezTo>
                  <a:pt x="9808541" y="4616449"/>
                  <a:pt x="9805920" y="4615522"/>
                  <a:pt x="9802031" y="4615286"/>
                </a:cubicBezTo>
                <a:close/>
                <a:moveTo>
                  <a:pt x="9632437" y="4612016"/>
                </a:moveTo>
                <a:lnTo>
                  <a:pt x="9666105" y="4612016"/>
                </a:lnTo>
                <a:lnTo>
                  <a:pt x="9666105" y="4668483"/>
                </a:lnTo>
                <a:cubicBezTo>
                  <a:pt x="9666105" y="4674374"/>
                  <a:pt x="9666385" y="4678174"/>
                  <a:pt x="9666944" y="4679882"/>
                </a:cubicBezTo>
                <a:cubicBezTo>
                  <a:pt x="9667504" y="4681590"/>
                  <a:pt x="9668388" y="4682886"/>
                  <a:pt x="9669595" y="4683770"/>
                </a:cubicBezTo>
                <a:cubicBezTo>
                  <a:pt x="9670803" y="4684654"/>
                  <a:pt x="9672202" y="4685096"/>
                  <a:pt x="9673793" y="4685096"/>
                </a:cubicBezTo>
                <a:cubicBezTo>
                  <a:pt x="9675914" y="4685096"/>
                  <a:pt x="9677828" y="4684536"/>
                  <a:pt x="9679537" y="4683417"/>
                </a:cubicBezTo>
                <a:cubicBezTo>
                  <a:pt x="9681893" y="4681885"/>
                  <a:pt x="9684721" y="4678792"/>
                  <a:pt x="9688020" y="4674138"/>
                </a:cubicBezTo>
                <a:lnTo>
                  <a:pt x="9688020" y="4629955"/>
                </a:lnTo>
                <a:cubicBezTo>
                  <a:pt x="9688020" y="4623710"/>
                  <a:pt x="9687445" y="4619822"/>
                  <a:pt x="9686297" y="4618290"/>
                </a:cubicBezTo>
                <a:cubicBezTo>
                  <a:pt x="9685148" y="4616759"/>
                  <a:pt x="9682747" y="4615757"/>
                  <a:pt x="9679095" y="4615286"/>
                </a:cubicBezTo>
                <a:lnTo>
                  <a:pt x="9679095" y="4612016"/>
                </a:lnTo>
                <a:lnTo>
                  <a:pt x="9712762" y="4612016"/>
                </a:lnTo>
                <a:lnTo>
                  <a:pt x="9712762" y="4676701"/>
                </a:lnTo>
                <a:cubicBezTo>
                  <a:pt x="9712762" y="4683004"/>
                  <a:pt x="9713352" y="4686937"/>
                  <a:pt x="9714530" y="4688498"/>
                </a:cubicBezTo>
                <a:cubicBezTo>
                  <a:pt x="9715708" y="4690059"/>
                  <a:pt x="9718094" y="4691046"/>
                  <a:pt x="9721687" y="4691458"/>
                </a:cubicBezTo>
                <a:lnTo>
                  <a:pt x="9721687" y="4694639"/>
                </a:lnTo>
                <a:lnTo>
                  <a:pt x="9688020" y="4694639"/>
                </a:lnTo>
                <a:lnTo>
                  <a:pt x="9688020" y="4683593"/>
                </a:lnTo>
                <a:cubicBezTo>
                  <a:pt x="9684073" y="4688306"/>
                  <a:pt x="9680126" y="4691738"/>
                  <a:pt x="9676179" y="4693888"/>
                </a:cubicBezTo>
                <a:cubicBezTo>
                  <a:pt x="9672232" y="4696038"/>
                  <a:pt x="9667813" y="4697113"/>
                  <a:pt x="9662924" y="4697113"/>
                </a:cubicBezTo>
                <a:cubicBezTo>
                  <a:pt x="9658270" y="4697113"/>
                  <a:pt x="9654131" y="4695685"/>
                  <a:pt x="9650508" y="4692828"/>
                </a:cubicBezTo>
                <a:cubicBezTo>
                  <a:pt x="9646885" y="4689970"/>
                  <a:pt x="9644455" y="4686627"/>
                  <a:pt x="9643218" y="4682798"/>
                </a:cubicBezTo>
                <a:cubicBezTo>
                  <a:pt x="9641981" y="4678969"/>
                  <a:pt x="9641362" y="4672282"/>
                  <a:pt x="9641362" y="4662739"/>
                </a:cubicBezTo>
                <a:lnTo>
                  <a:pt x="9641362" y="4629955"/>
                </a:lnTo>
                <a:cubicBezTo>
                  <a:pt x="9641362" y="4623710"/>
                  <a:pt x="9640788" y="4619822"/>
                  <a:pt x="9639639" y="4618290"/>
                </a:cubicBezTo>
                <a:cubicBezTo>
                  <a:pt x="9638490" y="4616759"/>
                  <a:pt x="9636090" y="4615757"/>
                  <a:pt x="9632437" y="4615286"/>
                </a:cubicBezTo>
                <a:close/>
                <a:moveTo>
                  <a:pt x="10805891" y="4609542"/>
                </a:moveTo>
                <a:cubicBezTo>
                  <a:pt x="10811252" y="4609542"/>
                  <a:pt x="10815700" y="4611030"/>
                  <a:pt x="10819235" y="4614005"/>
                </a:cubicBezTo>
                <a:cubicBezTo>
                  <a:pt x="10822769" y="4616980"/>
                  <a:pt x="10825125" y="4620676"/>
                  <a:pt x="10826304" y="4625095"/>
                </a:cubicBezTo>
                <a:cubicBezTo>
                  <a:pt x="10827246" y="4628453"/>
                  <a:pt x="10827718" y="4634903"/>
                  <a:pt x="10827718" y="4644447"/>
                </a:cubicBezTo>
                <a:lnTo>
                  <a:pt x="10827718" y="4676612"/>
                </a:lnTo>
                <a:cubicBezTo>
                  <a:pt x="10827718" y="4682975"/>
                  <a:pt x="10828292" y="4686937"/>
                  <a:pt x="10829441" y="4688498"/>
                </a:cubicBezTo>
                <a:cubicBezTo>
                  <a:pt x="10830590" y="4690059"/>
                  <a:pt x="10832990" y="4691046"/>
                  <a:pt x="10836643" y="4691458"/>
                </a:cubicBezTo>
                <a:lnTo>
                  <a:pt x="10836643" y="4694639"/>
                </a:lnTo>
                <a:lnTo>
                  <a:pt x="10794845" y="4694639"/>
                </a:lnTo>
                <a:lnTo>
                  <a:pt x="10794845" y="4691458"/>
                </a:lnTo>
                <a:cubicBezTo>
                  <a:pt x="10797968" y="4691046"/>
                  <a:pt x="10800206" y="4689750"/>
                  <a:pt x="10801561" y="4687570"/>
                </a:cubicBezTo>
                <a:cubicBezTo>
                  <a:pt x="10802504" y="4686097"/>
                  <a:pt x="10802975" y="4682445"/>
                  <a:pt x="10802975" y="4676612"/>
                </a:cubicBezTo>
                <a:lnTo>
                  <a:pt x="10802975" y="4639852"/>
                </a:lnTo>
                <a:cubicBezTo>
                  <a:pt x="10802975" y="4633077"/>
                  <a:pt x="10802710" y="4628806"/>
                  <a:pt x="10802180" y="4627039"/>
                </a:cubicBezTo>
                <a:cubicBezTo>
                  <a:pt x="10801649" y="4625271"/>
                  <a:pt x="10800751" y="4623902"/>
                  <a:pt x="10799485" y="4622930"/>
                </a:cubicBezTo>
                <a:cubicBezTo>
                  <a:pt x="10798218" y="4621958"/>
                  <a:pt x="10796819" y="4621472"/>
                  <a:pt x="10795287" y="4621472"/>
                </a:cubicBezTo>
                <a:cubicBezTo>
                  <a:pt x="10790221" y="4621472"/>
                  <a:pt x="10785508" y="4625095"/>
                  <a:pt x="10781149" y="4632341"/>
                </a:cubicBezTo>
                <a:lnTo>
                  <a:pt x="10781149" y="4676612"/>
                </a:lnTo>
                <a:cubicBezTo>
                  <a:pt x="10781149" y="4682798"/>
                  <a:pt x="10781723" y="4686716"/>
                  <a:pt x="10782872" y="4688365"/>
                </a:cubicBezTo>
                <a:cubicBezTo>
                  <a:pt x="10784020" y="4690015"/>
                  <a:pt x="10786156" y="4691046"/>
                  <a:pt x="10789278" y="4691458"/>
                </a:cubicBezTo>
                <a:lnTo>
                  <a:pt x="10789278" y="4694639"/>
                </a:lnTo>
                <a:lnTo>
                  <a:pt x="10747481" y="4694639"/>
                </a:lnTo>
                <a:lnTo>
                  <a:pt x="10747481" y="4691458"/>
                </a:lnTo>
                <a:cubicBezTo>
                  <a:pt x="10750957" y="4691105"/>
                  <a:pt x="10753431" y="4689985"/>
                  <a:pt x="10754903" y="4688100"/>
                </a:cubicBezTo>
                <a:cubicBezTo>
                  <a:pt x="10755905" y="4686804"/>
                  <a:pt x="10756406" y="4682975"/>
                  <a:pt x="10756406" y="4676612"/>
                </a:cubicBezTo>
                <a:lnTo>
                  <a:pt x="10756406" y="4629955"/>
                </a:lnTo>
                <a:cubicBezTo>
                  <a:pt x="10756406" y="4623710"/>
                  <a:pt x="10755831" y="4619822"/>
                  <a:pt x="10754683" y="4618290"/>
                </a:cubicBezTo>
                <a:cubicBezTo>
                  <a:pt x="10753534" y="4616759"/>
                  <a:pt x="10751133" y="4615757"/>
                  <a:pt x="10747481" y="4615286"/>
                </a:cubicBezTo>
                <a:lnTo>
                  <a:pt x="10747481" y="4612016"/>
                </a:lnTo>
                <a:lnTo>
                  <a:pt x="10781149" y="4612016"/>
                </a:lnTo>
                <a:lnTo>
                  <a:pt x="10781149" y="4622709"/>
                </a:lnTo>
                <a:cubicBezTo>
                  <a:pt x="10785390" y="4618114"/>
                  <a:pt x="10789455" y="4614770"/>
                  <a:pt x="10793343" y="4612679"/>
                </a:cubicBezTo>
                <a:cubicBezTo>
                  <a:pt x="10797231" y="4610588"/>
                  <a:pt x="10801414" y="4609542"/>
                  <a:pt x="10805891" y="4609542"/>
                </a:cubicBezTo>
                <a:close/>
                <a:moveTo>
                  <a:pt x="10691112" y="4609542"/>
                </a:moveTo>
                <a:cubicBezTo>
                  <a:pt x="10698299" y="4609542"/>
                  <a:pt x="10704986" y="4611398"/>
                  <a:pt x="10711171" y="4615109"/>
                </a:cubicBezTo>
                <a:cubicBezTo>
                  <a:pt x="10717357" y="4618821"/>
                  <a:pt x="10722055" y="4624093"/>
                  <a:pt x="10725266" y="4630927"/>
                </a:cubicBezTo>
                <a:cubicBezTo>
                  <a:pt x="10728477" y="4637761"/>
                  <a:pt x="10730082" y="4645242"/>
                  <a:pt x="10730082" y="4653372"/>
                </a:cubicBezTo>
                <a:cubicBezTo>
                  <a:pt x="10730082" y="4665095"/>
                  <a:pt x="10727107" y="4674904"/>
                  <a:pt x="10721157" y="4682798"/>
                </a:cubicBezTo>
                <a:cubicBezTo>
                  <a:pt x="10713969" y="4692342"/>
                  <a:pt x="10704043" y="4697113"/>
                  <a:pt x="10691377" y="4697113"/>
                </a:cubicBezTo>
                <a:cubicBezTo>
                  <a:pt x="10678947" y="4697113"/>
                  <a:pt x="10669374" y="4692754"/>
                  <a:pt x="10662658" y="4684035"/>
                </a:cubicBezTo>
                <a:cubicBezTo>
                  <a:pt x="10655942" y="4675316"/>
                  <a:pt x="10652584" y="4665213"/>
                  <a:pt x="10652584" y="4653725"/>
                </a:cubicBezTo>
                <a:cubicBezTo>
                  <a:pt x="10652584" y="4641884"/>
                  <a:pt x="10656016" y="4631560"/>
                  <a:pt x="10662879" y="4622753"/>
                </a:cubicBezTo>
                <a:cubicBezTo>
                  <a:pt x="10669742" y="4613946"/>
                  <a:pt x="10679153" y="4609542"/>
                  <a:pt x="10691112" y="4609542"/>
                </a:cubicBezTo>
                <a:close/>
                <a:moveTo>
                  <a:pt x="10555004" y="4609542"/>
                </a:moveTo>
                <a:cubicBezTo>
                  <a:pt x="10559481" y="4609542"/>
                  <a:pt x="10563811" y="4610632"/>
                  <a:pt x="10567994" y="4612812"/>
                </a:cubicBezTo>
                <a:cubicBezTo>
                  <a:pt x="10569585" y="4613695"/>
                  <a:pt x="10570881" y="4614137"/>
                  <a:pt x="10571882" y="4614137"/>
                </a:cubicBezTo>
                <a:cubicBezTo>
                  <a:pt x="10572943" y="4614137"/>
                  <a:pt x="10573797" y="4613916"/>
                  <a:pt x="10574445" y="4613474"/>
                </a:cubicBezTo>
                <a:cubicBezTo>
                  <a:pt x="10575093" y="4613033"/>
                  <a:pt x="10576124" y="4611781"/>
                  <a:pt x="10577537" y="4609719"/>
                </a:cubicBezTo>
                <a:lnTo>
                  <a:pt x="10580542" y="4609719"/>
                </a:lnTo>
                <a:lnTo>
                  <a:pt x="10581867" y="4637908"/>
                </a:lnTo>
                <a:lnTo>
                  <a:pt x="10578863" y="4637908"/>
                </a:lnTo>
                <a:cubicBezTo>
                  <a:pt x="10575269" y="4629542"/>
                  <a:pt x="10571543" y="4623828"/>
                  <a:pt x="10567685" y="4620765"/>
                </a:cubicBezTo>
                <a:cubicBezTo>
                  <a:pt x="10563826" y="4617701"/>
                  <a:pt x="10559982" y="4616170"/>
                  <a:pt x="10556153" y="4616170"/>
                </a:cubicBezTo>
                <a:cubicBezTo>
                  <a:pt x="10553737" y="4616170"/>
                  <a:pt x="10551675" y="4616980"/>
                  <a:pt x="10549967" y="4618600"/>
                </a:cubicBezTo>
                <a:cubicBezTo>
                  <a:pt x="10548259" y="4620220"/>
                  <a:pt x="10547405" y="4622090"/>
                  <a:pt x="10547405" y="4624211"/>
                </a:cubicBezTo>
                <a:cubicBezTo>
                  <a:pt x="10547405" y="4625802"/>
                  <a:pt x="10547993" y="4627333"/>
                  <a:pt x="10549172" y="4628806"/>
                </a:cubicBezTo>
                <a:cubicBezTo>
                  <a:pt x="10551057" y="4631221"/>
                  <a:pt x="10556329" y="4635360"/>
                  <a:pt x="10564989" y="4641222"/>
                </a:cubicBezTo>
                <a:cubicBezTo>
                  <a:pt x="10573649" y="4647083"/>
                  <a:pt x="10579349" y="4652061"/>
                  <a:pt x="10582088" y="4656156"/>
                </a:cubicBezTo>
                <a:cubicBezTo>
                  <a:pt x="10584828" y="4660250"/>
                  <a:pt x="10586197" y="4664830"/>
                  <a:pt x="10586197" y="4669897"/>
                </a:cubicBezTo>
                <a:cubicBezTo>
                  <a:pt x="10586197" y="4674492"/>
                  <a:pt x="10585049" y="4678998"/>
                  <a:pt x="10582751" y="4683417"/>
                </a:cubicBezTo>
                <a:cubicBezTo>
                  <a:pt x="10580454" y="4687835"/>
                  <a:pt x="10577213" y="4691222"/>
                  <a:pt x="10573031" y="4693579"/>
                </a:cubicBezTo>
                <a:cubicBezTo>
                  <a:pt x="10568848" y="4695935"/>
                  <a:pt x="10564224" y="4697113"/>
                  <a:pt x="10559157" y="4697113"/>
                </a:cubicBezTo>
                <a:cubicBezTo>
                  <a:pt x="10555210" y="4697113"/>
                  <a:pt x="10549938" y="4695876"/>
                  <a:pt x="10543340" y="4693402"/>
                </a:cubicBezTo>
                <a:cubicBezTo>
                  <a:pt x="10541572" y="4692754"/>
                  <a:pt x="10540365" y="4692430"/>
                  <a:pt x="10539717" y="4692430"/>
                </a:cubicBezTo>
                <a:cubicBezTo>
                  <a:pt x="10537773" y="4692430"/>
                  <a:pt x="10536152" y="4693903"/>
                  <a:pt x="10534856" y="4696848"/>
                </a:cubicBezTo>
                <a:lnTo>
                  <a:pt x="10531940" y="4696848"/>
                </a:lnTo>
                <a:lnTo>
                  <a:pt x="10530527" y="4667157"/>
                </a:lnTo>
                <a:lnTo>
                  <a:pt x="10533531" y="4667157"/>
                </a:lnTo>
                <a:cubicBezTo>
                  <a:pt x="10536182" y="4674933"/>
                  <a:pt x="10539820" y="4680766"/>
                  <a:pt x="10544444" y="4684654"/>
                </a:cubicBezTo>
                <a:cubicBezTo>
                  <a:pt x="10549069" y="4688542"/>
                  <a:pt x="10553443" y="4690486"/>
                  <a:pt x="10557567" y="4690486"/>
                </a:cubicBezTo>
                <a:cubicBezTo>
                  <a:pt x="10560394" y="4690486"/>
                  <a:pt x="10562707" y="4689617"/>
                  <a:pt x="10564503" y="4687879"/>
                </a:cubicBezTo>
                <a:cubicBezTo>
                  <a:pt x="10566300" y="4686141"/>
                  <a:pt x="10567199" y="4684035"/>
                  <a:pt x="10567199" y="4681561"/>
                </a:cubicBezTo>
                <a:cubicBezTo>
                  <a:pt x="10567199" y="4678733"/>
                  <a:pt x="10566315" y="4676288"/>
                  <a:pt x="10564548" y="4674227"/>
                </a:cubicBezTo>
                <a:cubicBezTo>
                  <a:pt x="10562780" y="4672165"/>
                  <a:pt x="10558833" y="4669042"/>
                  <a:pt x="10552707" y="4664860"/>
                </a:cubicBezTo>
                <a:cubicBezTo>
                  <a:pt x="10543693" y="4658615"/>
                  <a:pt x="10537861" y="4653843"/>
                  <a:pt x="10535210" y="4650544"/>
                </a:cubicBezTo>
                <a:cubicBezTo>
                  <a:pt x="10531322" y="4645714"/>
                  <a:pt x="10529378" y="4640382"/>
                  <a:pt x="10529378" y="4634550"/>
                </a:cubicBezTo>
                <a:cubicBezTo>
                  <a:pt x="10529378" y="4628187"/>
                  <a:pt x="10531572" y="4622429"/>
                  <a:pt x="10535961" y="4617274"/>
                </a:cubicBezTo>
                <a:cubicBezTo>
                  <a:pt x="10540350" y="4612119"/>
                  <a:pt x="10546697" y="4609542"/>
                  <a:pt x="10555004" y="4609542"/>
                </a:cubicBezTo>
                <a:close/>
                <a:moveTo>
                  <a:pt x="10434732" y="4609542"/>
                </a:moveTo>
                <a:cubicBezTo>
                  <a:pt x="10443274" y="4609542"/>
                  <a:pt x="10450064" y="4611692"/>
                  <a:pt x="10455101" y="4615993"/>
                </a:cubicBezTo>
                <a:cubicBezTo>
                  <a:pt x="10460138" y="4620293"/>
                  <a:pt x="10462656" y="4625095"/>
                  <a:pt x="10462656" y="4630397"/>
                </a:cubicBezTo>
                <a:cubicBezTo>
                  <a:pt x="10462656" y="4633755"/>
                  <a:pt x="10461640" y="4636435"/>
                  <a:pt x="10459607" y="4638438"/>
                </a:cubicBezTo>
                <a:cubicBezTo>
                  <a:pt x="10457575" y="4640441"/>
                  <a:pt x="10454909" y="4641442"/>
                  <a:pt x="10451610" y="4641442"/>
                </a:cubicBezTo>
                <a:cubicBezTo>
                  <a:pt x="10448135" y="4641442"/>
                  <a:pt x="10445263" y="4640294"/>
                  <a:pt x="10442995" y="4637996"/>
                </a:cubicBezTo>
                <a:cubicBezTo>
                  <a:pt x="10440727" y="4635699"/>
                  <a:pt x="10439327" y="4631604"/>
                  <a:pt x="10438797" y="4625713"/>
                </a:cubicBezTo>
                <a:cubicBezTo>
                  <a:pt x="10438444" y="4622002"/>
                  <a:pt x="10437589" y="4619410"/>
                  <a:pt x="10436235" y="4617937"/>
                </a:cubicBezTo>
                <a:cubicBezTo>
                  <a:pt x="10434880" y="4616464"/>
                  <a:pt x="10433289" y="4615728"/>
                  <a:pt x="10431463" y="4615728"/>
                </a:cubicBezTo>
                <a:cubicBezTo>
                  <a:pt x="10428635" y="4615728"/>
                  <a:pt x="10426220" y="4617230"/>
                  <a:pt x="10424217" y="4620234"/>
                </a:cubicBezTo>
                <a:cubicBezTo>
                  <a:pt x="10421153" y="4624771"/>
                  <a:pt x="10419622" y="4631722"/>
                  <a:pt x="10419622" y="4641089"/>
                </a:cubicBezTo>
                <a:cubicBezTo>
                  <a:pt x="10419622" y="4648865"/>
                  <a:pt x="10420859" y="4656303"/>
                  <a:pt x="10423333" y="4663402"/>
                </a:cubicBezTo>
                <a:cubicBezTo>
                  <a:pt x="10425807" y="4670500"/>
                  <a:pt x="10429195" y="4675788"/>
                  <a:pt x="10433495" y="4679263"/>
                </a:cubicBezTo>
                <a:cubicBezTo>
                  <a:pt x="10436735" y="4681797"/>
                  <a:pt x="10440565" y="4683063"/>
                  <a:pt x="10444983" y="4683063"/>
                </a:cubicBezTo>
                <a:cubicBezTo>
                  <a:pt x="10447869" y="4683063"/>
                  <a:pt x="10450609" y="4682386"/>
                  <a:pt x="10453201" y="4681031"/>
                </a:cubicBezTo>
                <a:cubicBezTo>
                  <a:pt x="10455793" y="4679676"/>
                  <a:pt x="10458856" y="4677113"/>
                  <a:pt x="10462391" y="4673343"/>
                </a:cubicBezTo>
                <a:lnTo>
                  <a:pt x="10465130" y="4675464"/>
                </a:lnTo>
                <a:cubicBezTo>
                  <a:pt x="10461242" y="4682769"/>
                  <a:pt x="10456397" y="4688203"/>
                  <a:pt x="10450594" y="4691767"/>
                </a:cubicBezTo>
                <a:cubicBezTo>
                  <a:pt x="10444791" y="4695331"/>
                  <a:pt x="10438620" y="4697113"/>
                  <a:pt x="10432081" y="4697113"/>
                </a:cubicBezTo>
                <a:cubicBezTo>
                  <a:pt x="10421065" y="4697113"/>
                  <a:pt x="10412258" y="4692960"/>
                  <a:pt x="10405660" y="4684654"/>
                </a:cubicBezTo>
                <a:cubicBezTo>
                  <a:pt x="10399062" y="4676347"/>
                  <a:pt x="10395763" y="4666362"/>
                  <a:pt x="10395763" y="4654697"/>
                </a:cubicBezTo>
                <a:cubicBezTo>
                  <a:pt x="10395763" y="4643445"/>
                  <a:pt x="10398767" y="4633548"/>
                  <a:pt x="10404776" y="4625006"/>
                </a:cubicBezTo>
                <a:cubicBezTo>
                  <a:pt x="10412022" y="4614697"/>
                  <a:pt x="10422007" y="4609542"/>
                  <a:pt x="10434732" y="4609542"/>
                </a:cubicBezTo>
                <a:close/>
                <a:moveTo>
                  <a:pt x="10347505" y="4609542"/>
                </a:moveTo>
                <a:cubicBezTo>
                  <a:pt x="10355871" y="4609542"/>
                  <a:pt x="10363131" y="4612974"/>
                  <a:pt x="10369287" y="4619837"/>
                </a:cubicBezTo>
                <a:cubicBezTo>
                  <a:pt x="10375444" y="4626700"/>
                  <a:pt x="10378757" y="4636877"/>
                  <a:pt x="10379229" y="4650368"/>
                </a:cubicBezTo>
                <a:lnTo>
                  <a:pt x="10333897" y="4650368"/>
                </a:lnTo>
                <a:cubicBezTo>
                  <a:pt x="10334427" y="4661325"/>
                  <a:pt x="10337343" y="4669985"/>
                  <a:pt x="10342645" y="4676347"/>
                </a:cubicBezTo>
                <a:cubicBezTo>
                  <a:pt x="10346710" y="4681237"/>
                  <a:pt x="10351599" y="4683682"/>
                  <a:pt x="10357314" y="4683682"/>
                </a:cubicBezTo>
                <a:cubicBezTo>
                  <a:pt x="10360848" y="4683682"/>
                  <a:pt x="10364059" y="4682695"/>
                  <a:pt x="10366946" y="4680721"/>
                </a:cubicBezTo>
                <a:cubicBezTo>
                  <a:pt x="10369832" y="4678748"/>
                  <a:pt x="10372925" y="4675199"/>
                  <a:pt x="10376224" y="4670073"/>
                </a:cubicBezTo>
                <a:lnTo>
                  <a:pt x="10379229" y="4672017"/>
                </a:lnTo>
                <a:cubicBezTo>
                  <a:pt x="10374751" y="4681149"/>
                  <a:pt x="10369803" y="4687614"/>
                  <a:pt x="10364383" y="4691414"/>
                </a:cubicBezTo>
                <a:cubicBezTo>
                  <a:pt x="10358963" y="4695214"/>
                  <a:pt x="10352689" y="4697113"/>
                  <a:pt x="10345561" y="4697113"/>
                </a:cubicBezTo>
                <a:cubicBezTo>
                  <a:pt x="10333307" y="4697113"/>
                  <a:pt x="10324029" y="4692401"/>
                  <a:pt x="10317725" y="4682975"/>
                </a:cubicBezTo>
                <a:cubicBezTo>
                  <a:pt x="10312659" y="4675375"/>
                  <a:pt x="10310126" y="4665950"/>
                  <a:pt x="10310126" y="4654697"/>
                </a:cubicBezTo>
                <a:cubicBezTo>
                  <a:pt x="10310126" y="4640912"/>
                  <a:pt x="10313852" y="4629940"/>
                  <a:pt x="10321304" y="4621781"/>
                </a:cubicBezTo>
                <a:cubicBezTo>
                  <a:pt x="10328757" y="4613622"/>
                  <a:pt x="10337490" y="4609542"/>
                  <a:pt x="10347505" y="4609542"/>
                </a:cubicBezTo>
                <a:close/>
                <a:moveTo>
                  <a:pt x="10135904" y="4609542"/>
                </a:moveTo>
                <a:cubicBezTo>
                  <a:pt x="10140381" y="4609542"/>
                  <a:pt x="10144711" y="4610632"/>
                  <a:pt x="10148894" y="4612812"/>
                </a:cubicBezTo>
                <a:cubicBezTo>
                  <a:pt x="10150485" y="4613695"/>
                  <a:pt x="10151781" y="4614137"/>
                  <a:pt x="10152782" y="4614137"/>
                </a:cubicBezTo>
                <a:cubicBezTo>
                  <a:pt x="10153843" y="4614137"/>
                  <a:pt x="10154697" y="4613916"/>
                  <a:pt x="10155345" y="4613474"/>
                </a:cubicBezTo>
                <a:cubicBezTo>
                  <a:pt x="10155993" y="4613033"/>
                  <a:pt x="10157024" y="4611781"/>
                  <a:pt x="10158438" y="4609719"/>
                </a:cubicBezTo>
                <a:lnTo>
                  <a:pt x="10161442" y="4609719"/>
                </a:lnTo>
                <a:lnTo>
                  <a:pt x="10162767" y="4637908"/>
                </a:lnTo>
                <a:lnTo>
                  <a:pt x="10159763" y="4637908"/>
                </a:lnTo>
                <a:cubicBezTo>
                  <a:pt x="10156169" y="4629542"/>
                  <a:pt x="10152443" y="4623828"/>
                  <a:pt x="10148585" y="4620765"/>
                </a:cubicBezTo>
                <a:cubicBezTo>
                  <a:pt x="10144726" y="4617701"/>
                  <a:pt x="10140882" y="4616170"/>
                  <a:pt x="10137053" y="4616170"/>
                </a:cubicBezTo>
                <a:cubicBezTo>
                  <a:pt x="10134637" y="4616170"/>
                  <a:pt x="10132576" y="4616980"/>
                  <a:pt x="10130867" y="4618600"/>
                </a:cubicBezTo>
                <a:cubicBezTo>
                  <a:pt x="10129159" y="4620220"/>
                  <a:pt x="10128305" y="4622090"/>
                  <a:pt x="10128305" y="4624211"/>
                </a:cubicBezTo>
                <a:cubicBezTo>
                  <a:pt x="10128305" y="4625802"/>
                  <a:pt x="10128894" y="4627333"/>
                  <a:pt x="10130072" y="4628806"/>
                </a:cubicBezTo>
                <a:cubicBezTo>
                  <a:pt x="10131957" y="4631221"/>
                  <a:pt x="10137230" y="4635360"/>
                  <a:pt x="10145889" y="4641222"/>
                </a:cubicBezTo>
                <a:cubicBezTo>
                  <a:pt x="10154549" y="4647083"/>
                  <a:pt x="10160249" y="4652061"/>
                  <a:pt x="10162988" y="4656156"/>
                </a:cubicBezTo>
                <a:cubicBezTo>
                  <a:pt x="10165728" y="4660250"/>
                  <a:pt x="10167097" y="4664830"/>
                  <a:pt x="10167097" y="4669897"/>
                </a:cubicBezTo>
                <a:cubicBezTo>
                  <a:pt x="10167097" y="4674492"/>
                  <a:pt x="10165949" y="4678998"/>
                  <a:pt x="10163651" y="4683417"/>
                </a:cubicBezTo>
                <a:cubicBezTo>
                  <a:pt x="10161354" y="4687835"/>
                  <a:pt x="10158113" y="4691222"/>
                  <a:pt x="10153931" y="4693579"/>
                </a:cubicBezTo>
                <a:cubicBezTo>
                  <a:pt x="10149748" y="4695935"/>
                  <a:pt x="10145124" y="4697113"/>
                  <a:pt x="10140057" y="4697113"/>
                </a:cubicBezTo>
                <a:cubicBezTo>
                  <a:pt x="10136110" y="4697113"/>
                  <a:pt x="10130838" y="4695876"/>
                  <a:pt x="10124240" y="4693402"/>
                </a:cubicBezTo>
                <a:cubicBezTo>
                  <a:pt x="10122472" y="4692754"/>
                  <a:pt x="10121265" y="4692430"/>
                  <a:pt x="10120617" y="4692430"/>
                </a:cubicBezTo>
                <a:cubicBezTo>
                  <a:pt x="10118673" y="4692430"/>
                  <a:pt x="10117053" y="4693903"/>
                  <a:pt x="10115757" y="4696848"/>
                </a:cubicBezTo>
                <a:lnTo>
                  <a:pt x="10112840" y="4696848"/>
                </a:lnTo>
                <a:lnTo>
                  <a:pt x="10111427" y="4667157"/>
                </a:lnTo>
                <a:lnTo>
                  <a:pt x="10114431" y="4667157"/>
                </a:lnTo>
                <a:cubicBezTo>
                  <a:pt x="10117082" y="4674933"/>
                  <a:pt x="10120720" y="4680766"/>
                  <a:pt x="10125344" y="4684654"/>
                </a:cubicBezTo>
                <a:cubicBezTo>
                  <a:pt x="10129969" y="4688542"/>
                  <a:pt x="10134343" y="4690486"/>
                  <a:pt x="10138467" y="4690486"/>
                </a:cubicBezTo>
                <a:cubicBezTo>
                  <a:pt x="10141294" y="4690486"/>
                  <a:pt x="10143607" y="4689617"/>
                  <a:pt x="10145403" y="4687879"/>
                </a:cubicBezTo>
                <a:cubicBezTo>
                  <a:pt x="10147200" y="4686141"/>
                  <a:pt x="10148099" y="4684035"/>
                  <a:pt x="10148099" y="4681561"/>
                </a:cubicBezTo>
                <a:cubicBezTo>
                  <a:pt x="10148099" y="4678733"/>
                  <a:pt x="10147215" y="4676288"/>
                  <a:pt x="10145448" y="4674227"/>
                </a:cubicBezTo>
                <a:cubicBezTo>
                  <a:pt x="10143680" y="4672165"/>
                  <a:pt x="10139733" y="4669042"/>
                  <a:pt x="10133607" y="4664860"/>
                </a:cubicBezTo>
                <a:cubicBezTo>
                  <a:pt x="10124593" y="4658615"/>
                  <a:pt x="10118761" y="4653843"/>
                  <a:pt x="10116110" y="4650544"/>
                </a:cubicBezTo>
                <a:cubicBezTo>
                  <a:pt x="10112222" y="4645714"/>
                  <a:pt x="10110278" y="4640382"/>
                  <a:pt x="10110278" y="4634550"/>
                </a:cubicBezTo>
                <a:cubicBezTo>
                  <a:pt x="10110278" y="4628187"/>
                  <a:pt x="10112472" y="4622429"/>
                  <a:pt x="10116861" y="4617274"/>
                </a:cubicBezTo>
                <a:cubicBezTo>
                  <a:pt x="10121250" y="4612119"/>
                  <a:pt x="10127598" y="4609542"/>
                  <a:pt x="10135904" y="4609542"/>
                </a:cubicBezTo>
                <a:close/>
                <a:moveTo>
                  <a:pt x="10059704" y="4609542"/>
                </a:moveTo>
                <a:cubicBezTo>
                  <a:pt x="10064181" y="4609542"/>
                  <a:pt x="10068511" y="4610632"/>
                  <a:pt x="10072694" y="4612812"/>
                </a:cubicBezTo>
                <a:cubicBezTo>
                  <a:pt x="10074285" y="4613695"/>
                  <a:pt x="10075581" y="4614137"/>
                  <a:pt x="10076582" y="4614137"/>
                </a:cubicBezTo>
                <a:cubicBezTo>
                  <a:pt x="10077643" y="4614137"/>
                  <a:pt x="10078497" y="4613916"/>
                  <a:pt x="10079145" y="4613474"/>
                </a:cubicBezTo>
                <a:cubicBezTo>
                  <a:pt x="10079793" y="4613033"/>
                  <a:pt x="10080824" y="4611781"/>
                  <a:pt x="10082238" y="4609719"/>
                </a:cubicBezTo>
                <a:lnTo>
                  <a:pt x="10085242" y="4609719"/>
                </a:lnTo>
                <a:lnTo>
                  <a:pt x="10086567" y="4637908"/>
                </a:lnTo>
                <a:lnTo>
                  <a:pt x="10083563" y="4637908"/>
                </a:lnTo>
                <a:cubicBezTo>
                  <a:pt x="10079969" y="4629542"/>
                  <a:pt x="10076243" y="4623828"/>
                  <a:pt x="10072385" y="4620765"/>
                </a:cubicBezTo>
                <a:cubicBezTo>
                  <a:pt x="10068526" y="4617701"/>
                  <a:pt x="10064682" y="4616170"/>
                  <a:pt x="10060853" y="4616170"/>
                </a:cubicBezTo>
                <a:cubicBezTo>
                  <a:pt x="10058437" y="4616170"/>
                  <a:pt x="10056376" y="4616980"/>
                  <a:pt x="10054667" y="4618600"/>
                </a:cubicBezTo>
                <a:cubicBezTo>
                  <a:pt x="10052959" y="4620220"/>
                  <a:pt x="10052105" y="4622090"/>
                  <a:pt x="10052105" y="4624211"/>
                </a:cubicBezTo>
                <a:cubicBezTo>
                  <a:pt x="10052105" y="4625802"/>
                  <a:pt x="10052694" y="4627333"/>
                  <a:pt x="10053872" y="4628806"/>
                </a:cubicBezTo>
                <a:cubicBezTo>
                  <a:pt x="10055757" y="4631221"/>
                  <a:pt x="10061030" y="4635360"/>
                  <a:pt x="10069690" y="4641222"/>
                </a:cubicBezTo>
                <a:cubicBezTo>
                  <a:pt x="10078349" y="4647083"/>
                  <a:pt x="10084049" y="4652061"/>
                  <a:pt x="10086789" y="4656156"/>
                </a:cubicBezTo>
                <a:cubicBezTo>
                  <a:pt x="10089528" y="4660250"/>
                  <a:pt x="10090898" y="4664830"/>
                  <a:pt x="10090898" y="4669897"/>
                </a:cubicBezTo>
                <a:cubicBezTo>
                  <a:pt x="10090898" y="4674492"/>
                  <a:pt x="10089749" y="4678998"/>
                  <a:pt x="10087451" y="4683417"/>
                </a:cubicBezTo>
                <a:cubicBezTo>
                  <a:pt x="10085154" y="4687835"/>
                  <a:pt x="10081913" y="4691222"/>
                  <a:pt x="10077731" y="4693579"/>
                </a:cubicBezTo>
                <a:cubicBezTo>
                  <a:pt x="10073548" y="4695935"/>
                  <a:pt x="10068924" y="4697113"/>
                  <a:pt x="10063857" y="4697113"/>
                </a:cubicBezTo>
                <a:cubicBezTo>
                  <a:pt x="10059910" y="4697113"/>
                  <a:pt x="10054638" y="4695876"/>
                  <a:pt x="10048040" y="4693402"/>
                </a:cubicBezTo>
                <a:cubicBezTo>
                  <a:pt x="10046272" y="4692754"/>
                  <a:pt x="10045065" y="4692430"/>
                  <a:pt x="10044417" y="4692430"/>
                </a:cubicBezTo>
                <a:cubicBezTo>
                  <a:pt x="10042473" y="4692430"/>
                  <a:pt x="10040853" y="4693903"/>
                  <a:pt x="10039556" y="4696848"/>
                </a:cubicBezTo>
                <a:lnTo>
                  <a:pt x="10036640" y="4696848"/>
                </a:lnTo>
                <a:lnTo>
                  <a:pt x="10035227" y="4667157"/>
                </a:lnTo>
                <a:lnTo>
                  <a:pt x="10038231" y="4667157"/>
                </a:lnTo>
                <a:cubicBezTo>
                  <a:pt x="10040882" y="4674933"/>
                  <a:pt x="10044520" y="4680766"/>
                  <a:pt x="10049144" y="4684654"/>
                </a:cubicBezTo>
                <a:cubicBezTo>
                  <a:pt x="10053769" y="4688542"/>
                  <a:pt x="10058143" y="4690486"/>
                  <a:pt x="10062267" y="4690486"/>
                </a:cubicBezTo>
                <a:cubicBezTo>
                  <a:pt x="10065095" y="4690486"/>
                  <a:pt x="10067407" y="4689617"/>
                  <a:pt x="10069203" y="4687879"/>
                </a:cubicBezTo>
                <a:cubicBezTo>
                  <a:pt x="10071000" y="4686141"/>
                  <a:pt x="10071899" y="4684035"/>
                  <a:pt x="10071899" y="4681561"/>
                </a:cubicBezTo>
                <a:cubicBezTo>
                  <a:pt x="10071899" y="4678733"/>
                  <a:pt x="10071015" y="4676288"/>
                  <a:pt x="10069248" y="4674227"/>
                </a:cubicBezTo>
                <a:cubicBezTo>
                  <a:pt x="10067480" y="4672165"/>
                  <a:pt x="10063533" y="4669042"/>
                  <a:pt x="10057407" y="4664860"/>
                </a:cubicBezTo>
                <a:cubicBezTo>
                  <a:pt x="10048393" y="4658615"/>
                  <a:pt x="10042561" y="4653843"/>
                  <a:pt x="10039910" y="4650544"/>
                </a:cubicBezTo>
                <a:cubicBezTo>
                  <a:pt x="10036022" y="4645714"/>
                  <a:pt x="10034078" y="4640382"/>
                  <a:pt x="10034078" y="4634550"/>
                </a:cubicBezTo>
                <a:cubicBezTo>
                  <a:pt x="10034078" y="4628187"/>
                  <a:pt x="10036272" y="4622429"/>
                  <a:pt x="10040661" y="4617274"/>
                </a:cubicBezTo>
                <a:cubicBezTo>
                  <a:pt x="10045050" y="4612119"/>
                  <a:pt x="10051398" y="4609542"/>
                  <a:pt x="10059704" y="4609542"/>
                </a:cubicBezTo>
                <a:close/>
                <a:moveTo>
                  <a:pt x="9985555" y="4609542"/>
                </a:moveTo>
                <a:cubicBezTo>
                  <a:pt x="9993920" y="4609542"/>
                  <a:pt x="10001181" y="4612974"/>
                  <a:pt x="10007337" y="4619837"/>
                </a:cubicBezTo>
                <a:cubicBezTo>
                  <a:pt x="10013494" y="4626700"/>
                  <a:pt x="10016807" y="4636877"/>
                  <a:pt x="10017279" y="4650368"/>
                </a:cubicBezTo>
                <a:lnTo>
                  <a:pt x="9971947" y="4650368"/>
                </a:lnTo>
                <a:cubicBezTo>
                  <a:pt x="9972477" y="4661325"/>
                  <a:pt x="9975393" y="4669985"/>
                  <a:pt x="9980695" y="4676347"/>
                </a:cubicBezTo>
                <a:cubicBezTo>
                  <a:pt x="9984760" y="4681237"/>
                  <a:pt x="9989649" y="4683682"/>
                  <a:pt x="9995364" y="4683682"/>
                </a:cubicBezTo>
                <a:cubicBezTo>
                  <a:pt x="9998898" y="4683682"/>
                  <a:pt x="10002109" y="4682695"/>
                  <a:pt x="10004996" y="4680721"/>
                </a:cubicBezTo>
                <a:cubicBezTo>
                  <a:pt x="10007882" y="4678748"/>
                  <a:pt x="10010975" y="4675199"/>
                  <a:pt x="10014274" y="4670073"/>
                </a:cubicBezTo>
                <a:lnTo>
                  <a:pt x="10017279" y="4672017"/>
                </a:lnTo>
                <a:cubicBezTo>
                  <a:pt x="10012801" y="4681149"/>
                  <a:pt x="10007853" y="4687614"/>
                  <a:pt x="10002433" y="4691414"/>
                </a:cubicBezTo>
                <a:cubicBezTo>
                  <a:pt x="9997013" y="4695214"/>
                  <a:pt x="9990739" y="4697113"/>
                  <a:pt x="9983611" y="4697113"/>
                </a:cubicBezTo>
                <a:cubicBezTo>
                  <a:pt x="9971357" y="4697113"/>
                  <a:pt x="9962079" y="4692401"/>
                  <a:pt x="9955776" y="4682975"/>
                </a:cubicBezTo>
                <a:cubicBezTo>
                  <a:pt x="9950709" y="4675375"/>
                  <a:pt x="9948176" y="4665950"/>
                  <a:pt x="9948176" y="4654697"/>
                </a:cubicBezTo>
                <a:cubicBezTo>
                  <a:pt x="9948176" y="4640912"/>
                  <a:pt x="9951902" y="4629940"/>
                  <a:pt x="9959354" y="4621781"/>
                </a:cubicBezTo>
                <a:cubicBezTo>
                  <a:pt x="9966807" y="4613622"/>
                  <a:pt x="9975540" y="4609542"/>
                  <a:pt x="9985555" y="4609542"/>
                </a:cubicBezTo>
                <a:close/>
                <a:moveTo>
                  <a:pt x="9910541" y="4609542"/>
                </a:moveTo>
                <a:cubicBezTo>
                  <a:pt x="9915902" y="4609542"/>
                  <a:pt x="9920350" y="4611030"/>
                  <a:pt x="9923884" y="4614005"/>
                </a:cubicBezTo>
                <a:cubicBezTo>
                  <a:pt x="9927419" y="4616980"/>
                  <a:pt x="9929775" y="4620676"/>
                  <a:pt x="9930954" y="4625095"/>
                </a:cubicBezTo>
                <a:cubicBezTo>
                  <a:pt x="9931896" y="4628453"/>
                  <a:pt x="9932368" y="4634903"/>
                  <a:pt x="9932368" y="4644447"/>
                </a:cubicBezTo>
                <a:lnTo>
                  <a:pt x="9932368" y="4676612"/>
                </a:lnTo>
                <a:cubicBezTo>
                  <a:pt x="9932368" y="4682975"/>
                  <a:pt x="9932942" y="4686937"/>
                  <a:pt x="9934091" y="4688498"/>
                </a:cubicBezTo>
                <a:cubicBezTo>
                  <a:pt x="9935240" y="4690059"/>
                  <a:pt x="9937640" y="4691046"/>
                  <a:pt x="9941293" y="4691458"/>
                </a:cubicBezTo>
                <a:lnTo>
                  <a:pt x="9941293" y="4694639"/>
                </a:lnTo>
                <a:lnTo>
                  <a:pt x="9899495" y="4694639"/>
                </a:lnTo>
                <a:lnTo>
                  <a:pt x="9899495" y="4691458"/>
                </a:lnTo>
                <a:cubicBezTo>
                  <a:pt x="9902617" y="4691046"/>
                  <a:pt x="9904856" y="4689750"/>
                  <a:pt x="9906211" y="4687570"/>
                </a:cubicBezTo>
                <a:cubicBezTo>
                  <a:pt x="9907154" y="4686097"/>
                  <a:pt x="9907625" y="4682445"/>
                  <a:pt x="9907625" y="4676612"/>
                </a:cubicBezTo>
                <a:lnTo>
                  <a:pt x="9907625" y="4639852"/>
                </a:lnTo>
                <a:cubicBezTo>
                  <a:pt x="9907625" y="4633077"/>
                  <a:pt x="9907360" y="4628806"/>
                  <a:pt x="9906830" y="4627039"/>
                </a:cubicBezTo>
                <a:cubicBezTo>
                  <a:pt x="9906299" y="4625271"/>
                  <a:pt x="9905401" y="4623902"/>
                  <a:pt x="9904134" y="4622930"/>
                </a:cubicBezTo>
                <a:cubicBezTo>
                  <a:pt x="9902868" y="4621958"/>
                  <a:pt x="9901469" y="4621472"/>
                  <a:pt x="9899937" y="4621472"/>
                </a:cubicBezTo>
                <a:cubicBezTo>
                  <a:pt x="9894871" y="4621472"/>
                  <a:pt x="9890158" y="4625095"/>
                  <a:pt x="9885798" y="4632341"/>
                </a:cubicBezTo>
                <a:lnTo>
                  <a:pt x="9885798" y="4676612"/>
                </a:lnTo>
                <a:cubicBezTo>
                  <a:pt x="9885798" y="4682798"/>
                  <a:pt x="9886373" y="4686716"/>
                  <a:pt x="9887522" y="4688365"/>
                </a:cubicBezTo>
                <a:cubicBezTo>
                  <a:pt x="9888670" y="4690015"/>
                  <a:pt x="9890806" y="4691046"/>
                  <a:pt x="9893928" y="4691458"/>
                </a:cubicBezTo>
                <a:lnTo>
                  <a:pt x="9893928" y="4694639"/>
                </a:lnTo>
                <a:lnTo>
                  <a:pt x="9852131" y="4694639"/>
                </a:lnTo>
                <a:lnTo>
                  <a:pt x="9852131" y="4691458"/>
                </a:lnTo>
                <a:cubicBezTo>
                  <a:pt x="9855606" y="4691105"/>
                  <a:pt x="9858081" y="4689985"/>
                  <a:pt x="9859553" y="4688100"/>
                </a:cubicBezTo>
                <a:cubicBezTo>
                  <a:pt x="9860555" y="4686804"/>
                  <a:pt x="9861056" y="4682975"/>
                  <a:pt x="9861056" y="4676612"/>
                </a:cubicBezTo>
                <a:lnTo>
                  <a:pt x="9861056" y="4629955"/>
                </a:lnTo>
                <a:cubicBezTo>
                  <a:pt x="9861056" y="4623710"/>
                  <a:pt x="9860481" y="4619822"/>
                  <a:pt x="9859333" y="4618290"/>
                </a:cubicBezTo>
                <a:cubicBezTo>
                  <a:pt x="9858184" y="4616759"/>
                  <a:pt x="9855783" y="4615757"/>
                  <a:pt x="9852131" y="4615286"/>
                </a:cubicBezTo>
                <a:lnTo>
                  <a:pt x="9852131" y="4612016"/>
                </a:lnTo>
                <a:lnTo>
                  <a:pt x="9885798" y="4612016"/>
                </a:lnTo>
                <a:lnTo>
                  <a:pt x="9885798" y="4622709"/>
                </a:lnTo>
                <a:cubicBezTo>
                  <a:pt x="9890040" y="4618114"/>
                  <a:pt x="9894105" y="4614770"/>
                  <a:pt x="9897993" y="4612679"/>
                </a:cubicBezTo>
                <a:cubicBezTo>
                  <a:pt x="9901881" y="4610588"/>
                  <a:pt x="9906064" y="4609542"/>
                  <a:pt x="9910541" y="4609542"/>
                </a:cubicBezTo>
                <a:close/>
                <a:moveTo>
                  <a:pt x="9754904" y="4609542"/>
                </a:moveTo>
                <a:cubicBezTo>
                  <a:pt x="9759381" y="4609542"/>
                  <a:pt x="9763711" y="4610632"/>
                  <a:pt x="9767894" y="4612812"/>
                </a:cubicBezTo>
                <a:cubicBezTo>
                  <a:pt x="9769485" y="4613695"/>
                  <a:pt x="9770781" y="4614137"/>
                  <a:pt x="9771782" y="4614137"/>
                </a:cubicBezTo>
                <a:cubicBezTo>
                  <a:pt x="9772843" y="4614137"/>
                  <a:pt x="9773697" y="4613916"/>
                  <a:pt x="9774345" y="4613474"/>
                </a:cubicBezTo>
                <a:cubicBezTo>
                  <a:pt x="9774993" y="4613033"/>
                  <a:pt x="9776024" y="4611781"/>
                  <a:pt x="9777438" y="4609719"/>
                </a:cubicBezTo>
                <a:lnTo>
                  <a:pt x="9780442" y="4609719"/>
                </a:lnTo>
                <a:lnTo>
                  <a:pt x="9781768" y="4637908"/>
                </a:lnTo>
                <a:lnTo>
                  <a:pt x="9778763" y="4637908"/>
                </a:lnTo>
                <a:cubicBezTo>
                  <a:pt x="9775169" y="4629542"/>
                  <a:pt x="9771443" y="4623828"/>
                  <a:pt x="9767585" y="4620765"/>
                </a:cubicBezTo>
                <a:cubicBezTo>
                  <a:pt x="9763726" y="4617701"/>
                  <a:pt x="9759882" y="4616170"/>
                  <a:pt x="9756053" y="4616170"/>
                </a:cubicBezTo>
                <a:cubicBezTo>
                  <a:pt x="9753637" y="4616170"/>
                  <a:pt x="9751576" y="4616980"/>
                  <a:pt x="9749867" y="4618600"/>
                </a:cubicBezTo>
                <a:cubicBezTo>
                  <a:pt x="9748159" y="4620220"/>
                  <a:pt x="9747305" y="4622090"/>
                  <a:pt x="9747305" y="4624211"/>
                </a:cubicBezTo>
                <a:cubicBezTo>
                  <a:pt x="9747305" y="4625802"/>
                  <a:pt x="9747894" y="4627333"/>
                  <a:pt x="9749072" y="4628806"/>
                </a:cubicBezTo>
                <a:cubicBezTo>
                  <a:pt x="9750957" y="4631221"/>
                  <a:pt x="9756230" y="4635360"/>
                  <a:pt x="9764889" y="4641222"/>
                </a:cubicBezTo>
                <a:cubicBezTo>
                  <a:pt x="9773549" y="4647083"/>
                  <a:pt x="9779249" y="4652061"/>
                  <a:pt x="9781988" y="4656156"/>
                </a:cubicBezTo>
                <a:cubicBezTo>
                  <a:pt x="9784728" y="4660250"/>
                  <a:pt x="9786097" y="4664830"/>
                  <a:pt x="9786097" y="4669897"/>
                </a:cubicBezTo>
                <a:cubicBezTo>
                  <a:pt x="9786097" y="4674492"/>
                  <a:pt x="9784949" y="4678998"/>
                  <a:pt x="9782651" y="4683417"/>
                </a:cubicBezTo>
                <a:cubicBezTo>
                  <a:pt x="9780354" y="4687835"/>
                  <a:pt x="9777114" y="4691222"/>
                  <a:pt x="9772931" y="4693579"/>
                </a:cubicBezTo>
                <a:cubicBezTo>
                  <a:pt x="9768748" y="4695935"/>
                  <a:pt x="9764124" y="4697113"/>
                  <a:pt x="9759057" y="4697113"/>
                </a:cubicBezTo>
                <a:cubicBezTo>
                  <a:pt x="9755110" y="4697113"/>
                  <a:pt x="9749838" y="4695876"/>
                  <a:pt x="9743240" y="4693402"/>
                </a:cubicBezTo>
                <a:cubicBezTo>
                  <a:pt x="9741472" y="4692754"/>
                  <a:pt x="9740265" y="4692430"/>
                  <a:pt x="9739617" y="4692430"/>
                </a:cubicBezTo>
                <a:cubicBezTo>
                  <a:pt x="9737673" y="4692430"/>
                  <a:pt x="9736053" y="4693903"/>
                  <a:pt x="9734756" y="4696848"/>
                </a:cubicBezTo>
                <a:lnTo>
                  <a:pt x="9731840" y="4696848"/>
                </a:lnTo>
                <a:lnTo>
                  <a:pt x="9730427" y="4667157"/>
                </a:lnTo>
                <a:lnTo>
                  <a:pt x="9733431" y="4667157"/>
                </a:lnTo>
                <a:cubicBezTo>
                  <a:pt x="9736082" y="4674933"/>
                  <a:pt x="9739720" y="4680766"/>
                  <a:pt x="9744344" y="4684654"/>
                </a:cubicBezTo>
                <a:cubicBezTo>
                  <a:pt x="9748969" y="4688542"/>
                  <a:pt x="9753343" y="4690486"/>
                  <a:pt x="9757467" y="4690486"/>
                </a:cubicBezTo>
                <a:cubicBezTo>
                  <a:pt x="9760294" y="4690486"/>
                  <a:pt x="9762607" y="4689617"/>
                  <a:pt x="9764403" y="4687879"/>
                </a:cubicBezTo>
                <a:cubicBezTo>
                  <a:pt x="9766200" y="4686141"/>
                  <a:pt x="9767099" y="4684035"/>
                  <a:pt x="9767099" y="4681561"/>
                </a:cubicBezTo>
                <a:cubicBezTo>
                  <a:pt x="9767099" y="4678733"/>
                  <a:pt x="9766215" y="4676288"/>
                  <a:pt x="9764448" y="4674227"/>
                </a:cubicBezTo>
                <a:cubicBezTo>
                  <a:pt x="9762680" y="4672165"/>
                  <a:pt x="9758733" y="4669042"/>
                  <a:pt x="9752607" y="4664860"/>
                </a:cubicBezTo>
                <a:cubicBezTo>
                  <a:pt x="9743593" y="4658615"/>
                  <a:pt x="9737761" y="4653843"/>
                  <a:pt x="9735110" y="4650544"/>
                </a:cubicBezTo>
                <a:cubicBezTo>
                  <a:pt x="9731222" y="4645714"/>
                  <a:pt x="9729278" y="4640382"/>
                  <a:pt x="9729278" y="4634550"/>
                </a:cubicBezTo>
                <a:cubicBezTo>
                  <a:pt x="9729278" y="4628187"/>
                  <a:pt x="9731472" y="4622429"/>
                  <a:pt x="9735861" y="4617274"/>
                </a:cubicBezTo>
                <a:cubicBezTo>
                  <a:pt x="9740250" y="4612119"/>
                  <a:pt x="9746598" y="4609542"/>
                  <a:pt x="9754904" y="4609542"/>
                </a:cubicBezTo>
                <a:close/>
                <a:moveTo>
                  <a:pt x="10257645" y="4574814"/>
                </a:moveTo>
                <a:lnTo>
                  <a:pt x="10294318" y="4574814"/>
                </a:lnTo>
                <a:lnTo>
                  <a:pt x="10294318" y="4669897"/>
                </a:lnTo>
                <a:cubicBezTo>
                  <a:pt x="10294318" y="4676318"/>
                  <a:pt x="10294494" y="4680118"/>
                  <a:pt x="10294848" y="4681296"/>
                </a:cubicBezTo>
                <a:cubicBezTo>
                  <a:pt x="10295319" y="4683240"/>
                  <a:pt x="10296217" y="4684683"/>
                  <a:pt x="10297543" y="4685626"/>
                </a:cubicBezTo>
                <a:cubicBezTo>
                  <a:pt x="10298869" y="4686568"/>
                  <a:pt x="10301181" y="4687157"/>
                  <a:pt x="10304480" y="4687393"/>
                </a:cubicBezTo>
                <a:lnTo>
                  <a:pt x="10304480" y="4690309"/>
                </a:lnTo>
                <a:lnTo>
                  <a:pt x="10269575" y="4697113"/>
                </a:lnTo>
                <a:lnTo>
                  <a:pt x="10269575" y="4684035"/>
                </a:lnTo>
                <a:cubicBezTo>
                  <a:pt x="10265392" y="4689102"/>
                  <a:pt x="10261666" y="4692548"/>
                  <a:pt x="10258397" y="4694374"/>
                </a:cubicBezTo>
                <a:cubicBezTo>
                  <a:pt x="10255127" y="4696200"/>
                  <a:pt x="10251430" y="4697113"/>
                  <a:pt x="10247307" y="4697113"/>
                </a:cubicBezTo>
                <a:cubicBezTo>
                  <a:pt x="10236761" y="4697113"/>
                  <a:pt x="10228425" y="4692401"/>
                  <a:pt x="10222299" y="4682975"/>
                </a:cubicBezTo>
                <a:cubicBezTo>
                  <a:pt x="10217350" y="4675316"/>
                  <a:pt x="10214876" y="4665920"/>
                  <a:pt x="10214876" y="4654786"/>
                </a:cubicBezTo>
                <a:cubicBezTo>
                  <a:pt x="10214876" y="4645890"/>
                  <a:pt x="10216408" y="4637923"/>
                  <a:pt x="10219471" y="4630883"/>
                </a:cubicBezTo>
                <a:cubicBezTo>
                  <a:pt x="10222534" y="4623843"/>
                  <a:pt x="10226732" y="4618526"/>
                  <a:pt x="10232063" y="4614932"/>
                </a:cubicBezTo>
                <a:cubicBezTo>
                  <a:pt x="10237395" y="4611339"/>
                  <a:pt x="10243124" y="4609542"/>
                  <a:pt x="10249251" y="4609542"/>
                </a:cubicBezTo>
                <a:cubicBezTo>
                  <a:pt x="10253198" y="4609542"/>
                  <a:pt x="10256703" y="4610308"/>
                  <a:pt x="10259766" y="4611840"/>
                </a:cubicBezTo>
                <a:cubicBezTo>
                  <a:pt x="10262830" y="4613371"/>
                  <a:pt x="10266099" y="4616052"/>
                  <a:pt x="10269575" y="4619881"/>
                </a:cubicBezTo>
                <a:lnTo>
                  <a:pt x="10269575" y="4594962"/>
                </a:lnTo>
                <a:cubicBezTo>
                  <a:pt x="10269575" y="4588658"/>
                  <a:pt x="10269310" y="4584858"/>
                  <a:pt x="10268780" y="4583562"/>
                </a:cubicBezTo>
                <a:cubicBezTo>
                  <a:pt x="10268073" y="4581854"/>
                  <a:pt x="10267012" y="4580587"/>
                  <a:pt x="10265598" y="4579763"/>
                </a:cubicBezTo>
                <a:cubicBezTo>
                  <a:pt x="10264185" y="4578938"/>
                  <a:pt x="10261534" y="4578525"/>
                  <a:pt x="10257645" y="4578525"/>
                </a:cubicBezTo>
                <a:close/>
                <a:moveTo>
                  <a:pt x="9535420" y="4574814"/>
                </a:moveTo>
                <a:lnTo>
                  <a:pt x="9569706" y="4574814"/>
                </a:lnTo>
                <a:lnTo>
                  <a:pt x="9569706" y="4620323"/>
                </a:lnTo>
                <a:cubicBezTo>
                  <a:pt x="9576658" y="4613136"/>
                  <a:pt x="9584257" y="4609542"/>
                  <a:pt x="9592505" y="4609542"/>
                </a:cubicBezTo>
                <a:cubicBezTo>
                  <a:pt x="9598160" y="4609542"/>
                  <a:pt x="9603492" y="4611206"/>
                  <a:pt x="9608499" y="4614535"/>
                </a:cubicBezTo>
                <a:cubicBezTo>
                  <a:pt x="9613507" y="4617863"/>
                  <a:pt x="9617424" y="4622591"/>
                  <a:pt x="9620252" y="4628718"/>
                </a:cubicBezTo>
                <a:cubicBezTo>
                  <a:pt x="9623080" y="4634844"/>
                  <a:pt x="9624493" y="4641914"/>
                  <a:pt x="9624493" y="4649926"/>
                </a:cubicBezTo>
                <a:cubicBezTo>
                  <a:pt x="9624493" y="4658939"/>
                  <a:pt x="9622697" y="4667128"/>
                  <a:pt x="9619103" y="4674492"/>
                </a:cubicBezTo>
                <a:cubicBezTo>
                  <a:pt x="9615509" y="4681855"/>
                  <a:pt x="9610708" y="4687467"/>
                  <a:pt x="9604699" y="4691325"/>
                </a:cubicBezTo>
                <a:cubicBezTo>
                  <a:pt x="9598690" y="4695184"/>
                  <a:pt x="9591827" y="4697113"/>
                  <a:pt x="9584110" y="4697113"/>
                </a:cubicBezTo>
                <a:cubicBezTo>
                  <a:pt x="9579633" y="4697113"/>
                  <a:pt x="9575656" y="4696407"/>
                  <a:pt x="9572180" y="4694993"/>
                </a:cubicBezTo>
                <a:cubicBezTo>
                  <a:pt x="9568705" y="4693579"/>
                  <a:pt x="9565288" y="4691281"/>
                  <a:pt x="9561930" y="4688100"/>
                </a:cubicBezTo>
                <a:lnTo>
                  <a:pt x="9548233" y="4697025"/>
                </a:lnTo>
                <a:lnTo>
                  <a:pt x="9545228" y="4697025"/>
                </a:lnTo>
                <a:lnTo>
                  <a:pt x="9545228" y="4591957"/>
                </a:lnTo>
                <a:cubicBezTo>
                  <a:pt x="9545228" y="4587185"/>
                  <a:pt x="9545022" y="4584240"/>
                  <a:pt x="9544610" y="4583120"/>
                </a:cubicBezTo>
                <a:cubicBezTo>
                  <a:pt x="9544021" y="4581471"/>
                  <a:pt x="9543093" y="4580249"/>
                  <a:pt x="9541826" y="4579453"/>
                </a:cubicBezTo>
                <a:cubicBezTo>
                  <a:pt x="9540560" y="4578658"/>
                  <a:pt x="9538424" y="4578201"/>
                  <a:pt x="9535420" y="4578084"/>
                </a:cubicBezTo>
                <a:close/>
                <a:moveTo>
                  <a:pt x="10624400" y="4571986"/>
                </a:moveTo>
                <a:cubicBezTo>
                  <a:pt x="10628229" y="4571986"/>
                  <a:pt x="10631469" y="4573326"/>
                  <a:pt x="10634120" y="4576007"/>
                </a:cubicBezTo>
                <a:cubicBezTo>
                  <a:pt x="10636771" y="4578687"/>
                  <a:pt x="10638097" y="4581913"/>
                  <a:pt x="10638097" y="4585683"/>
                </a:cubicBezTo>
                <a:cubicBezTo>
                  <a:pt x="10638097" y="4589453"/>
                  <a:pt x="10636756" y="4592664"/>
                  <a:pt x="10634076" y="4595315"/>
                </a:cubicBezTo>
                <a:cubicBezTo>
                  <a:pt x="10631395" y="4597966"/>
                  <a:pt x="10628170" y="4599292"/>
                  <a:pt x="10624400" y="4599292"/>
                </a:cubicBezTo>
                <a:cubicBezTo>
                  <a:pt x="10620629" y="4599292"/>
                  <a:pt x="10617419" y="4597966"/>
                  <a:pt x="10614768" y="4595315"/>
                </a:cubicBezTo>
                <a:cubicBezTo>
                  <a:pt x="10612117" y="4592664"/>
                  <a:pt x="10610791" y="4589453"/>
                  <a:pt x="10610791" y="4585683"/>
                </a:cubicBezTo>
                <a:cubicBezTo>
                  <a:pt x="10610791" y="4581913"/>
                  <a:pt x="10612117" y="4578687"/>
                  <a:pt x="10614768" y="4576007"/>
                </a:cubicBezTo>
                <a:cubicBezTo>
                  <a:pt x="10617419" y="4573326"/>
                  <a:pt x="10620629" y="4571986"/>
                  <a:pt x="10624400" y="4571986"/>
                </a:cubicBezTo>
                <a:close/>
                <a:moveTo>
                  <a:pt x="10500575" y="4571986"/>
                </a:moveTo>
                <a:cubicBezTo>
                  <a:pt x="10504404" y="4571986"/>
                  <a:pt x="10507644" y="4573326"/>
                  <a:pt x="10510295" y="4576007"/>
                </a:cubicBezTo>
                <a:cubicBezTo>
                  <a:pt x="10512946" y="4578687"/>
                  <a:pt x="10514272" y="4581913"/>
                  <a:pt x="10514272" y="4585683"/>
                </a:cubicBezTo>
                <a:cubicBezTo>
                  <a:pt x="10514272" y="4589453"/>
                  <a:pt x="10512931" y="4592664"/>
                  <a:pt x="10510251" y="4595315"/>
                </a:cubicBezTo>
                <a:cubicBezTo>
                  <a:pt x="10507571" y="4597966"/>
                  <a:pt x="10504345" y="4599292"/>
                  <a:pt x="10500575" y="4599292"/>
                </a:cubicBezTo>
                <a:cubicBezTo>
                  <a:pt x="10496805" y="4599292"/>
                  <a:pt x="10493594" y="4597966"/>
                  <a:pt x="10490943" y="4595315"/>
                </a:cubicBezTo>
                <a:cubicBezTo>
                  <a:pt x="10488292" y="4592664"/>
                  <a:pt x="10486966" y="4589453"/>
                  <a:pt x="10486966" y="4585683"/>
                </a:cubicBezTo>
                <a:cubicBezTo>
                  <a:pt x="10486966" y="4581913"/>
                  <a:pt x="10488292" y="4578687"/>
                  <a:pt x="10490943" y="4576007"/>
                </a:cubicBezTo>
                <a:cubicBezTo>
                  <a:pt x="10493594" y="4573326"/>
                  <a:pt x="10496805" y="4571986"/>
                  <a:pt x="10500575" y="4571986"/>
                </a:cubicBezTo>
                <a:close/>
                <a:moveTo>
                  <a:pt x="9824300" y="4571986"/>
                </a:moveTo>
                <a:cubicBezTo>
                  <a:pt x="9828129" y="4571986"/>
                  <a:pt x="9831369" y="4573326"/>
                  <a:pt x="9834020" y="4576007"/>
                </a:cubicBezTo>
                <a:cubicBezTo>
                  <a:pt x="9836671" y="4578687"/>
                  <a:pt x="9837997" y="4581913"/>
                  <a:pt x="9837997" y="4585683"/>
                </a:cubicBezTo>
                <a:cubicBezTo>
                  <a:pt x="9837997" y="4589453"/>
                  <a:pt x="9836656" y="4592664"/>
                  <a:pt x="9833976" y="4595315"/>
                </a:cubicBezTo>
                <a:cubicBezTo>
                  <a:pt x="9831296" y="4597966"/>
                  <a:pt x="9828070" y="4599292"/>
                  <a:pt x="9824300" y="4599292"/>
                </a:cubicBezTo>
                <a:cubicBezTo>
                  <a:pt x="9820529" y="4599292"/>
                  <a:pt x="9817319" y="4597966"/>
                  <a:pt x="9814668" y="4595315"/>
                </a:cubicBezTo>
                <a:cubicBezTo>
                  <a:pt x="9812017" y="4592664"/>
                  <a:pt x="9810691" y="4589453"/>
                  <a:pt x="9810691" y="4585683"/>
                </a:cubicBezTo>
                <a:cubicBezTo>
                  <a:pt x="9810691" y="4581913"/>
                  <a:pt x="9812017" y="4578687"/>
                  <a:pt x="9814668" y="4576007"/>
                </a:cubicBezTo>
                <a:cubicBezTo>
                  <a:pt x="9817319" y="4573326"/>
                  <a:pt x="9820529" y="4571986"/>
                  <a:pt x="9824300" y="4571986"/>
                </a:cubicBezTo>
                <a:close/>
                <a:moveTo>
                  <a:pt x="880634" y="4519165"/>
                </a:moveTo>
                <a:cubicBezTo>
                  <a:pt x="871739" y="4522700"/>
                  <a:pt x="865995" y="4525203"/>
                  <a:pt x="863403" y="4526676"/>
                </a:cubicBezTo>
                <a:cubicBezTo>
                  <a:pt x="858748" y="4529268"/>
                  <a:pt x="855420" y="4531978"/>
                  <a:pt x="853417" y="4534806"/>
                </a:cubicBezTo>
                <a:cubicBezTo>
                  <a:pt x="851414" y="4537634"/>
                  <a:pt x="850413" y="4540727"/>
                  <a:pt x="850413" y="4544084"/>
                </a:cubicBezTo>
                <a:cubicBezTo>
                  <a:pt x="850413" y="4548326"/>
                  <a:pt x="851679" y="4551846"/>
                  <a:pt x="854213" y="4554644"/>
                </a:cubicBezTo>
                <a:cubicBezTo>
                  <a:pt x="856745" y="4557442"/>
                  <a:pt x="859662" y="4558842"/>
                  <a:pt x="862960" y="4558842"/>
                </a:cubicBezTo>
                <a:cubicBezTo>
                  <a:pt x="867438" y="4558842"/>
                  <a:pt x="873329" y="4555896"/>
                  <a:pt x="880634" y="4550005"/>
                </a:cubicBezTo>
                <a:close/>
                <a:moveTo>
                  <a:pt x="601563" y="4490269"/>
                </a:moveTo>
                <a:cubicBezTo>
                  <a:pt x="596673" y="4490269"/>
                  <a:pt x="592299" y="4492169"/>
                  <a:pt x="588440" y="4495969"/>
                </a:cubicBezTo>
                <a:cubicBezTo>
                  <a:pt x="584581" y="4499769"/>
                  <a:pt x="582328" y="4505056"/>
                  <a:pt x="581680" y="4511831"/>
                </a:cubicBezTo>
                <a:lnTo>
                  <a:pt x="619148" y="4511831"/>
                </a:lnTo>
                <a:cubicBezTo>
                  <a:pt x="618853" y="4506646"/>
                  <a:pt x="618234" y="4502994"/>
                  <a:pt x="617292" y="4500873"/>
                </a:cubicBezTo>
                <a:cubicBezTo>
                  <a:pt x="615819" y="4497574"/>
                  <a:pt x="613625" y="4494982"/>
                  <a:pt x="610709" y="4493097"/>
                </a:cubicBezTo>
                <a:cubicBezTo>
                  <a:pt x="607793" y="4491212"/>
                  <a:pt x="604744" y="4490269"/>
                  <a:pt x="601563" y="4490269"/>
                </a:cubicBezTo>
                <a:close/>
                <a:moveTo>
                  <a:pt x="471571" y="4489827"/>
                </a:moveTo>
                <a:cubicBezTo>
                  <a:pt x="468449" y="4489827"/>
                  <a:pt x="465311" y="4490755"/>
                  <a:pt x="462160" y="4492611"/>
                </a:cubicBezTo>
                <a:cubicBezTo>
                  <a:pt x="459008" y="4494467"/>
                  <a:pt x="456460" y="4497721"/>
                  <a:pt x="454516" y="4502375"/>
                </a:cubicBezTo>
                <a:cubicBezTo>
                  <a:pt x="452572" y="4507029"/>
                  <a:pt x="451600" y="4513009"/>
                  <a:pt x="451600" y="4520314"/>
                </a:cubicBezTo>
                <a:cubicBezTo>
                  <a:pt x="451600" y="4532096"/>
                  <a:pt x="453941" y="4542258"/>
                  <a:pt x="458625" y="4550800"/>
                </a:cubicBezTo>
                <a:cubicBezTo>
                  <a:pt x="463308" y="4559342"/>
                  <a:pt x="469479" y="4563613"/>
                  <a:pt x="477138" y="4563613"/>
                </a:cubicBezTo>
                <a:cubicBezTo>
                  <a:pt x="482852" y="4563613"/>
                  <a:pt x="487565" y="4561257"/>
                  <a:pt x="491276" y="4556544"/>
                </a:cubicBezTo>
                <a:cubicBezTo>
                  <a:pt x="494988" y="4551831"/>
                  <a:pt x="496843" y="4543731"/>
                  <a:pt x="496843" y="4532243"/>
                </a:cubicBezTo>
                <a:cubicBezTo>
                  <a:pt x="496843" y="4517869"/>
                  <a:pt x="493751" y="4506558"/>
                  <a:pt x="487565" y="4498310"/>
                </a:cubicBezTo>
                <a:cubicBezTo>
                  <a:pt x="483382" y="4492655"/>
                  <a:pt x="478051" y="4489827"/>
                  <a:pt x="471571" y="4489827"/>
                </a:cubicBezTo>
                <a:close/>
                <a:moveTo>
                  <a:pt x="641002" y="4486469"/>
                </a:moveTo>
                <a:lnTo>
                  <a:pt x="679088" y="4486469"/>
                </a:lnTo>
                <a:lnTo>
                  <a:pt x="679088" y="4489739"/>
                </a:lnTo>
                <a:cubicBezTo>
                  <a:pt x="676673" y="4489739"/>
                  <a:pt x="674979" y="4490151"/>
                  <a:pt x="674007" y="4490976"/>
                </a:cubicBezTo>
                <a:cubicBezTo>
                  <a:pt x="673035" y="4491801"/>
                  <a:pt x="672549" y="4492891"/>
                  <a:pt x="672549" y="4494246"/>
                </a:cubicBezTo>
                <a:cubicBezTo>
                  <a:pt x="672549" y="4495659"/>
                  <a:pt x="673580" y="4497839"/>
                  <a:pt x="675642" y="4500785"/>
                </a:cubicBezTo>
                <a:cubicBezTo>
                  <a:pt x="676290" y="4501727"/>
                  <a:pt x="677262" y="4503200"/>
                  <a:pt x="678558" y="4505203"/>
                </a:cubicBezTo>
                <a:lnTo>
                  <a:pt x="684302" y="4514393"/>
                </a:lnTo>
                <a:lnTo>
                  <a:pt x="690929" y="4505203"/>
                </a:lnTo>
                <a:cubicBezTo>
                  <a:pt x="695171" y="4499371"/>
                  <a:pt x="697292" y="4495689"/>
                  <a:pt x="697292" y="4494157"/>
                </a:cubicBezTo>
                <a:cubicBezTo>
                  <a:pt x="697292" y="4492920"/>
                  <a:pt x="696791" y="4491874"/>
                  <a:pt x="695789" y="4491020"/>
                </a:cubicBezTo>
                <a:cubicBezTo>
                  <a:pt x="694788" y="4490166"/>
                  <a:pt x="693168" y="4489739"/>
                  <a:pt x="690929" y="4489739"/>
                </a:cubicBezTo>
                <a:lnTo>
                  <a:pt x="690929" y="4486469"/>
                </a:lnTo>
                <a:lnTo>
                  <a:pt x="718323" y="4486469"/>
                </a:lnTo>
                <a:lnTo>
                  <a:pt x="718323" y="4489739"/>
                </a:lnTo>
                <a:cubicBezTo>
                  <a:pt x="715436" y="4489916"/>
                  <a:pt x="712933" y="4490711"/>
                  <a:pt x="710812" y="4492125"/>
                </a:cubicBezTo>
                <a:cubicBezTo>
                  <a:pt x="707925" y="4494128"/>
                  <a:pt x="703978" y="4498487"/>
                  <a:pt x="698971" y="4505203"/>
                </a:cubicBezTo>
                <a:lnTo>
                  <a:pt x="687925" y="4519960"/>
                </a:lnTo>
                <a:lnTo>
                  <a:pt x="708072" y="4548945"/>
                </a:lnTo>
                <a:cubicBezTo>
                  <a:pt x="713021" y="4556073"/>
                  <a:pt x="716556" y="4560359"/>
                  <a:pt x="718677" y="4561802"/>
                </a:cubicBezTo>
                <a:cubicBezTo>
                  <a:pt x="720797" y="4563245"/>
                  <a:pt x="723537" y="4564055"/>
                  <a:pt x="726895" y="4564232"/>
                </a:cubicBezTo>
                <a:lnTo>
                  <a:pt x="726895" y="4567413"/>
                </a:lnTo>
                <a:lnTo>
                  <a:pt x="688720" y="4567413"/>
                </a:lnTo>
                <a:lnTo>
                  <a:pt x="688720" y="4564232"/>
                </a:lnTo>
                <a:cubicBezTo>
                  <a:pt x="691371" y="4564232"/>
                  <a:pt x="693433" y="4563643"/>
                  <a:pt x="694906" y="4562465"/>
                </a:cubicBezTo>
                <a:cubicBezTo>
                  <a:pt x="696025" y="4561640"/>
                  <a:pt x="696585" y="4560550"/>
                  <a:pt x="696585" y="4559195"/>
                </a:cubicBezTo>
                <a:cubicBezTo>
                  <a:pt x="696585" y="4557840"/>
                  <a:pt x="694700" y="4554423"/>
                  <a:pt x="690929" y="4548945"/>
                </a:cubicBezTo>
                <a:lnTo>
                  <a:pt x="679088" y="4531625"/>
                </a:lnTo>
                <a:lnTo>
                  <a:pt x="666098" y="4548945"/>
                </a:lnTo>
                <a:cubicBezTo>
                  <a:pt x="662093" y="4554305"/>
                  <a:pt x="660089" y="4557487"/>
                  <a:pt x="660089" y="4558488"/>
                </a:cubicBezTo>
                <a:cubicBezTo>
                  <a:pt x="660089" y="4559902"/>
                  <a:pt x="660752" y="4561183"/>
                  <a:pt x="662077" y="4562332"/>
                </a:cubicBezTo>
                <a:cubicBezTo>
                  <a:pt x="663403" y="4563481"/>
                  <a:pt x="665391" y="4564114"/>
                  <a:pt x="668043" y="4564232"/>
                </a:cubicBezTo>
                <a:lnTo>
                  <a:pt x="668043" y="4567413"/>
                </a:lnTo>
                <a:lnTo>
                  <a:pt x="641621" y="4567413"/>
                </a:lnTo>
                <a:lnTo>
                  <a:pt x="641621" y="4564232"/>
                </a:lnTo>
                <a:cubicBezTo>
                  <a:pt x="643742" y="4563937"/>
                  <a:pt x="645597" y="4563201"/>
                  <a:pt x="647188" y="4562023"/>
                </a:cubicBezTo>
                <a:cubicBezTo>
                  <a:pt x="649426" y="4560314"/>
                  <a:pt x="653197" y="4555955"/>
                  <a:pt x="658499" y="4548945"/>
                </a:cubicBezTo>
                <a:lnTo>
                  <a:pt x="675465" y="4526411"/>
                </a:lnTo>
                <a:lnTo>
                  <a:pt x="660089" y="4504143"/>
                </a:lnTo>
                <a:cubicBezTo>
                  <a:pt x="655730" y="4497780"/>
                  <a:pt x="652357" y="4493789"/>
                  <a:pt x="649971" y="4492169"/>
                </a:cubicBezTo>
                <a:cubicBezTo>
                  <a:pt x="647585" y="4490549"/>
                  <a:pt x="644596" y="4489739"/>
                  <a:pt x="641002" y="4489739"/>
                </a:cubicBezTo>
                <a:close/>
                <a:moveTo>
                  <a:pt x="950118" y="4484083"/>
                </a:moveTo>
                <a:cubicBezTo>
                  <a:pt x="958071" y="4484083"/>
                  <a:pt x="964610" y="4486189"/>
                  <a:pt x="969736" y="4490402"/>
                </a:cubicBezTo>
                <a:cubicBezTo>
                  <a:pt x="974861" y="4494614"/>
                  <a:pt x="977423" y="4498988"/>
                  <a:pt x="977423" y="4503524"/>
                </a:cubicBezTo>
                <a:cubicBezTo>
                  <a:pt x="977423" y="4505763"/>
                  <a:pt x="976702" y="4507574"/>
                  <a:pt x="975258" y="4508959"/>
                </a:cubicBezTo>
                <a:cubicBezTo>
                  <a:pt x="973815" y="4510343"/>
                  <a:pt x="971797" y="4511035"/>
                  <a:pt x="969205" y="4511035"/>
                </a:cubicBezTo>
                <a:cubicBezTo>
                  <a:pt x="965730" y="4511035"/>
                  <a:pt x="963108" y="4509916"/>
                  <a:pt x="961341" y="4507677"/>
                </a:cubicBezTo>
                <a:cubicBezTo>
                  <a:pt x="960339" y="4506440"/>
                  <a:pt x="959677" y="4504084"/>
                  <a:pt x="959352" y="4500608"/>
                </a:cubicBezTo>
                <a:cubicBezTo>
                  <a:pt x="959029" y="4497132"/>
                  <a:pt x="957835" y="4494481"/>
                  <a:pt x="955774" y="4492655"/>
                </a:cubicBezTo>
                <a:cubicBezTo>
                  <a:pt x="953712" y="4490888"/>
                  <a:pt x="950855" y="4490004"/>
                  <a:pt x="947202" y="4490004"/>
                </a:cubicBezTo>
                <a:cubicBezTo>
                  <a:pt x="941311" y="4490004"/>
                  <a:pt x="936568" y="4492184"/>
                  <a:pt x="932975" y="4496543"/>
                </a:cubicBezTo>
                <a:cubicBezTo>
                  <a:pt x="928203" y="4502316"/>
                  <a:pt x="925817" y="4509945"/>
                  <a:pt x="925817" y="4519430"/>
                </a:cubicBezTo>
                <a:cubicBezTo>
                  <a:pt x="925817" y="4529092"/>
                  <a:pt x="928188" y="4537619"/>
                  <a:pt x="932931" y="4545012"/>
                </a:cubicBezTo>
                <a:cubicBezTo>
                  <a:pt x="937673" y="4552406"/>
                  <a:pt x="944080" y="4556102"/>
                  <a:pt x="952150" y="4556102"/>
                </a:cubicBezTo>
                <a:cubicBezTo>
                  <a:pt x="957924" y="4556102"/>
                  <a:pt x="963108" y="4554129"/>
                  <a:pt x="967703" y="4550182"/>
                </a:cubicBezTo>
                <a:cubicBezTo>
                  <a:pt x="970943" y="4547472"/>
                  <a:pt x="974095" y="4542553"/>
                  <a:pt x="977158" y="4535425"/>
                </a:cubicBezTo>
                <a:lnTo>
                  <a:pt x="979721" y="4536662"/>
                </a:lnTo>
                <a:cubicBezTo>
                  <a:pt x="977541" y="4547325"/>
                  <a:pt x="973270" y="4555528"/>
                  <a:pt x="966908" y="4561272"/>
                </a:cubicBezTo>
                <a:cubicBezTo>
                  <a:pt x="960546" y="4567016"/>
                  <a:pt x="953506" y="4569888"/>
                  <a:pt x="945788" y="4569888"/>
                </a:cubicBezTo>
                <a:cubicBezTo>
                  <a:pt x="936598" y="4569888"/>
                  <a:pt x="928586" y="4566029"/>
                  <a:pt x="921752" y="4558311"/>
                </a:cubicBezTo>
                <a:cubicBezTo>
                  <a:pt x="914919" y="4550594"/>
                  <a:pt x="911502" y="4540167"/>
                  <a:pt x="911502" y="4527030"/>
                </a:cubicBezTo>
                <a:cubicBezTo>
                  <a:pt x="911502" y="4514305"/>
                  <a:pt x="915287" y="4503966"/>
                  <a:pt x="922857" y="4496013"/>
                </a:cubicBezTo>
                <a:cubicBezTo>
                  <a:pt x="930427" y="4488060"/>
                  <a:pt x="939514" y="4484083"/>
                  <a:pt x="950118" y="4484083"/>
                </a:cubicBezTo>
                <a:close/>
                <a:moveTo>
                  <a:pt x="868263" y="4484083"/>
                </a:moveTo>
                <a:cubicBezTo>
                  <a:pt x="875450" y="4484083"/>
                  <a:pt x="881341" y="4485291"/>
                  <a:pt x="885936" y="4487706"/>
                </a:cubicBezTo>
                <a:cubicBezTo>
                  <a:pt x="889412" y="4489533"/>
                  <a:pt x="891974" y="4492390"/>
                  <a:pt x="893624" y="4496278"/>
                </a:cubicBezTo>
                <a:cubicBezTo>
                  <a:pt x="894684" y="4498811"/>
                  <a:pt x="895214" y="4503995"/>
                  <a:pt x="895214" y="4511831"/>
                </a:cubicBezTo>
                <a:lnTo>
                  <a:pt x="895214" y="4539313"/>
                </a:lnTo>
                <a:cubicBezTo>
                  <a:pt x="895214" y="4547030"/>
                  <a:pt x="895362" y="4551758"/>
                  <a:pt x="895656" y="4553495"/>
                </a:cubicBezTo>
                <a:cubicBezTo>
                  <a:pt x="895951" y="4555233"/>
                  <a:pt x="896437" y="4556397"/>
                  <a:pt x="897114" y="4556986"/>
                </a:cubicBezTo>
                <a:cubicBezTo>
                  <a:pt x="897792" y="4557575"/>
                  <a:pt x="898572" y="4557870"/>
                  <a:pt x="899456" y="4557870"/>
                </a:cubicBezTo>
                <a:cubicBezTo>
                  <a:pt x="900398" y="4557870"/>
                  <a:pt x="901224" y="4557663"/>
                  <a:pt x="901930" y="4557251"/>
                </a:cubicBezTo>
                <a:cubicBezTo>
                  <a:pt x="903167" y="4556485"/>
                  <a:pt x="905554" y="4554335"/>
                  <a:pt x="909088" y="4550800"/>
                </a:cubicBezTo>
                <a:lnTo>
                  <a:pt x="909088" y="4555749"/>
                </a:lnTo>
                <a:cubicBezTo>
                  <a:pt x="902490" y="4564586"/>
                  <a:pt x="896187" y="4569004"/>
                  <a:pt x="890178" y="4569004"/>
                </a:cubicBezTo>
                <a:cubicBezTo>
                  <a:pt x="887291" y="4569004"/>
                  <a:pt x="884993" y="4568002"/>
                  <a:pt x="883285" y="4565999"/>
                </a:cubicBezTo>
                <a:cubicBezTo>
                  <a:pt x="881576" y="4563996"/>
                  <a:pt x="880693" y="4560580"/>
                  <a:pt x="880634" y="4555749"/>
                </a:cubicBezTo>
                <a:cubicBezTo>
                  <a:pt x="872327" y="4562170"/>
                  <a:pt x="867114" y="4565882"/>
                  <a:pt x="864993" y="4566883"/>
                </a:cubicBezTo>
                <a:cubicBezTo>
                  <a:pt x="861812" y="4568356"/>
                  <a:pt x="858425" y="4569092"/>
                  <a:pt x="854831" y="4569092"/>
                </a:cubicBezTo>
                <a:cubicBezTo>
                  <a:pt x="849234" y="4569092"/>
                  <a:pt x="844625" y="4567178"/>
                  <a:pt x="841002" y="4563348"/>
                </a:cubicBezTo>
                <a:cubicBezTo>
                  <a:pt x="837378" y="4559519"/>
                  <a:pt x="835567" y="4554482"/>
                  <a:pt x="835567" y="4548238"/>
                </a:cubicBezTo>
                <a:cubicBezTo>
                  <a:pt x="835567" y="4544291"/>
                  <a:pt x="836451" y="4540874"/>
                  <a:pt x="838218" y="4537987"/>
                </a:cubicBezTo>
                <a:cubicBezTo>
                  <a:pt x="840633" y="4533981"/>
                  <a:pt x="844830" y="4530211"/>
                  <a:pt x="850810" y="4526676"/>
                </a:cubicBezTo>
                <a:cubicBezTo>
                  <a:pt x="856790" y="4523142"/>
                  <a:pt x="866731" y="4518841"/>
                  <a:pt x="880634" y="4513775"/>
                </a:cubicBezTo>
                <a:lnTo>
                  <a:pt x="880634" y="4510593"/>
                </a:lnTo>
                <a:cubicBezTo>
                  <a:pt x="880634" y="4502523"/>
                  <a:pt x="879353" y="4496985"/>
                  <a:pt x="876790" y="4493981"/>
                </a:cubicBezTo>
                <a:cubicBezTo>
                  <a:pt x="874227" y="4490976"/>
                  <a:pt x="870501" y="4489474"/>
                  <a:pt x="865612" y="4489474"/>
                </a:cubicBezTo>
                <a:cubicBezTo>
                  <a:pt x="861900" y="4489474"/>
                  <a:pt x="858955" y="4490475"/>
                  <a:pt x="856775" y="4492478"/>
                </a:cubicBezTo>
                <a:cubicBezTo>
                  <a:pt x="854536" y="4494481"/>
                  <a:pt x="853417" y="4496779"/>
                  <a:pt x="853417" y="4499371"/>
                </a:cubicBezTo>
                <a:lnTo>
                  <a:pt x="853594" y="4504496"/>
                </a:lnTo>
                <a:cubicBezTo>
                  <a:pt x="853594" y="4507206"/>
                  <a:pt x="852901" y="4509297"/>
                  <a:pt x="851517" y="4510770"/>
                </a:cubicBezTo>
                <a:cubicBezTo>
                  <a:pt x="850133" y="4512243"/>
                  <a:pt x="848321" y="4512979"/>
                  <a:pt x="846082" y="4512979"/>
                </a:cubicBezTo>
                <a:cubicBezTo>
                  <a:pt x="843903" y="4512979"/>
                  <a:pt x="842121" y="4512213"/>
                  <a:pt x="840737" y="4510682"/>
                </a:cubicBezTo>
                <a:cubicBezTo>
                  <a:pt x="839352" y="4509150"/>
                  <a:pt x="838660" y="4507059"/>
                  <a:pt x="838660" y="4504408"/>
                </a:cubicBezTo>
                <a:cubicBezTo>
                  <a:pt x="838660" y="4499341"/>
                  <a:pt x="841252" y="4494687"/>
                  <a:pt x="846436" y="4490446"/>
                </a:cubicBezTo>
                <a:cubicBezTo>
                  <a:pt x="851620" y="4486204"/>
                  <a:pt x="858896" y="4484083"/>
                  <a:pt x="868263" y="4484083"/>
                </a:cubicBezTo>
                <a:close/>
                <a:moveTo>
                  <a:pt x="797592" y="4484083"/>
                </a:moveTo>
                <a:lnTo>
                  <a:pt x="801304" y="4484083"/>
                </a:lnTo>
                <a:lnTo>
                  <a:pt x="801304" y="4502287"/>
                </a:lnTo>
                <a:cubicBezTo>
                  <a:pt x="808079" y="4490151"/>
                  <a:pt x="815030" y="4484083"/>
                  <a:pt x="822159" y="4484083"/>
                </a:cubicBezTo>
                <a:cubicBezTo>
                  <a:pt x="825399" y="4484083"/>
                  <a:pt x="828079" y="4485070"/>
                  <a:pt x="830200" y="4487044"/>
                </a:cubicBezTo>
                <a:cubicBezTo>
                  <a:pt x="832321" y="4489017"/>
                  <a:pt x="833381" y="4491300"/>
                  <a:pt x="833381" y="4493892"/>
                </a:cubicBezTo>
                <a:cubicBezTo>
                  <a:pt x="833381" y="4496190"/>
                  <a:pt x="832615" y="4498134"/>
                  <a:pt x="831084" y="4499724"/>
                </a:cubicBezTo>
                <a:cubicBezTo>
                  <a:pt x="829552" y="4501315"/>
                  <a:pt x="827726" y="4502110"/>
                  <a:pt x="825605" y="4502110"/>
                </a:cubicBezTo>
                <a:cubicBezTo>
                  <a:pt x="823543" y="4502110"/>
                  <a:pt x="821230" y="4501094"/>
                  <a:pt x="818668" y="4499062"/>
                </a:cubicBezTo>
                <a:cubicBezTo>
                  <a:pt x="816105" y="4497029"/>
                  <a:pt x="814205" y="4496013"/>
                  <a:pt x="812969" y="4496013"/>
                </a:cubicBezTo>
                <a:cubicBezTo>
                  <a:pt x="811908" y="4496013"/>
                  <a:pt x="810759" y="4496602"/>
                  <a:pt x="809522" y="4497780"/>
                </a:cubicBezTo>
                <a:cubicBezTo>
                  <a:pt x="806871" y="4500196"/>
                  <a:pt x="804132" y="4504172"/>
                  <a:pt x="801304" y="4509710"/>
                </a:cubicBezTo>
                <a:lnTo>
                  <a:pt x="801304" y="4548503"/>
                </a:lnTo>
                <a:cubicBezTo>
                  <a:pt x="801304" y="4552980"/>
                  <a:pt x="801864" y="4556367"/>
                  <a:pt x="802983" y="4558665"/>
                </a:cubicBezTo>
                <a:cubicBezTo>
                  <a:pt x="803749" y="4560256"/>
                  <a:pt x="805104" y="4561581"/>
                  <a:pt x="807048" y="4562641"/>
                </a:cubicBezTo>
                <a:cubicBezTo>
                  <a:pt x="808992" y="4563702"/>
                  <a:pt x="811790" y="4564232"/>
                  <a:pt x="815443" y="4564232"/>
                </a:cubicBezTo>
                <a:lnTo>
                  <a:pt x="815443" y="4567413"/>
                </a:lnTo>
                <a:lnTo>
                  <a:pt x="773999" y="4567413"/>
                </a:lnTo>
                <a:lnTo>
                  <a:pt x="773999" y="4564232"/>
                </a:lnTo>
                <a:cubicBezTo>
                  <a:pt x="778122" y="4564232"/>
                  <a:pt x="781186" y="4563584"/>
                  <a:pt x="783189" y="4562288"/>
                </a:cubicBezTo>
                <a:cubicBezTo>
                  <a:pt x="784662" y="4561345"/>
                  <a:pt x="785692" y="4559843"/>
                  <a:pt x="786282" y="4557781"/>
                </a:cubicBezTo>
                <a:cubicBezTo>
                  <a:pt x="786576" y="4556780"/>
                  <a:pt x="786724" y="4553923"/>
                  <a:pt x="786724" y="4549210"/>
                </a:cubicBezTo>
                <a:lnTo>
                  <a:pt x="786724" y="4517840"/>
                </a:lnTo>
                <a:cubicBezTo>
                  <a:pt x="786724" y="4508414"/>
                  <a:pt x="786532" y="4502802"/>
                  <a:pt x="786149" y="4501006"/>
                </a:cubicBezTo>
                <a:cubicBezTo>
                  <a:pt x="785766" y="4499209"/>
                  <a:pt x="785059" y="4497898"/>
                  <a:pt x="784029" y="4497073"/>
                </a:cubicBezTo>
                <a:cubicBezTo>
                  <a:pt x="782998" y="4496249"/>
                  <a:pt x="781716" y="4495836"/>
                  <a:pt x="780184" y="4495836"/>
                </a:cubicBezTo>
                <a:cubicBezTo>
                  <a:pt x="778358" y="4495836"/>
                  <a:pt x="776296" y="4496278"/>
                  <a:pt x="773999" y="4497162"/>
                </a:cubicBezTo>
                <a:lnTo>
                  <a:pt x="773115" y="4493981"/>
                </a:lnTo>
                <a:close/>
                <a:moveTo>
                  <a:pt x="474310" y="4484083"/>
                </a:moveTo>
                <a:cubicBezTo>
                  <a:pt x="486563" y="4484083"/>
                  <a:pt x="496402" y="4488737"/>
                  <a:pt x="503824" y="4498045"/>
                </a:cubicBezTo>
                <a:cubicBezTo>
                  <a:pt x="510128" y="4505998"/>
                  <a:pt x="513280" y="4515130"/>
                  <a:pt x="513280" y="4525439"/>
                </a:cubicBezTo>
                <a:cubicBezTo>
                  <a:pt x="513280" y="4532685"/>
                  <a:pt x="511542" y="4540020"/>
                  <a:pt x="508066" y="4547442"/>
                </a:cubicBezTo>
                <a:cubicBezTo>
                  <a:pt x="504591" y="4554865"/>
                  <a:pt x="499804" y="4560462"/>
                  <a:pt x="493707" y="4564232"/>
                </a:cubicBezTo>
                <a:cubicBezTo>
                  <a:pt x="487609" y="4568002"/>
                  <a:pt x="480820" y="4569888"/>
                  <a:pt x="473338" y="4569888"/>
                </a:cubicBezTo>
                <a:cubicBezTo>
                  <a:pt x="461144" y="4569888"/>
                  <a:pt x="451453" y="4565027"/>
                  <a:pt x="444266" y="4555307"/>
                </a:cubicBezTo>
                <a:cubicBezTo>
                  <a:pt x="438197" y="4547118"/>
                  <a:pt x="435164" y="4537928"/>
                  <a:pt x="435164" y="4527737"/>
                </a:cubicBezTo>
                <a:cubicBezTo>
                  <a:pt x="435164" y="4520314"/>
                  <a:pt x="437005" y="4512935"/>
                  <a:pt x="440687" y="4505601"/>
                </a:cubicBezTo>
                <a:cubicBezTo>
                  <a:pt x="444368" y="4498266"/>
                  <a:pt x="449214" y="4492846"/>
                  <a:pt x="455223" y="4489341"/>
                </a:cubicBezTo>
                <a:cubicBezTo>
                  <a:pt x="461232" y="4485836"/>
                  <a:pt x="467594" y="4484083"/>
                  <a:pt x="474310" y="4484083"/>
                </a:cubicBezTo>
                <a:close/>
                <a:moveTo>
                  <a:pt x="606511" y="4483995"/>
                </a:moveTo>
                <a:cubicBezTo>
                  <a:pt x="615584" y="4483995"/>
                  <a:pt x="623036" y="4486985"/>
                  <a:pt x="628868" y="4492964"/>
                </a:cubicBezTo>
                <a:cubicBezTo>
                  <a:pt x="634700" y="4498944"/>
                  <a:pt x="637616" y="4506941"/>
                  <a:pt x="637616" y="4516956"/>
                </a:cubicBezTo>
                <a:lnTo>
                  <a:pt x="581680" y="4516956"/>
                </a:lnTo>
                <a:cubicBezTo>
                  <a:pt x="581621" y="4528974"/>
                  <a:pt x="584537" y="4538399"/>
                  <a:pt x="590429" y="4545233"/>
                </a:cubicBezTo>
                <a:cubicBezTo>
                  <a:pt x="596319" y="4552067"/>
                  <a:pt x="603242" y="4555484"/>
                  <a:pt x="611195" y="4555484"/>
                </a:cubicBezTo>
                <a:cubicBezTo>
                  <a:pt x="616497" y="4555484"/>
                  <a:pt x="621107" y="4554026"/>
                  <a:pt x="625024" y="4551110"/>
                </a:cubicBezTo>
                <a:cubicBezTo>
                  <a:pt x="628942" y="4548193"/>
                  <a:pt x="632226" y="4543201"/>
                  <a:pt x="634877" y="4536131"/>
                </a:cubicBezTo>
                <a:lnTo>
                  <a:pt x="637616" y="4537899"/>
                </a:lnTo>
                <a:cubicBezTo>
                  <a:pt x="636379" y="4545970"/>
                  <a:pt x="632785" y="4553319"/>
                  <a:pt x="626836" y="4559946"/>
                </a:cubicBezTo>
                <a:cubicBezTo>
                  <a:pt x="620886" y="4566574"/>
                  <a:pt x="613433" y="4569888"/>
                  <a:pt x="604479" y="4569888"/>
                </a:cubicBezTo>
                <a:cubicBezTo>
                  <a:pt x="594759" y="4569888"/>
                  <a:pt x="586437" y="4566102"/>
                  <a:pt x="579515" y="4558532"/>
                </a:cubicBezTo>
                <a:cubicBezTo>
                  <a:pt x="572593" y="4550962"/>
                  <a:pt x="569132" y="4540785"/>
                  <a:pt x="569132" y="4528002"/>
                </a:cubicBezTo>
                <a:cubicBezTo>
                  <a:pt x="569132" y="4514158"/>
                  <a:pt x="572682" y="4503362"/>
                  <a:pt x="579780" y="4495615"/>
                </a:cubicBezTo>
                <a:cubicBezTo>
                  <a:pt x="586879" y="4487868"/>
                  <a:pt x="595789" y="4483995"/>
                  <a:pt x="606511" y="4483995"/>
                </a:cubicBezTo>
                <a:close/>
                <a:moveTo>
                  <a:pt x="1017463" y="4459871"/>
                </a:moveTo>
                <a:lnTo>
                  <a:pt x="1020202" y="4459871"/>
                </a:lnTo>
                <a:lnTo>
                  <a:pt x="1020202" y="4486469"/>
                </a:lnTo>
                <a:lnTo>
                  <a:pt x="1039113" y="4486469"/>
                </a:lnTo>
                <a:lnTo>
                  <a:pt x="1039113" y="4492655"/>
                </a:lnTo>
                <a:lnTo>
                  <a:pt x="1020202" y="4492655"/>
                </a:lnTo>
                <a:lnTo>
                  <a:pt x="1020202" y="4545145"/>
                </a:lnTo>
                <a:cubicBezTo>
                  <a:pt x="1020202" y="4550388"/>
                  <a:pt x="1020953" y="4553923"/>
                  <a:pt x="1022456" y="4555749"/>
                </a:cubicBezTo>
                <a:cubicBezTo>
                  <a:pt x="1023958" y="4557575"/>
                  <a:pt x="1025887" y="4558488"/>
                  <a:pt x="1028244" y="4558488"/>
                </a:cubicBezTo>
                <a:cubicBezTo>
                  <a:pt x="1030187" y="4558488"/>
                  <a:pt x="1032073" y="4557884"/>
                  <a:pt x="1033899" y="4556677"/>
                </a:cubicBezTo>
                <a:cubicBezTo>
                  <a:pt x="1035725" y="4555469"/>
                  <a:pt x="1037139" y="4553687"/>
                  <a:pt x="1038141" y="4551331"/>
                </a:cubicBezTo>
                <a:lnTo>
                  <a:pt x="1041587" y="4551331"/>
                </a:lnTo>
                <a:cubicBezTo>
                  <a:pt x="1039525" y="4557104"/>
                  <a:pt x="1036609" y="4561448"/>
                  <a:pt x="1032839" y="4564365"/>
                </a:cubicBezTo>
                <a:cubicBezTo>
                  <a:pt x="1029069" y="4567281"/>
                  <a:pt x="1025180" y="4568739"/>
                  <a:pt x="1021174" y="4568739"/>
                </a:cubicBezTo>
                <a:cubicBezTo>
                  <a:pt x="1018465" y="4568739"/>
                  <a:pt x="1015813" y="4567988"/>
                  <a:pt x="1013221" y="4566485"/>
                </a:cubicBezTo>
                <a:cubicBezTo>
                  <a:pt x="1010629" y="4564983"/>
                  <a:pt x="1008715" y="4562833"/>
                  <a:pt x="1007478" y="4560035"/>
                </a:cubicBezTo>
                <a:cubicBezTo>
                  <a:pt x="1006240" y="4557236"/>
                  <a:pt x="1005622" y="4552921"/>
                  <a:pt x="1005622" y="4547089"/>
                </a:cubicBezTo>
                <a:lnTo>
                  <a:pt x="1005622" y="4492655"/>
                </a:lnTo>
                <a:lnTo>
                  <a:pt x="992809" y="4492655"/>
                </a:lnTo>
                <a:lnTo>
                  <a:pt x="992809" y="4489739"/>
                </a:lnTo>
                <a:cubicBezTo>
                  <a:pt x="996049" y="4488443"/>
                  <a:pt x="999362" y="4486248"/>
                  <a:pt x="1002750" y="4483156"/>
                </a:cubicBezTo>
                <a:cubicBezTo>
                  <a:pt x="1006137" y="4480063"/>
                  <a:pt x="1009156" y="4476396"/>
                  <a:pt x="1011807" y="4472154"/>
                </a:cubicBezTo>
                <a:cubicBezTo>
                  <a:pt x="1013162" y="4469915"/>
                  <a:pt x="1015047" y="4465821"/>
                  <a:pt x="1017463" y="4459871"/>
                </a:cubicBezTo>
                <a:close/>
                <a:moveTo>
                  <a:pt x="750763" y="4459871"/>
                </a:moveTo>
                <a:lnTo>
                  <a:pt x="753502" y="4459871"/>
                </a:lnTo>
                <a:lnTo>
                  <a:pt x="753502" y="4486469"/>
                </a:lnTo>
                <a:lnTo>
                  <a:pt x="772413" y="4486469"/>
                </a:lnTo>
                <a:lnTo>
                  <a:pt x="772413" y="4492655"/>
                </a:lnTo>
                <a:lnTo>
                  <a:pt x="753502" y="4492655"/>
                </a:lnTo>
                <a:lnTo>
                  <a:pt x="753502" y="4545145"/>
                </a:lnTo>
                <a:cubicBezTo>
                  <a:pt x="753502" y="4550388"/>
                  <a:pt x="754253" y="4553923"/>
                  <a:pt x="755756" y="4555749"/>
                </a:cubicBezTo>
                <a:cubicBezTo>
                  <a:pt x="757258" y="4557575"/>
                  <a:pt x="759187" y="4558488"/>
                  <a:pt x="761544" y="4558488"/>
                </a:cubicBezTo>
                <a:cubicBezTo>
                  <a:pt x="763488" y="4558488"/>
                  <a:pt x="765373" y="4557884"/>
                  <a:pt x="767199" y="4556677"/>
                </a:cubicBezTo>
                <a:cubicBezTo>
                  <a:pt x="769026" y="4555469"/>
                  <a:pt x="770439" y="4553687"/>
                  <a:pt x="771441" y="4551331"/>
                </a:cubicBezTo>
                <a:lnTo>
                  <a:pt x="774887" y="4551331"/>
                </a:lnTo>
                <a:cubicBezTo>
                  <a:pt x="772825" y="4557104"/>
                  <a:pt x="769909" y="4561448"/>
                  <a:pt x="766139" y="4564365"/>
                </a:cubicBezTo>
                <a:cubicBezTo>
                  <a:pt x="762368" y="4567281"/>
                  <a:pt x="758480" y="4568739"/>
                  <a:pt x="754474" y="4568739"/>
                </a:cubicBezTo>
                <a:cubicBezTo>
                  <a:pt x="751765" y="4568739"/>
                  <a:pt x="749113" y="4567988"/>
                  <a:pt x="746521" y="4566485"/>
                </a:cubicBezTo>
                <a:cubicBezTo>
                  <a:pt x="743929" y="4564983"/>
                  <a:pt x="742015" y="4562833"/>
                  <a:pt x="740777" y="4560035"/>
                </a:cubicBezTo>
                <a:cubicBezTo>
                  <a:pt x="739540" y="4557236"/>
                  <a:pt x="738922" y="4552921"/>
                  <a:pt x="738922" y="4547089"/>
                </a:cubicBezTo>
                <a:lnTo>
                  <a:pt x="738922" y="4492655"/>
                </a:lnTo>
                <a:lnTo>
                  <a:pt x="726108" y="4492655"/>
                </a:lnTo>
                <a:lnTo>
                  <a:pt x="726108" y="4489739"/>
                </a:lnTo>
                <a:cubicBezTo>
                  <a:pt x="729349" y="4488443"/>
                  <a:pt x="732663" y="4486248"/>
                  <a:pt x="736050" y="4483156"/>
                </a:cubicBezTo>
                <a:cubicBezTo>
                  <a:pt x="739437" y="4480063"/>
                  <a:pt x="742456" y="4476396"/>
                  <a:pt x="745107" y="4472154"/>
                </a:cubicBezTo>
                <a:cubicBezTo>
                  <a:pt x="746462" y="4469915"/>
                  <a:pt x="748348" y="4465821"/>
                  <a:pt x="750763" y="4459871"/>
                </a:cubicBezTo>
                <a:close/>
                <a:moveTo>
                  <a:pt x="407863" y="4459871"/>
                </a:moveTo>
                <a:lnTo>
                  <a:pt x="410602" y="4459871"/>
                </a:lnTo>
                <a:lnTo>
                  <a:pt x="410602" y="4486469"/>
                </a:lnTo>
                <a:lnTo>
                  <a:pt x="429513" y="4486469"/>
                </a:lnTo>
                <a:lnTo>
                  <a:pt x="429513" y="4492655"/>
                </a:lnTo>
                <a:lnTo>
                  <a:pt x="410602" y="4492655"/>
                </a:lnTo>
                <a:lnTo>
                  <a:pt x="410602" y="4545145"/>
                </a:lnTo>
                <a:cubicBezTo>
                  <a:pt x="410602" y="4550388"/>
                  <a:pt x="411353" y="4553923"/>
                  <a:pt x="412856" y="4555749"/>
                </a:cubicBezTo>
                <a:cubicBezTo>
                  <a:pt x="414358" y="4557575"/>
                  <a:pt x="416287" y="4558488"/>
                  <a:pt x="418644" y="4558488"/>
                </a:cubicBezTo>
                <a:cubicBezTo>
                  <a:pt x="420588" y="4558488"/>
                  <a:pt x="422473" y="4557884"/>
                  <a:pt x="424299" y="4556677"/>
                </a:cubicBezTo>
                <a:cubicBezTo>
                  <a:pt x="426125" y="4555469"/>
                  <a:pt x="427539" y="4553687"/>
                  <a:pt x="428541" y="4551331"/>
                </a:cubicBezTo>
                <a:lnTo>
                  <a:pt x="431987" y="4551331"/>
                </a:lnTo>
                <a:cubicBezTo>
                  <a:pt x="429925" y="4557104"/>
                  <a:pt x="427009" y="4561448"/>
                  <a:pt x="423239" y="4564365"/>
                </a:cubicBezTo>
                <a:cubicBezTo>
                  <a:pt x="419468" y="4567281"/>
                  <a:pt x="415580" y="4568739"/>
                  <a:pt x="411574" y="4568739"/>
                </a:cubicBezTo>
                <a:cubicBezTo>
                  <a:pt x="408864" y="4568739"/>
                  <a:pt x="406213" y="4567988"/>
                  <a:pt x="403621" y="4566485"/>
                </a:cubicBezTo>
                <a:cubicBezTo>
                  <a:pt x="401029" y="4564983"/>
                  <a:pt x="399114" y="4562833"/>
                  <a:pt x="397877" y="4560035"/>
                </a:cubicBezTo>
                <a:cubicBezTo>
                  <a:pt x="396640" y="4557236"/>
                  <a:pt x="396022" y="4552921"/>
                  <a:pt x="396022" y="4547089"/>
                </a:cubicBezTo>
                <a:lnTo>
                  <a:pt x="396022" y="4492655"/>
                </a:lnTo>
                <a:lnTo>
                  <a:pt x="383209" y="4492655"/>
                </a:lnTo>
                <a:lnTo>
                  <a:pt x="383209" y="4489739"/>
                </a:lnTo>
                <a:cubicBezTo>
                  <a:pt x="386449" y="4488443"/>
                  <a:pt x="389762" y="4486248"/>
                  <a:pt x="393150" y="4483156"/>
                </a:cubicBezTo>
                <a:cubicBezTo>
                  <a:pt x="396537" y="4480063"/>
                  <a:pt x="399556" y="4476396"/>
                  <a:pt x="402208" y="4472154"/>
                </a:cubicBezTo>
                <a:cubicBezTo>
                  <a:pt x="403563" y="4469915"/>
                  <a:pt x="405447" y="4465821"/>
                  <a:pt x="407863" y="4459871"/>
                </a:cubicBezTo>
                <a:close/>
                <a:moveTo>
                  <a:pt x="170078" y="4451653"/>
                </a:moveTo>
                <a:cubicBezTo>
                  <a:pt x="159355" y="4451653"/>
                  <a:pt x="150725" y="4455482"/>
                  <a:pt x="144186" y="4463141"/>
                </a:cubicBezTo>
                <a:cubicBezTo>
                  <a:pt x="135939" y="4472743"/>
                  <a:pt x="131815" y="4487441"/>
                  <a:pt x="131815" y="4507236"/>
                </a:cubicBezTo>
                <a:cubicBezTo>
                  <a:pt x="131815" y="4526617"/>
                  <a:pt x="135997" y="4541551"/>
                  <a:pt x="144363" y="4552037"/>
                </a:cubicBezTo>
                <a:cubicBezTo>
                  <a:pt x="150843" y="4560108"/>
                  <a:pt x="159415" y="4564144"/>
                  <a:pt x="170078" y="4564144"/>
                </a:cubicBezTo>
                <a:cubicBezTo>
                  <a:pt x="181153" y="4564144"/>
                  <a:pt x="190078" y="4560108"/>
                  <a:pt x="196853" y="4552037"/>
                </a:cubicBezTo>
                <a:cubicBezTo>
                  <a:pt x="204805" y="4542494"/>
                  <a:pt x="208782" y="4528414"/>
                  <a:pt x="208782" y="4509798"/>
                </a:cubicBezTo>
                <a:cubicBezTo>
                  <a:pt x="208782" y="4495483"/>
                  <a:pt x="206602" y="4483435"/>
                  <a:pt x="202243" y="4473656"/>
                </a:cubicBezTo>
                <a:cubicBezTo>
                  <a:pt x="198885" y="4466116"/>
                  <a:pt x="194422" y="4460563"/>
                  <a:pt x="188855" y="4456999"/>
                </a:cubicBezTo>
                <a:cubicBezTo>
                  <a:pt x="183288" y="4453435"/>
                  <a:pt x="177029" y="4451653"/>
                  <a:pt x="170078" y="4451653"/>
                </a:cubicBezTo>
                <a:close/>
                <a:moveTo>
                  <a:pt x="242189" y="4447588"/>
                </a:moveTo>
                <a:lnTo>
                  <a:pt x="296447" y="4447588"/>
                </a:lnTo>
                <a:lnTo>
                  <a:pt x="296447" y="4450858"/>
                </a:lnTo>
                <a:cubicBezTo>
                  <a:pt x="290084" y="4450799"/>
                  <a:pt x="285622" y="4451388"/>
                  <a:pt x="283059" y="4452625"/>
                </a:cubicBezTo>
                <a:cubicBezTo>
                  <a:pt x="280496" y="4453862"/>
                  <a:pt x="278744" y="4455423"/>
                  <a:pt x="277801" y="4457308"/>
                </a:cubicBezTo>
                <a:cubicBezTo>
                  <a:pt x="276858" y="4459193"/>
                  <a:pt x="276387" y="4463700"/>
                  <a:pt x="276387" y="4470828"/>
                </a:cubicBezTo>
                <a:lnTo>
                  <a:pt x="276387" y="4546117"/>
                </a:lnTo>
                <a:cubicBezTo>
                  <a:pt x="276387" y="4551006"/>
                  <a:pt x="276858" y="4554364"/>
                  <a:pt x="277801" y="4556191"/>
                </a:cubicBezTo>
                <a:cubicBezTo>
                  <a:pt x="278508" y="4557428"/>
                  <a:pt x="279598" y="4558341"/>
                  <a:pt x="281071" y="4558930"/>
                </a:cubicBezTo>
                <a:cubicBezTo>
                  <a:pt x="282544" y="4559519"/>
                  <a:pt x="287139" y="4559814"/>
                  <a:pt x="294856" y="4559814"/>
                </a:cubicBezTo>
                <a:lnTo>
                  <a:pt x="303604" y="4559814"/>
                </a:lnTo>
                <a:cubicBezTo>
                  <a:pt x="312794" y="4559814"/>
                  <a:pt x="319245" y="4559136"/>
                  <a:pt x="322956" y="4557781"/>
                </a:cubicBezTo>
                <a:cubicBezTo>
                  <a:pt x="326668" y="4556426"/>
                  <a:pt x="330055" y="4554026"/>
                  <a:pt x="333119" y="4550579"/>
                </a:cubicBezTo>
                <a:cubicBezTo>
                  <a:pt x="336182" y="4547133"/>
                  <a:pt x="339245" y="4541699"/>
                  <a:pt x="342309" y="4534276"/>
                </a:cubicBezTo>
                <a:lnTo>
                  <a:pt x="345225" y="4534894"/>
                </a:lnTo>
                <a:lnTo>
                  <a:pt x="334974" y="4567413"/>
                </a:lnTo>
                <a:lnTo>
                  <a:pt x="242189" y="4567413"/>
                </a:lnTo>
                <a:lnTo>
                  <a:pt x="242189" y="4564144"/>
                </a:lnTo>
                <a:lnTo>
                  <a:pt x="246696" y="4564144"/>
                </a:lnTo>
                <a:cubicBezTo>
                  <a:pt x="251762" y="4564144"/>
                  <a:pt x="255385" y="4562494"/>
                  <a:pt x="257565" y="4559195"/>
                </a:cubicBezTo>
                <a:cubicBezTo>
                  <a:pt x="258802" y="4557310"/>
                  <a:pt x="259421" y="4552951"/>
                  <a:pt x="259421" y="4546117"/>
                </a:cubicBezTo>
                <a:lnTo>
                  <a:pt x="259421" y="4468796"/>
                </a:lnTo>
                <a:cubicBezTo>
                  <a:pt x="259421" y="4461314"/>
                  <a:pt x="258596" y="4456631"/>
                  <a:pt x="256947" y="4454746"/>
                </a:cubicBezTo>
                <a:cubicBezTo>
                  <a:pt x="254649" y="4452154"/>
                  <a:pt x="251232" y="4450858"/>
                  <a:pt x="246696" y="4450858"/>
                </a:cubicBezTo>
                <a:lnTo>
                  <a:pt x="242189" y="4450858"/>
                </a:lnTo>
                <a:close/>
                <a:moveTo>
                  <a:pt x="171138" y="4444849"/>
                </a:moveTo>
                <a:cubicBezTo>
                  <a:pt x="186808" y="4444849"/>
                  <a:pt x="200373" y="4450784"/>
                  <a:pt x="211831" y="4462655"/>
                </a:cubicBezTo>
                <a:cubicBezTo>
                  <a:pt x="223289" y="4474525"/>
                  <a:pt x="229018" y="4489503"/>
                  <a:pt x="229018" y="4507589"/>
                </a:cubicBezTo>
                <a:cubicBezTo>
                  <a:pt x="229018" y="4522258"/>
                  <a:pt x="224938" y="4535130"/>
                  <a:pt x="216779" y="4546205"/>
                </a:cubicBezTo>
                <a:cubicBezTo>
                  <a:pt x="208620" y="4557281"/>
                  <a:pt x="198002" y="4564792"/>
                  <a:pt x="184923" y="4568739"/>
                </a:cubicBezTo>
                <a:cubicBezTo>
                  <a:pt x="190932" y="4579107"/>
                  <a:pt x="197427" y="4586736"/>
                  <a:pt x="204408" y="4591626"/>
                </a:cubicBezTo>
                <a:cubicBezTo>
                  <a:pt x="211389" y="4596515"/>
                  <a:pt x="219327" y="4599314"/>
                  <a:pt x="228223" y="4600021"/>
                </a:cubicBezTo>
                <a:lnTo>
                  <a:pt x="228223" y="4602848"/>
                </a:lnTo>
                <a:cubicBezTo>
                  <a:pt x="220093" y="4602554"/>
                  <a:pt x="211404" y="4600919"/>
                  <a:pt x="202155" y="4597944"/>
                </a:cubicBezTo>
                <a:cubicBezTo>
                  <a:pt x="192905" y="4594969"/>
                  <a:pt x="184142" y="4590845"/>
                  <a:pt x="175865" y="4585573"/>
                </a:cubicBezTo>
                <a:cubicBezTo>
                  <a:pt x="167589" y="4580300"/>
                  <a:pt x="160445" y="4574689"/>
                  <a:pt x="154437" y="4568739"/>
                </a:cubicBezTo>
                <a:cubicBezTo>
                  <a:pt x="145953" y="4565322"/>
                  <a:pt x="139237" y="4561699"/>
                  <a:pt x="134289" y="4557870"/>
                </a:cubicBezTo>
                <a:cubicBezTo>
                  <a:pt x="127102" y="4552155"/>
                  <a:pt x="121520" y="4545130"/>
                  <a:pt x="117544" y="4536794"/>
                </a:cubicBezTo>
                <a:cubicBezTo>
                  <a:pt x="113567" y="4528458"/>
                  <a:pt x="111579" y="4518605"/>
                  <a:pt x="111579" y="4507236"/>
                </a:cubicBezTo>
                <a:cubicBezTo>
                  <a:pt x="111579" y="4489327"/>
                  <a:pt x="117381" y="4474451"/>
                  <a:pt x="128987" y="4462610"/>
                </a:cubicBezTo>
                <a:cubicBezTo>
                  <a:pt x="140592" y="4450769"/>
                  <a:pt x="154643" y="4444849"/>
                  <a:pt x="171138" y="4444849"/>
                </a:cubicBezTo>
                <a:close/>
                <a:moveTo>
                  <a:pt x="46834" y="4444849"/>
                </a:moveTo>
                <a:cubicBezTo>
                  <a:pt x="53196" y="4444849"/>
                  <a:pt x="59942" y="4446410"/>
                  <a:pt x="67070" y="4449532"/>
                </a:cubicBezTo>
                <a:cubicBezTo>
                  <a:pt x="70369" y="4451005"/>
                  <a:pt x="72696" y="4451741"/>
                  <a:pt x="74051" y="4451741"/>
                </a:cubicBezTo>
                <a:cubicBezTo>
                  <a:pt x="75583" y="4451741"/>
                  <a:pt x="76834" y="4451285"/>
                  <a:pt x="77806" y="4450372"/>
                </a:cubicBezTo>
                <a:cubicBezTo>
                  <a:pt x="78778" y="4449458"/>
                  <a:pt x="79559" y="4447617"/>
                  <a:pt x="80148" y="4444849"/>
                </a:cubicBezTo>
                <a:lnTo>
                  <a:pt x="83418" y="4444849"/>
                </a:lnTo>
                <a:lnTo>
                  <a:pt x="83418" y="4486293"/>
                </a:lnTo>
                <a:lnTo>
                  <a:pt x="80148" y="4486293"/>
                </a:lnTo>
                <a:cubicBezTo>
                  <a:pt x="79088" y="4478340"/>
                  <a:pt x="77187" y="4472007"/>
                  <a:pt x="74448" y="4467294"/>
                </a:cubicBezTo>
                <a:cubicBezTo>
                  <a:pt x="71709" y="4462581"/>
                  <a:pt x="67806" y="4458840"/>
                  <a:pt x="62740" y="4456071"/>
                </a:cubicBezTo>
                <a:cubicBezTo>
                  <a:pt x="57674" y="4453302"/>
                  <a:pt x="52430" y="4451918"/>
                  <a:pt x="47010" y="4451918"/>
                </a:cubicBezTo>
                <a:cubicBezTo>
                  <a:pt x="40884" y="4451918"/>
                  <a:pt x="35817" y="4453788"/>
                  <a:pt x="31812" y="4457529"/>
                </a:cubicBezTo>
                <a:cubicBezTo>
                  <a:pt x="27806" y="4461270"/>
                  <a:pt x="25802" y="4465526"/>
                  <a:pt x="25802" y="4470298"/>
                </a:cubicBezTo>
                <a:cubicBezTo>
                  <a:pt x="25802" y="4473951"/>
                  <a:pt x="27069" y="4477279"/>
                  <a:pt x="29602" y="4480284"/>
                </a:cubicBezTo>
                <a:cubicBezTo>
                  <a:pt x="33255" y="4484702"/>
                  <a:pt x="41944" y="4490593"/>
                  <a:pt x="55671" y="4497957"/>
                </a:cubicBezTo>
                <a:cubicBezTo>
                  <a:pt x="66864" y="4503966"/>
                  <a:pt x="74507" y="4508576"/>
                  <a:pt x="78602" y="4511786"/>
                </a:cubicBezTo>
                <a:cubicBezTo>
                  <a:pt x="82696" y="4514997"/>
                  <a:pt x="85848" y="4518782"/>
                  <a:pt x="88057" y="4523142"/>
                </a:cubicBezTo>
                <a:cubicBezTo>
                  <a:pt x="90266" y="4527501"/>
                  <a:pt x="91371" y="4532067"/>
                  <a:pt x="91371" y="4536838"/>
                </a:cubicBezTo>
                <a:cubicBezTo>
                  <a:pt x="91371" y="4545911"/>
                  <a:pt x="87851" y="4553731"/>
                  <a:pt x="80811" y="4560300"/>
                </a:cubicBezTo>
                <a:cubicBezTo>
                  <a:pt x="73771" y="4566868"/>
                  <a:pt x="64713" y="4570153"/>
                  <a:pt x="53638" y="4570153"/>
                </a:cubicBezTo>
                <a:cubicBezTo>
                  <a:pt x="50162" y="4570153"/>
                  <a:pt x="46893" y="4569888"/>
                  <a:pt x="43829" y="4569357"/>
                </a:cubicBezTo>
                <a:cubicBezTo>
                  <a:pt x="42003" y="4569063"/>
                  <a:pt x="38218" y="4567988"/>
                  <a:pt x="32474" y="4566132"/>
                </a:cubicBezTo>
                <a:cubicBezTo>
                  <a:pt x="26731" y="4564276"/>
                  <a:pt x="23093" y="4563348"/>
                  <a:pt x="21561" y="4563348"/>
                </a:cubicBezTo>
                <a:cubicBezTo>
                  <a:pt x="20088" y="4563348"/>
                  <a:pt x="18925" y="4563790"/>
                  <a:pt x="18070" y="4564674"/>
                </a:cubicBezTo>
                <a:cubicBezTo>
                  <a:pt x="17216" y="4565558"/>
                  <a:pt x="16583" y="4567384"/>
                  <a:pt x="16171" y="4570153"/>
                </a:cubicBezTo>
                <a:lnTo>
                  <a:pt x="12901" y="4570153"/>
                </a:lnTo>
                <a:lnTo>
                  <a:pt x="12901" y="4529062"/>
                </a:lnTo>
                <a:lnTo>
                  <a:pt x="16171" y="4529062"/>
                </a:lnTo>
                <a:cubicBezTo>
                  <a:pt x="17702" y="4537663"/>
                  <a:pt x="19764" y="4544099"/>
                  <a:pt x="22356" y="4548370"/>
                </a:cubicBezTo>
                <a:cubicBezTo>
                  <a:pt x="24949" y="4552641"/>
                  <a:pt x="28910" y="4556191"/>
                  <a:pt x="34242" y="4559018"/>
                </a:cubicBezTo>
                <a:cubicBezTo>
                  <a:pt x="39573" y="4561846"/>
                  <a:pt x="45420" y="4563260"/>
                  <a:pt x="51782" y="4563260"/>
                </a:cubicBezTo>
                <a:cubicBezTo>
                  <a:pt x="59146" y="4563260"/>
                  <a:pt x="64964" y="4561316"/>
                  <a:pt x="69235" y="4557428"/>
                </a:cubicBezTo>
                <a:cubicBezTo>
                  <a:pt x="73506" y="4553540"/>
                  <a:pt x="75641" y="4548945"/>
                  <a:pt x="75641" y="4543643"/>
                </a:cubicBezTo>
                <a:cubicBezTo>
                  <a:pt x="75641" y="4540697"/>
                  <a:pt x="74831" y="4537722"/>
                  <a:pt x="73211" y="4534718"/>
                </a:cubicBezTo>
                <a:cubicBezTo>
                  <a:pt x="71591" y="4531713"/>
                  <a:pt x="69073" y="4528915"/>
                  <a:pt x="65656" y="4526323"/>
                </a:cubicBezTo>
                <a:cubicBezTo>
                  <a:pt x="63358" y="4524555"/>
                  <a:pt x="57084" y="4520800"/>
                  <a:pt x="46834" y="4515056"/>
                </a:cubicBezTo>
                <a:cubicBezTo>
                  <a:pt x="36583" y="4509312"/>
                  <a:pt x="29293" y="4504732"/>
                  <a:pt x="24963" y="4501315"/>
                </a:cubicBezTo>
                <a:cubicBezTo>
                  <a:pt x="20633" y="4497898"/>
                  <a:pt x="17349" y="4494128"/>
                  <a:pt x="15110" y="4490004"/>
                </a:cubicBezTo>
                <a:cubicBezTo>
                  <a:pt x="12872" y="4485880"/>
                  <a:pt x="11752" y="4481344"/>
                  <a:pt x="11752" y="4476396"/>
                </a:cubicBezTo>
                <a:cubicBezTo>
                  <a:pt x="11752" y="4467794"/>
                  <a:pt x="15051" y="4460386"/>
                  <a:pt x="21649" y="4454171"/>
                </a:cubicBezTo>
                <a:cubicBezTo>
                  <a:pt x="28247" y="4447956"/>
                  <a:pt x="36642" y="4444849"/>
                  <a:pt x="46834" y="4444849"/>
                </a:cubicBezTo>
                <a:close/>
                <a:moveTo>
                  <a:pt x="10231015" y="4429260"/>
                </a:moveTo>
                <a:cubicBezTo>
                  <a:pt x="10223886" y="4433443"/>
                  <a:pt x="10218584" y="4437920"/>
                  <a:pt x="10215109" y="4442692"/>
                </a:cubicBezTo>
                <a:cubicBezTo>
                  <a:pt x="10212811" y="4445873"/>
                  <a:pt x="10211662" y="4449084"/>
                  <a:pt x="10211662" y="4452324"/>
                </a:cubicBezTo>
                <a:cubicBezTo>
                  <a:pt x="10211662" y="4455034"/>
                  <a:pt x="10212634" y="4457420"/>
                  <a:pt x="10214578" y="4459482"/>
                </a:cubicBezTo>
                <a:cubicBezTo>
                  <a:pt x="10216051" y="4461072"/>
                  <a:pt x="10218113" y="4461867"/>
                  <a:pt x="10220764" y="4461867"/>
                </a:cubicBezTo>
                <a:cubicBezTo>
                  <a:pt x="10223709" y="4461867"/>
                  <a:pt x="10227126" y="4460218"/>
                  <a:pt x="10231015" y="4456919"/>
                </a:cubicBezTo>
                <a:close/>
                <a:moveTo>
                  <a:pt x="9773815" y="4429260"/>
                </a:moveTo>
                <a:cubicBezTo>
                  <a:pt x="9766686" y="4433443"/>
                  <a:pt x="9761384" y="4437920"/>
                  <a:pt x="9757909" y="4442692"/>
                </a:cubicBezTo>
                <a:cubicBezTo>
                  <a:pt x="9755611" y="4445873"/>
                  <a:pt x="9754462" y="4449084"/>
                  <a:pt x="9754462" y="4452324"/>
                </a:cubicBezTo>
                <a:cubicBezTo>
                  <a:pt x="9754462" y="4455034"/>
                  <a:pt x="9755434" y="4457420"/>
                  <a:pt x="9757378" y="4459482"/>
                </a:cubicBezTo>
                <a:cubicBezTo>
                  <a:pt x="9758851" y="4461072"/>
                  <a:pt x="9760913" y="4461867"/>
                  <a:pt x="9763564" y="4461867"/>
                </a:cubicBezTo>
                <a:cubicBezTo>
                  <a:pt x="9766510" y="4461867"/>
                  <a:pt x="9769926" y="4460218"/>
                  <a:pt x="9773815" y="4456919"/>
                </a:cubicBezTo>
                <a:close/>
                <a:moveTo>
                  <a:pt x="9583315" y="4429260"/>
                </a:moveTo>
                <a:cubicBezTo>
                  <a:pt x="9576186" y="4433443"/>
                  <a:pt x="9570884" y="4437920"/>
                  <a:pt x="9567409" y="4442692"/>
                </a:cubicBezTo>
                <a:cubicBezTo>
                  <a:pt x="9565111" y="4445873"/>
                  <a:pt x="9563962" y="4449084"/>
                  <a:pt x="9563962" y="4452324"/>
                </a:cubicBezTo>
                <a:cubicBezTo>
                  <a:pt x="9563962" y="4455034"/>
                  <a:pt x="9564934" y="4457420"/>
                  <a:pt x="9566878" y="4459482"/>
                </a:cubicBezTo>
                <a:cubicBezTo>
                  <a:pt x="9568351" y="4461072"/>
                  <a:pt x="9570413" y="4461867"/>
                  <a:pt x="9573064" y="4461867"/>
                </a:cubicBezTo>
                <a:cubicBezTo>
                  <a:pt x="9576010" y="4461867"/>
                  <a:pt x="9579426" y="4460218"/>
                  <a:pt x="9583315" y="4456919"/>
                </a:cubicBezTo>
                <a:close/>
                <a:moveTo>
                  <a:pt x="10415506" y="4399215"/>
                </a:moveTo>
                <a:cubicBezTo>
                  <a:pt x="10413326" y="4399215"/>
                  <a:pt x="10411529" y="4399804"/>
                  <a:pt x="10410115" y="4400983"/>
                </a:cubicBezTo>
                <a:cubicBezTo>
                  <a:pt x="10407935" y="4402809"/>
                  <a:pt x="10406153" y="4406020"/>
                  <a:pt x="10404769" y="4410615"/>
                </a:cubicBezTo>
                <a:cubicBezTo>
                  <a:pt x="10403385" y="4415210"/>
                  <a:pt x="10402692" y="4422250"/>
                  <a:pt x="10402692" y="4431734"/>
                </a:cubicBezTo>
                <a:cubicBezTo>
                  <a:pt x="10402692" y="4442162"/>
                  <a:pt x="10403458" y="4449879"/>
                  <a:pt x="10404990" y="4454886"/>
                </a:cubicBezTo>
                <a:cubicBezTo>
                  <a:pt x="10406522" y="4459894"/>
                  <a:pt x="10408613" y="4463517"/>
                  <a:pt x="10411264" y="4465756"/>
                </a:cubicBezTo>
                <a:cubicBezTo>
                  <a:pt x="10412619" y="4466875"/>
                  <a:pt x="10414475" y="4467435"/>
                  <a:pt x="10416831" y="4467435"/>
                </a:cubicBezTo>
                <a:cubicBezTo>
                  <a:pt x="10422015" y="4467435"/>
                  <a:pt x="10426905" y="4463370"/>
                  <a:pt x="10431500" y="4455240"/>
                </a:cubicBezTo>
                <a:lnTo>
                  <a:pt x="10431500" y="4411763"/>
                </a:lnTo>
                <a:cubicBezTo>
                  <a:pt x="10427141" y="4403398"/>
                  <a:pt x="10421809" y="4399215"/>
                  <a:pt x="10415506" y="4399215"/>
                </a:cubicBezTo>
                <a:close/>
                <a:moveTo>
                  <a:pt x="10030631" y="4392941"/>
                </a:moveTo>
                <a:lnTo>
                  <a:pt x="10065271" y="4392941"/>
                </a:lnTo>
                <a:lnTo>
                  <a:pt x="10065271" y="4458421"/>
                </a:lnTo>
                <a:cubicBezTo>
                  <a:pt x="10065271" y="4464253"/>
                  <a:pt x="10065949" y="4467979"/>
                  <a:pt x="10067304" y="4469599"/>
                </a:cubicBezTo>
                <a:cubicBezTo>
                  <a:pt x="10068659" y="4471220"/>
                  <a:pt x="10071309" y="4472147"/>
                  <a:pt x="10075257" y="4472383"/>
                </a:cubicBezTo>
                <a:lnTo>
                  <a:pt x="10075257" y="4475564"/>
                </a:lnTo>
                <a:lnTo>
                  <a:pt x="10030631" y="4475564"/>
                </a:lnTo>
                <a:lnTo>
                  <a:pt x="10030631" y="4472383"/>
                </a:lnTo>
                <a:cubicBezTo>
                  <a:pt x="10034284" y="4472265"/>
                  <a:pt x="10036994" y="4471205"/>
                  <a:pt x="10038761" y="4469202"/>
                </a:cubicBezTo>
                <a:cubicBezTo>
                  <a:pt x="10039939" y="4467847"/>
                  <a:pt x="10040528" y="4464253"/>
                  <a:pt x="10040528" y="4458421"/>
                </a:cubicBezTo>
                <a:lnTo>
                  <a:pt x="10040528" y="4410173"/>
                </a:lnTo>
                <a:cubicBezTo>
                  <a:pt x="10040528" y="4404341"/>
                  <a:pt x="10039851" y="4400615"/>
                  <a:pt x="10038496" y="4398995"/>
                </a:cubicBezTo>
                <a:cubicBezTo>
                  <a:pt x="10037141" y="4397374"/>
                  <a:pt x="10034519" y="4396447"/>
                  <a:pt x="10030631" y="4396211"/>
                </a:cubicBezTo>
                <a:close/>
                <a:moveTo>
                  <a:pt x="9866497" y="4392941"/>
                </a:moveTo>
                <a:lnTo>
                  <a:pt x="9910415" y="4392941"/>
                </a:lnTo>
                <a:lnTo>
                  <a:pt x="9910415" y="4396211"/>
                </a:lnTo>
                <a:cubicBezTo>
                  <a:pt x="9907529" y="4396329"/>
                  <a:pt x="9905496" y="4396888"/>
                  <a:pt x="9904318" y="4397890"/>
                </a:cubicBezTo>
                <a:cubicBezTo>
                  <a:pt x="9903140" y="4398891"/>
                  <a:pt x="9902551" y="4400099"/>
                  <a:pt x="9902551" y="4401513"/>
                </a:cubicBezTo>
                <a:cubicBezTo>
                  <a:pt x="9902551" y="4403752"/>
                  <a:pt x="9904024" y="4408170"/>
                  <a:pt x="9906969" y="4414768"/>
                </a:cubicBezTo>
                <a:lnTo>
                  <a:pt x="9921108" y="4447110"/>
                </a:lnTo>
                <a:lnTo>
                  <a:pt x="9930740" y="4422102"/>
                </a:lnTo>
                <a:cubicBezTo>
                  <a:pt x="9934216" y="4413207"/>
                  <a:pt x="9935953" y="4407021"/>
                  <a:pt x="9935953" y="4403545"/>
                </a:cubicBezTo>
                <a:cubicBezTo>
                  <a:pt x="9935953" y="4401366"/>
                  <a:pt x="9935232" y="4399628"/>
                  <a:pt x="9933788" y="4398332"/>
                </a:cubicBezTo>
                <a:cubicBezTo>
                  <a:pt x="9932345" y="4397036"/>
                  <a:pt x="9929797" y="4396329"/>
                  <a:pt x="9926145" y="4396211"/>
                </a:cubicBezTo>
                <a:lnTo>
                  <a:pt x="9926145" y="4392941"/>
                </a:lnTo>
                <a:lnTo>
                  <a:pt x="9953803" y="4392941"/>
                </a:lnTo>
                <a:lnTo>
                  <a:pt x="9953803" y="4396211"/>
                </a:lnTo>
                <a:cubicBezTo>
                  <a:pt x="9951094" y="4396505"/>
                  <a:pt x="9948884" y="4397551"/>
                  <a:pt x="9947176" y="4399348"/>
                </a:cubicBezTo>
                <a:cubicBezTo>
                  <a:pt x="9945468" y="4401145"/>
                  <a:pt x="9942610" y="4407257"/>
                  <a:pt x="9938604" y="4417684"/>
                </a:cubicBezTo>
                <a:lnTo>
                  <a:pt x="9915011" y="4478922"/>
                </a:lnTo>
                <a:cubicBezTo>
                  <a:pt x="9909061" y="4494239"/>
                  <a:pt x="9904642" y="4503665"/>
                  <a:pt x="9901755" y="4507200"/>
                </a:cubicBezTo>
                <a:cubicBezTo>
                  <a:pt x="9897691" y="4512148"/>
                  <a:pt x="9892595" y="4514622"/>
                  <a:pt x="9886468" y="4514622"/>
                </a:cubicBezTo>
                <a:cubicBezTo>
                  <a:pt x="9881579" y="4514622"/>
                  <a:pt x="9877617" y="4513223"/>
                  <a:pt x="9874583" y="4510425"/>
                </a:cubicBezTo>
                <a:cubicBezTo>
                  <a:pt x="9871549" y="4507627"/>
                  <a:pt x="9870032" y="4504254"/>
                  <a:pt x="9870032" y="4500307"/>
                </a:cubicBezTo>
                <a:cubicBezTo>
                  <a:pt x="9870032" y="4496890"/>
                  <a:pt x="9871078" y="4494062"/>
                  <a:pt x="9873169" y="4491824"/>
                </a:cubicBezTo>
                <a:cubicBezTo>
                  <a:pt x="9875260" y="4489585"/>
                  <a:pt x="9877838" y="4488466"/>
                  <a:pt x="9880901" y="4488466"/>
                </a:cubicBezTo>
                <a:cubicBezTo>
                  <a:pt x="9883847" y="4488466"/>
                  <a:pt x="9886218" y="4489408"/>
                  <a:pt x="9888015" y="4491294"/>
                </a:cubicBezTo>
                <a:cubicBezTo>
                  <a:pt x="9889811" y="4493179"/>
                  <a:pt x="9890739" y="4496095"/>
                  <a:pt x="9890798" y="4500042"/>
                </a:cubicBezTo>
                <a:cubicBezTo>
                  <a:pt x="9890857" y="4502280"/>
                  <a:pt x="9891122" y="4503724"/>
                  <a:pt x="9891593" y="4504372"/>
                </a:cubicBezTo>
                <a:cubicBezTo>
                  <a:pt x="9892065" y="4505020"/>
                  <a:pt x="9892742" y="4505344"/>
                  <a:pt x="9893626" y="4505344"/>
                </a:cubicBezTo>
                <a:cubicBezTo>
                  <a:pt x="9895040" y="4505344"/>
                  <a:pt x="9896542" y="4504490"/>
                  <a:pt x="9898132" y="4502781"/>
                </a:cubicBezTo>
                <a:cubicBezTo>
                  <a:pt x="9900489" y="4500307"/>
                  <a:pt x="9903258" y="4494651"/>
                  <a:pt x="9906439" y="4485815"/>
                </a:cubicBezTo>
                <a:lnTo>
                  <a:pt x="9909002" y="4478922"/>
                </a:lnTo>
                <a:lnTo>
                  <a:pt x="9882315" y="4417684"/>
                </a:lnTo>
                <a:cubicBezTo>
                  <a:pt x="9878309" y="4408435"/>
                  <a:pt x="9875349" y="4402750"/>
                  <a:pt x="9873434" y="4400629"/>
                </a:cubicBezTo>
                <a:cubicBezTo>
                  <a:pt x="9871519" y="4398508"/>
                  <a:pt x="9869207" y="4397036"/>
                  <a:pt x="9866497" y="4396211"/>
                </a:cubicBezTo>
                <a:close/>
                <a:moveTo>
                  <a:pt x="10339166" y="4390467"/>
                </a:moveTo>
                <a:cubicBezTo>
                  <a:pt x="10344527" y="4390467"/>
                  <a:pt x="10348975" y="4391955"/>
                  <a:pt x="10352509" y="4394930"/>
                </a:cubicBezTo>
                <a:cubicBezTo>
                  <a:pt x="10356044" y="4397905"/>
                  <a:pt x="10358401" y="4401601"/>
                  <a:pt x="10359579" y="4406020"/>
                </a:cubicBezTo>
                <a:cubicBezTo>
                  <a:pt x="10360521" y="4409378"/>
                  <a:pt x="10360993" y="4415828"/>
                  <a:pt x="10360993" y="4425372"/>
                </a:cubicBezTo>
                <a:lnTo>
                  <a:pt x="10360993" y="4457537"/>
                </a:lnTo>
                <a:cubicBezTo>
                  <a:pt x="10360993" y="4463900"/>
                  <a:pt x="10361567" y="4467862"/>
                  <a:pt x="10362716" y="4469423"/>
                </a:cubicBezTo>
                <a:cubicBezTo>
                  <a:pt x="10363865" y="4470984"/>
                  <a:pt x="10366265" y="4471971"/>
                  <a:pt x="10369918" y="4472383"/>
                </a:cubicBezTo>
                <a:lnTo>
                  <a:pt x="10369918" y="4475564"/>
                </a:lnTo>
                <a:lnTo>
                  <a:pt x="10328120" y="4475564"/>
                </a:lnTo>
                <a:lnTo>
                  <a:pt x="10328120" y="4472383"/>
                </a:lnTo>
                <a:cubicBezTo>
                  <a:pt x="10331243" y="4471971"/>
                  <a:pt x="10333481" y="4470675"/>
                  <a:pt x="10334836" y="4468495"/>
                </a:cubicBezTo>
                <a:cubicBezTo>
                  <a:pt x="10335779" y="4467022"/>
                  <a:pt x="10336250" y="4463370"/>
                  <a:pt x="10336250" y="4457537"/>
                </a:cubicBezTo>
                <a:lnTo>
                  <a:pt x="10336250" y="4420777"/>
                </a:lnTo>
                <a:cubicBezTo>
                  <a:pt x="10336250" y="4414002"/>
                  <a:pt x="10335985" y="4409731"/>
                  <a:pt x="10335455" y="4407964"/>
                </a:cubicBezTo>
                <a:cubicBezTo>
                  <a:pt x="10334924" y="4406196"/>
                  <a:pt x="10334026" y="4404827"/>
                  <a:pt x="10332759" y="4403855"/>
                </a:cubicBezTo>
                <a:cubicBezTo>
                  <a:pt x="10331493" y="4402883"/>
                  <a:pt x="10330094" y="4402397"/>
                  <a:pt x="10328562" y="4402397"/>
                </a:cubicBezTo>
                <a:cubicBezTo>
                  <a:pt x="10323496" y="4402397"/>
                  <a:pt x="10318783" y="4406020"/>
                  <a:pt x="10314423" y="4413266"/>
                </a:cubicBezTo>
                <a:lnTo>
                  <a:pt x="10314423" y="4457537"/>
                </a:lnTo>
                <a:cubicBezTo>
                  <a:pt x="10314423" y="4463723"/>
                  <a:pt x="10314998" y="4467641"/>
                  <a:pt x="10316147" y="4469290"/>
                </a:cubicBezTo>
                <a:cubicBezTo>
                  <a:pt x="10317295" y="4470940"/>
                  <a:pt x="10319431" y="4471971"/>
                  <a:pt x="10322553" y="4472383"/>
                </a:cubicBezTo>
                <a:lnTo>
                  <a:pt x="10322553" y="4475564"/>
                </a:lnTo>
                <a:lnTo>
                  <a:pt x="10280756" y="4475564"/>
                </a:lnTo>
                <a:lnTo>
                  <a:pt x="10280756" y="4472383"/>
                </a:lnTo>
                <a:cubicBezTo>
                  <a:pt x="10284231" y="4472030"/>
                  <a:pt x="10286706" y="4470910"/>
                  <a:pt x="10288178" y="4469025"/>
                </a:cubicBezTo>
                <a:cubicBezTo>
                  <a:pt x="10289180" y="4467729"/>
                  <a:pt x="10289681" y="4463900"/>
                  <a:pt x="10289681" y="4457537"/>
                </a:cubicBezTo>
                <a:lnTo>
                  <a:pt x="10289681" y="4410880"/>
                </a:lnTo>
                <a:cubicBezTo>
                  <a:pt x="10289681" y="4404635"/>
                  <a:pt x="10289106" y="4400747"/>
                  <a:pt x="10287958" y="4399215"/>
                </a:cubicBezTo>
                <a:cubicBezTo>
                  <a:pt x="10286809" y="4397684"/>
                  <a:pt x="10284408" y="4396682"/>
                  <a:pt x="10280756" y="4396211"/>
                </a:cubicBezTo>
                <a:lnTo>
                  <a:pt x="10280756" y="4392941"/>
                </a:lnTo>
                <a:lnTo>
                  <a:pt x="10314423" y="4392941"/>
                </a:lnTo>
                <a:lnTo>
                  <a:pt x="10314423" y="4403634"/>
                </a:lnTo>
                <a:cubicBezTo>
                  <a:pt x="10318665" y="4399039"/>
                  <a:pt x="10322730" y="4395695"/>
                  <a:pt x="10326618" y="4393604"/>
                </a:cubicBezTo>
                <a:cubicBezTo>
                  <a:pt x="10330506" y="4391513"/>
                  <a:pt x="10334689" y="4390467"/>
                  <a:pt x="10339166" y="4390467"/>
                </a:cubicBezTo>
                <a:close/>
                <a:moveTo>
                  <a:pt x="10226950" y="4390467"/>
                </a:moveTo>
                <a:cubicBezTo>
                  <a:pt x="10234785" y="4390467"/>
                  <a:pt x="10240985" y="4392131"/>
                  <a:pt x="10245551" y="4395460"/>
                </a:cubicBezTo>
                <a:cubicBezTo>
                  <a:pt x="10250116" y="4398788"/>
                  <a:pt x="10253077" y="4402397"/>
                  <a:pt x="10254432" y="4406285"/>
                </a:cubicBezTo>
                <a:cubicBezTo>
                  <a:pt x="10255256" y="4408759"/>
                  <a:pt x="10255669" y="4414444"/>
                  <a:pt x="10255669" y="4423340"/>
                </a:cubicBezTo>
                <a:lnTo>
                  <a:pt x="10255669" y="4455417"/>
                </a:lnTo>
                <a:cubicBezTo>
                  <a:pt x="10255669" y="4459187"/>
                  <a:pt x="10255816" y="4461558"/>
                  <a:pt x="10256111" y="4462530"/>
                </a:cubicBezTo>
                <a:cubicBezTo>
                  <a:pt x="10256405" y="4463502"/>
                  <a:pt x="10256847" y="4464224"/>
                  <a:pt x="10257436" y="4464695"/>
                </a:cubicBezTo>
                <a:cubicBezTo>
                  <a:pt x="10258025" y="4465166"/>
                  <a:pt x="10258703" y="4465402"/>
                  <a:pt x="10259469" y="4465402"/>
                </a:cubicBezTo>
                <a:cubicBezTo>
                  <a:pt x="10261000" y="4465402"/>
                  <a:pt x="10262561" y="4464312"/>
                  <a:pt x="10264152" y="4462133"/>
                </a:cubicBezTo>
                <a:lnTo>
                  <a:pt x="10266803" y="4464253"/>
                </a:lnTo>
                <a:cubicBezTo>
                  <a:pt x="10263857" y="4468613"/>
                  <a:pt x="10260809" y="4471779"/>
                  <a:pt x="10257657" y="4473753"/>
                </a:cubicBezTo>
                <a:cubicBezTo>
                  <a:pt x="10254505" y="4475726"/>
                  <a:pt x="10250926" y="4476713"/>
                  <a:pt x="10246921" y="4476713"/>
                </a:cubicBezTo>
                <a:cubicBezTo>
                  <a:pt x="10242208" y="4476713"/>
                  <a:pt x="10238526" y="4475608"/>
                  <a:pt x="10235875" y="4473399"/>
                </a:cubicBezTo>
                <a:cubicBezTo>
                  <a:pt x="10233224" y="4471190"/>
                  <a:pt x="10231604" y="4467847"/>
                  <a:pt x="10231015" y="4463370"/>
                </a:cubicBezTo>
                <a:cubicBezTo>
                  <a:pt x="10220941" y="4472265"/>
                  <a:pt x="10211898" y="4476713"/>
                  <a:pt x="10203886" y="4476713"/>
                </a:cubicBezTo>
                <a:cubicBezTo>
                  <a:pt x="10199173" y="4476713"/>
                  <a:pt x="10195255" y="4475167"/>
                  <a:pt x="10192133" y="4472074"/>
                </a:cubicBezTo>
                <a:cubicBezTo>
                  <a:pt x="10189011" y="4468981"/>
                  <a:pt x="10187450" y="4465107"/>
                  <a:pt x="10187450" y="4460454"/>
                </a:cubicBezTo>
                <a:cubicBezTo>
                  <a:pt x="10187450" y="4454150"/>
                  <a:pt x="10190160" y="4448480"/>
                  <a:pt x="10195579" y="4443443"/>
                </a:cubicBezTo>
                <a:cubicBezTo>
                  <a:pt x="10200999" y="4438406"/>
                  <a:pt x="10212811" y="4431705"/>
                  <a:pt x="10231015" y="4423340"/>
                </a:cubicBezTo>
                <a:lnTo>
                  <a:pt x="10231015" y="4415033"/>
                </a:lnTo>
                <a:cubicBezTo>
                  <a:pt x="10231015" y="4408788"/>
                  <a:pt x="10230676" y="4404856"/>
                  <a:pt x="10229998" y="4403236"/>
                </a:cubicBezTo>
                <a:cubicBezTo>
                  <a:pt x="10229321" y="4401616"/>
                  <a:pt x="10228039" y="4400202"/>
                  <a:pt x="10226154" y="4398995"/>
                </a:cubicBezTo>
                <a:cubicBezTo>
                  <a:pt x="10224269" y="4397787"/>
                  <a:pt x="10222148" y="4397183"/>
                  <a:pt x="10219792" y="4397183"/>
                </a:cubicBezTo>
                <a:cubicBezTo>
                  <a:pt x="10215963" y="4397183"/>
                  <a:pt x="10212811" y="4398037"/>
                  <a:pt x="10210337" y="4399746"/>
                </a:cubicBezTo>
                <a:cubicBezTo>
                  <a:pt x="10208805" y="4400806"/>
                  <a:pt x="10208039" y="4402043"/>
                  <a:pt x="10208039" y="4403457"/>
                </a:cubicBezTo>
                <a:cubicBezTo>
                  <a:pt x="10208039" y="4404694"/>
                  <a:pt x="10208864" y="4406226"/>
                  <a:pt x="10210513" y="4408052"/>
                </a:cubicBezTo>
                <a:cubicBezTo>
                  <a:pt x="10212752" y="4410585"/>
                  <a:pt x="10213871" y="4413030"/>
                  <a:pt x="10213871" y="4415387"/>
                </a:cubicBezTo>
                <a:cubicBezTo>
                  <a:pt x="10213871" y="4418273"/>
                  <a:pt x="10212796" y="4420733"/>
                  <a:pt x="10210646" y="4422765"/>
                </a:cubicBezTo>
                <a:cubicBezTo>
                  <a:pt x="10208496" y="4424798"/>
                  <a:pt x="10205683" y="4425814"/>
                  <a:pt x="10202207" y="4425814"/>
                </a:cubicBezTo>
                <a:cubicBezTo>
                  <a:pt x="10198496" y="4425814"/>
                  <a:pt x="10195388" y="4424694"/>
                  <a:pt x="10192884" y="4422456"/>
                </a:cubicBezTo>
                <a:cubicBezTo>
                  <a:pt x="10190381" y="4420217"/>
                  <a:pt x="10189129" y="4417596"/>
                  <a:pt x="10189129" y="4414591"/>
                </a:cubicBezTo>
                <a:cubicBezTo>
                  <a:pt x="10189129" y="4410350"/>
                  <a:pt x="10190808" y="4406299"/>
                  <a:pt x="10194166" y="4402441"/>
                </a:cubicBezTo>
                <a:cubicBezTo>
                  <a:pt x="10197523" y="4398582"/>
                  <a:pt x="10202207" y="4395622"/>
                  <a:pt x="10208216" y="4393560"/>
                </a:cubicBezTo>
                <a:cubicBezTo>
                  <a:pt x="10214225" y="4391498"/>
                  <a:pt x="10220469" y="4390467"/>
                  <a:pt x="10226950" y="4390467"/>
                </a:cubicBezTo>
                <a:close/>
                <a:moveTo>
                  <a:pt x="10107329" y="4390467"/>
                </a:moveTo>
                <a:cubicBezTo>
                  <a:pt x="10111806" y="4390467"/>
                  <a:pt x="10116136" y="4391557"/>
                  <a:pt x="10120319" y="4393737"/>
                </a:cubicBezTo>
                <a:cubicBezTo>
                  <a:pt x="10121910" y="4394620"/>
                  <a:pt x="10123206" y="4395062"/>
                  <a:pt x="10124207" y="4395062"/>
                </a:cubicBezTo>
                <a:cubicBezTo>
                  <a:pt x="10125267" y="4395062"/>
                  <a:pt x="10126122" y="4394841"/>
                  <a:pt x="10126770" y="4394399"/>
                </a:cubicBezTo>
                <a:cubicBezTo>
                  <a:pt x="10127418" y="4393958"/>
                  <a:pt x="10128449" y="4392706"/>
                  <a:pt x="10129863" y="4390644"/>
                </a:cubicBezTo>
                <a:lnTo>
                  <a:pt x="10132867" y="4390644"/>
                </a:lnTo>
                <a:lnTo>
                  <a:pt x="10134193" y="4418833"/>
                </a:lnTo>
                <a:lnTo>
                  <a:pt x="10131188" y="4418833"/>
                </a:lnTo>
                <a:cubicBezTo>
                  <a:pt x="10127595" y="4410467"/>
                  <a:pt x="10123868" y="4404753"/>
                  <a:pt x="10120010" y="4401690"/>
                </a:cubicBezTo>
                <a:cubicBezTo>
                  <a:pt x="10116151" y="4398626"/>
                  <a:pt x="10112307" y="4397095"/>
                  <a:pt x="10108478" y="4397095"/>
                </a:cubicBezTo>
                <a:cubicBezTo>
                  <a:pt x="10106062" y="4397095"/>
                  <a:pt x="10104001" y="4397905"/>
                  <a:pt x="10102292" y="4399525"/>
                </a:cubicBezTo>
                <a:cubicBezTo>
                  <a:pt x="10100584" y="4401145"/>
                  <a:pt x="10099729" y="4403015"/>
                  <a:pt x="10099729" y="4405136"/>
                </a:cubicBezTo>
                <a:cubicBezTo>
                  <a:pt x="10099729" y="4406727"/>
                  <a:pt x="10100319" y="4408258"/>
                  <a:pt x="10101497" y="4409731"/>
                </a:cubicBezTo>
                <a:cubicBezTo>
                  <a:pt x="10103382" y="4412146"/>
                  <a:pt x="10108655" y="4416285"/>
                  <a:pt x="10117314" y="4422147"/>
                </a:cubicBezTo>
                <a:cubicBezTo>
                  <a:pt x="10125974" y="4428008"/>
                  <a:pt x="10131674" y="4432986"/>
                  <a:pt x="10134413" y="4437081"/>
                </a:cubicBezTo>
                <a:cubicBezTo>
                  <a:pt x="10137153" y="4441175"/>
                  <a:pt x="10138523" y="4445755"/>
                  <a:pt x="10138523" y="4450822"/>
                </a:cubicBezTo>
                <a:cubicBezTo>
                  <a:pt x="10138523" y="4455417"/>
                  <a:pt x="10137374" y="4459923"/>
                  <a:pt x="10135076" y="4464342"/>
                </a:cubicBezTo>
                <a:cubicBezTo>
                  <a:pt x="10132779" y="4468760"/>
                  <a:pt x="10129539" y="4472147"/>
                  <a:pt x="10125356" y="4474504"/>
                </a:cubicBezTo>
                <a:cubicBezTo>
                  <a:pt x="10121173" y="4476860"/>
                  <a:pt x="10116549" y="4478039"/>
                  <a:pt x="10111482" y="4478039"/>
                </a:cubicBezTo>
                <a:cubicBezTo>
                  <a:pt x="10107535" y="4478039"/>
                  <a:pt x="10102263" y="4476801"/>
                  <a:pt x="10095665" y="4474327"/>
                </a:cubicBezTo>
                <a:cubicBezTo>
                  <a:pt x="10093897" y="4473679"/>
                  <a:pt x="10092690" y="4473355"/>
                  <a:pt x="10092042" y="4473355"/>
                </a:cubicBezTo>
                <a:cubicBezTo>
                  <a:pt x="10090097" y="4473355"/>
                  <a:pt x="10088477" y="4474828"/>
                  <a:pt x="10087181" y="4477773"/>
                </a:cubicBezTo>
                <a:lnTo>
                  <a:pt x="10084265" y="4477773"/>
                </a:lnTo>
                <a:lnTo>
                  <a:pt x="10082851" y="4448082"/>
                </a:lnTo>
                <a:lnTo>
                  <a:pt x="10085856" y="4448082"/>
                </a:lnTo>
                <a:cubicBezTo>
                  <a:pt x="10088507" y="4455858"/>
                  <a:pt x="10092145" y="4461691"/>
                  <a:pt x="10096769" y="4465579"/>
                </a:cubicBezTo>
                <a:cubicBezTo>
                  <a:pt x="10101394" y="4469467"/>
                  <a:pt x="10105768" y="4471411"/>
                  <a:pt x="10109892" y="4471411"/>
                </a:cubicBezTo>
                <a:cubicBezTo>
                  <a:pt x="10112719" y="4471411"/>
                  <a:pt x="10115032" y="4470542"/>
                  <a:pt x="10116828" y="4468804"/>
                </a:cubicBezTo>
                <a:cubicBezTo>
                  <a:pt x="10118625" y="4467066"/>
                  <a:pt x="10119524" y="4464960"/>
                  <a:pt x="10119524" y="4462486"/>
                </a:cubicBezTo>
                <a:cubicBezTo>
                  <a:pt x="10119524" y="4459658"/>
                  <a:pt x="10118640" y="4457213"/>
                  <a:pt x="10116873" y="4455152"/>
                </a:cubicBezTo>
                <a:cubicBezTo>
                  <a:pt x="10115105" y="4453090"/>
                  <a:pt x="10111158" y="4449967"/>
                  <a:pt x="10105031" y="4445785"/>
                </a:cubicBezTo>
                <a:cubicBezTo>
                  <a:pt x="10096018" y="4439540"/>
                  <a:pt x="10090186" y="4434768"/>
                  <a:pt x="10087535" y="4431469"/>
                </a:cubicBezTo>
                <a:cubicBezTo>
                  <a:pt x="10083647" y="4426639"/>
                  <a:pt x="10081703" y="4421307"/>
                  <a:pt x="10081703" y="4415475"/>
                </a:cubicBezTo>
                <a:cubicBezTo>
                  <a:pt x="10081703" y="4409112"/>
                  <a:pt x="10083897" y="4403354"/>
                  <a:pt x="10088286" y="4398199"/>
                </a:cubicBezTo>
                <a:cubicBezTo>
                  <a:pt x="10092675" y="4393044"/>
                  <a:pt x="10099023" y="4390467"/>
                  <a:pt x="10107329" y="4390467"/>
                </a:cubicBezTo>
                <a:close/>
                <a:moveTo>
                  <a:pt x="9983504" y="4390467"/>
                </a:moveTo>
                <a:cubicBezTo>
                  <a:pt x="9987981" y="4390467"/>
                  <a:pt x="9992311" y="4391557"/>
                  <a:pt x="9996494" y="4393737"/>
                </a:cubicBezTo>
                <a:cubicBezTo>
                  <a:pt x="9998085" y="4394620"/>
                  <a:pt x="9999381" y="4395062"/>
                  <a:pt x="10000382" y="4395062"/>
                </a:cubicBezTo>
                <a:cubicBezTo>
                  <a:pt x="10001443" y="4395062"/>
                  <a:pt x="10002297" y="4394841"/>
                  <a:pt x="10002945" y="4394399"/>
                </a:cubicBezTo>
                <a:cubicBezTo>
                  <a:pt x="10003593" y="4393958"/>
                  <a:pt x="10004624" y="4392706"/>
                  <a:pt x="10006038" y="4390644"/>
                </a:cubicBezTo>
                <a:lnTo>
                  <a:pt x="10009042" y="4390644"/>
                </a:lnTo>
                <a:lnTo>
                  <a:pt x="10010367" y="4418833"/>
                </a:lnTo>
                <a:lnTo>
                  <a:pt x="10007363" y="4418833"/>
                </a:lnTo>
                <a:cubicBezTo>
                  <a:pt x="10003769" y="4410467"/>
                  <a:pt x="10000043" y="4404753"/>
                  <a:pt x="9996185" y="4401690"/>
                </a:cubicBezTo>
                <a:cubicBezTo>
                  <a:pt x="9992326" y="4398626"/>
                  <a:pt x="9988482" y="4397095"/>
                  <a:pt x="9984653" y="4397095"/>
                </a:cubicBezTo>
                <a:cubicBezTo>
                  <a:pt x="9982237" y="4397095"/>
                  <a:pt x="9980176" y="4397905"/>
                  <a:pt x="9978467" y="4399525"/>
                </a:cubicBezTo>
                <a:cubicBezTo>
                  <a:pt x="9976759" y="4401145"/>
                  <a:pt x="9975905" y="4403015"/>
                  <a:pt x="9975905" y="4405136"/>
                </a:cubicBezTo>
                <a:cubicBezTo>
                  <a:pt x="9975905" y="4406727"/>
                  <a:pt x="9976494" y="4408258"/>
                  <a:pt x="9977672" y="4409731"/>
                </a:cubicBezTo>
                <a:cubicBezTo>
                  <a:pt x="9979557" y="4412146"/>
                  <a:pt x="9984830" y="4416285"/>
                  <a:pt x="9993489" y="4422147"/>
                </a:cubicBezTo>
                <a:cubicBezTo>
                  <a:pt x="10002149" y="4428008"/>
                  <a:pt x="10007849" y="4432986"/>
                  <a:pt x="10010588" y="4437081"/>
                </a:cubicBezTo>
                <a:cubicBezTo>
                  <a:pt x="10013328" y="4441175"/>
                  <a:pt x="10014697" y="4445755"/>
                  <a:pt x="10014697" y="4450822"/>
                </a:cubicBezTo>
                <a:cubicBezTo>
                  <a:pt x="10014697" y="4455417"/>
                  <a:pt x="10013549" y="4459923"/>
                  <a:pt x="10011251" y="4464342"/>
                </a:cubicBezTo>
                <a:cubicBezTo>
                  <a:pt x="10008954" y="4468760"/>
                  <a:pt x="10005714" y="4472147"/>
                  <a:pt x="10001531" y="4474504"/>
                </a:cubicBezTo>
                <a:cubicBezTo>
                  <a:pt x="9997348" y="4476860"/>
                  <a:pt x="9992724" y="4478039"/>
                  <a:pt x="9987657" y="4478039"/>
                </a:cubicBezTo>
                <a:cubicBezTo>
                  <a:pt x="9983710" y="4478039"/>
                  <a:pt x="9978438" y="4476801"/>
                  <a:pt x="9971840" y="4474327"/>
                </a:cubicBezTo>
                <a:cubicBezTo>
                  <a:pt x="9970072" y="4473679"/>
                  <a:pt x="9968865" y="4473355"/>
                  <a:pt x="9968217" y="4473355"/>
                </a:cubicBezTo>
                <a:cubicBezTo>
                  <a:pt x="9966273" y="4473355"/>
                  <a:pt x="9964652" y="4474828"/>
                  <a:pt x="9963356" y="4477773"/>
                </a:cubicBezTo>
                <a:lnTo>
                  <a:pt x="9960440" y="4477773"/>
                </a:lnTo>
                <a:lnTo>
                  <a:pt x="9959026" y="4448082"/>
                </a:lnTo>
                <a:lnTo>
                  <a:pt x="9962031" y="4448082"/>
                </a:lnTo>
                <a:cubicBezTo>
                  <a:pt x="9964682" y="4455858"/>
                  <a:pt x="9968320" y="4461691"/>
                  <a:pt x="9972944" y="4465579"/>
                </a:cubicBezTo>
                <a:cubicBezTo>
                  <a:pt x="9977569" y="4469467"/>
                  <a:pt x="9981943" y="4471411"/>
                  <a:pt x="9986067" y="4471411"/>
                </a:cubicBezTo>
                <a:cubicBezTo>
                  <a:pt x="9988894" y="4471411"/>
                  <a:pt x="9991207" y="4470542"/>
                  <a:pt x="9993003" y="4468804"/>
                </a:cubicBezTo>
                <a:cubicBezTo>
                  <a:pt x="9994800" y="4467066"/>
                  <a:pt x="9995699" y="4464960"/>
                  <a:pt x="9995699" y="4462486"/>
                </a:cubicBezTo>
                <a:cubicBezTo>
                  <a:pt x="9995699" y="4459658"/>
                  <a:pt x="9994815" y="4457213"/>
                  <a:pt x="9993048" y="4455152"/>
                </a:cubicBezTo>
                <a:cubicBezTo>
                  <a:pt x="9991280" y="4453090"/>
                  <a:pt x="9987333" y="4449967"/>
                  <a:pt x="9981207" y="4445785"/>
                </a:cubicBezTo>
                <a:cubicBezTo>
                  <a:pt x="9972193" y="4439540"/>
                  <a:pt x="9966361" y="4434768"/>
                  <a:pt x="9963710" y="4431469"/>
                </a:cubicBezTo>
                <a:cubicBezTo>
                  <a:pt x="9959822" y="4426639"/>
                  <a:pt x="9957878" y="4421307"/>
                  <a:pt x="9957878" y="4415475"/>
                </a:cubicBezTo>
                <a:cubicBezTo>
                  <a:pt x="9957878" y="4409112"/>
                  <a:pt x="9960072" y="4403354"/>
                  <a:pt x="9964461" y="4398199"/>
                </a:cubicBezTo>
                <a:cubicBezTo>
                  <a:pt x="9968850" y="4393044"/>
                  <a:pt x="9975198" y="4390467"/>
                  <a:pt x="9983504" y="4390467"/>
                </a:cubicBezTo>
                <a:close/>
                <a:moveTo>
                  <a:pt x="9769750" y="4390467"/>
                </a:moveTo>
                <a:cubicBezTo>
                  <a:pt x="9777585" y="4390467"/>
                  <a:pt x="9783785" y="4392131"/>
                  <a:pt x="9788351" y="4395460"/>
                </a:cubicBezTo>
                <a:cubicBezTo>
                  <a:pt x="9792916" y="4398788"/>
                  <a:pt x="9795877" y="4402397"/>
                  <a:pt x="9797232" y="4406285"/>
                </a:cubicBezTo>
                <a:cubicBezTo>
                  <a:pt x="9798056" y="4408759"/>
                  <a:pt x="9798469" y="4414444"/>
                  <a:pt x="9798469" y="4423340"/>
                </a:cubicBezTo>
                <a:lnTo>
                  <a:pt x="9798469" y="4455417"/>
                </a:lnTo>
                <a:cubicBezTo>
                  <a:pt x="9798469" y="4459187"/>
                  <a:pt x="9798616" y="4461558"/>
                  <a:pt x="9798911" y="4462530"/>
                </a:cubicBezTo>
                <a:cubicBezTo>
                  <a:pt x="9799205" y="4463502"/>
                  <a:pt x="9799647" y="4464224"/>
                  <a:pt x="9800236" y="4464695"/>
                </a:cubicBezTo>
                <a:cubicBezTo>
                  <a:pt x="9800825" y="4465166"/>
                  <a:pt x="9801503" y="4465402"/>
                  <a:pt x="9802269" y="4465402"/>
                </a:cubicBezTo>
                <a:cubicBezTo>
                  <a:pt x="9803800" y="4465402"/>
                  <a:pt x="9805361" y="4464312"/>
                  <a:pt x="9806952" y="4462133"/>
                </a:cubicBezTo>
                <a:lnTo>
                  <a:pt x="9809603" y="4464253"/>
                </a:lnTo>
                <a:cubicBezTo>
                  <a:pt x="9806657" y="4468613"/>
                  <a:pt x="9803609" y="4471779"/>
                  <a:pt x="9800457" y="4473753"/>
                </a:cubicBezTo>
                <a:cubicBezTo>
                  <a:pt x="9797305" y="4475726"/>
                  <a:pt x="9793726" y="4476713"/>
                  <a:pt x="9789721" y="4476713"/>
                </a:cubicBezTo>
                <a:cubicBezTo>
                  <a:pt x="9785008" y="4476713"/>
                  <a:pt x="9781326" y="4475608"/>
                  <a:pt x="9778675" y="4473399"/>
                </a:cubicBezTo>
                <a:cubicBezTo>
                  <a:pt x="9776024" y="4471190"/>
                  <a:pt x="9774404" y="4467847"/>
                  <a:pt x="9773815" y="4463370"/>
                </a:cubicBezTo>
                <a:cubicBezTo>
                  <a:pt x="9763741" y="4472265"/>
                  <a:pt x="9754698" y="4476713"/>
                  <a:pt x="9746686" y="4476713"/>
                </a:cubicBezTo>
                <a:cubicBezTo>
                  <a:pt x="9741973" y="4476713"/>
                  <a:pt x="9738055" y="4475167"/>
                  <a:pt x="9734933" y="4472074"/>
                </a:cubicBezTo>
                <a:cubicBezTo>
                  <a:pt x="9731811" y="4468981"/>
                  <a:pt x="9730250" y="4465107"/>
                  <a:pt x="9730250" y="4460454"/>
                </a:cubicBezTo>
                <a:cubicBezTo>
                  <a:pt x="9730250" y="4454150"/>
                  <a:pt x="9732960" y="4448480"/>
                  <a:pt x="9738379" y="4443443"/>
                </a:cubicBezTo>
                <a:cubicBezTo>
                  <a:pt x="9743799" y="4438406"/>
                  <a:pt x="9755611" y="4431705"/>
                  <a:pt x="9773815" y="4423340"/>
                </a:cubicBezTo>
                <a:lnTo>
                  <a:pt x="9773815" y="4415033"/>
                </a:lnTo>
                <a:cubicBezTo>
                  <a:pt x="9773815" y="4408788"/>
                  <a:pt x="9773476" y="4404856"/>
                  <a:pt x="9772798" y="4403236"/>
                </a:cubicBezTo>
                <a:cubicBezTo>
                  <a:pt x="9772121" y="4401616"/>
                  <a:pt x="9770839" y="4400202"/>
                  <a:pt x="9768954" y="4398995"/>
                </a:cubicBezTo>
                <a:cubicBezTo>
                  <a:pt x="9767069" y="4397787"/>
                  <a:pt x="9764948" y="4397183"/>
                  <a:pt x="9762592" y="4397183"/>
                </a:cubicBezTo>
                <a:cubicBezTo>
                  <a:pt x="9758763" y="4397183"/>
                  <a:pt x="9755611" y="4398037"/>
                  <a:pt x="9753137" y="4399746"/>
                </a:cubicBezTo>
                <a:cubicBezTo>
                  <a:pt x="9751605" y="4400806"/>
                  <a:pt x="9750839" y="4402043"/>
                  <a:pt x="9750839" y="4403457"/>
                </a:cubicBezTo>
                <a:cubicBezTo>
                  <a:pt x="9750839" y="4404694"/>
                  <a:pt x="9751664" y="4406226"/>
                  <a:pt x="9753313" y="4408052"/>
                </a:cubicBezTo>
                <a:cubicBezTo>
                  <a:pt x="9755552" y="4410585"/>
                  <a:pt x="9756671" y="4413030"/>
                  <a:pt x="9756671" y="4415387"/>
                </a:cubicBezTo>
                <a:cubicBezTo>
                  <a:pt x="9756671" y="4418273"/>
                  <a:pt x="9755596" y="4420733"/>
                  <a:pt x="9753446" y="4422765"/>
                </a:cubicBezTo>
                <a:cubicBezTo>
                  <a:pt x="9751296" y="4424798"/>
                  <a:pt x="9748483" y="4425814"/>
                  <a:pt x="9745007" y="4425814"/>
                </a:cubicBezTo>
                <a:cubicBezTo>
                  <a:pt x="9741296" y="4425814"/>
                  <a:pt x="9738188" y="4424694"/>
                  <a:pt x="9735684" y="4422456"/>
                </a:cubicBezTo>
                <a:cubicBezTo>
                  <a:pt x="9733181" y="4420217"/>
                  <a:pt x="9731929" y="4417596"/>
                  <a:pt x="9731929" y="4414591"/>
                </a:cubicBezTo>
                <a:cubicBezTo>
                  <a:pt x="9731929" y="4410350"/>
                  <a:pt x="9733608" y="4406299"/>
                  <a:pt x="9736966" y="4402441"/>
                </a:cubicBezTo>
                <a:cubicBezTo>
                  <a:pt x="9740324" y="4398582"/>
                  <a:pt x="9745007" y="4395622"/>
                  <a:pt x="9751016" y="4393560"/>
                </a:cubicBezTo>
                <a:cubicBezTo>
                  <a:pt x="9757025" y="4391498"/>
                  <a:pt x="9763269" y="4390467"/>
                  <a:pt x="9769750" y="4390467"/>
                </a:cubicBezTo>
                <a:close/>
                <a:moveTo>
                  <a:pt x="9691466" y="4390467"/>
                </a:moveTo>
                <a:cubicBezTo>
                  <a:pt x="9696827" y="4390467"/>
                  <a:pt x="9701275" y="4391955"/>
                  <a:pt x="9704809" y="4394930"/>
                </a:cubicBezTo>
                <a:cubicBezTo>
                  <a:pt x="9708344" y="4397905"/>
                  <a:pt x="9710701" y="4401601"/>
                  <a:pt x="9711879" y="4406020"/>
                </a:cubicBezTo>
                <a:cubicBezTo>
                  <a:pt x="9712821" y="4409378"/>
                  <a:pt x="9713293" y="4415828"/>
                  <a:pt x="9713293" y="4425372"/>
                </a:cubicBezTo>
                <a:lnTo>
                  <a:pt x="9713293" y="4457537"/>
                </a:lnTo>
                <a:cubicBezTo>
                  <a:pt x="9713293" y="4463900"/>
                  <a:pt x="9713867" y="4467862"/>
                  <a:pt x="9715016" y="4469423"/>
                </a:cubicBezTo>
                <a:cubicBezTo>
                  <a:pt x="9716165" y="4470984"/>
                  <a:pt x="9718565" y="4471971"/>
                  <a:pt x="9722218" y="4472383"/>
                </a:cubicBezTo>
                <a:lnTo>
                  <a:pt x="9722218" y="4475564"/>
                </a:lnTo>
                <a:lnTo>
                  <a:pt x="9680420" y="4475564"/>
                </a:lnTo>
                <a:lnTo>
                  <a:pt x="9680420" y="4472383"/>
                </a:lnTo>
                <a:cubicBezTo>
                  <a:pt x="9683543" y="4471971"/>
                  <a:pt x="9685781" y="4470675"/>
                  <a:pt x="9687136" y="4468495"/>
                </a:cubicBezTo>
                <a:cubicBezTo>
                  <a:pt x="9688079" y="4467022"/>
                  <a:pt x="9688550" y="4463370"/>
                  <a:pt x="9688550" y="4457537"/>
                </a:cubicBezTo>
                <a:lnTo>
                  <a:pt x="9688550" y="4420777"/>
                </a:lnTo>
                <a:cubicBezTo>
                  <a:pt x="9688550" y="4414002"/>
                  <a:pt x="9688285" y="4409731"/>
                  <a:pt x="9687755" y="4407964"/>
                </a:cubicBezTo>
                <a:cubicBezTo>
                  <a:pt x="9687224" y="4406196"/>
                  <a:pt x="9686326" y="4404827"/>
                  <a:pt x="9685059" y="4403855"/>
                </a:cubicBezTo>
                <a:cubicBezTo>
                  <a:pt x="9683793" y="4402883"/>
                  <a:pt x="9682394" y="4402397"/>
                  <a:pt x="9680862" y="4402397"/>
                </a:cubicBezTo>
                <a:cubicBezTo>
                  <a:pt x="9675796" y="4402397"/>
                  <a:pt x="9671083" y="4406020"/>
                  <a:pt x="9666723" y="4413266"/>
                </a:cubicBezTo>
                <a:lnTo>
                  <a:pt x="9666723" y="4457537"/>
                </a:lnTo>
                <a:cubicBezTo>
                  <a:pt x="9666723" y="4463723"/>
                  <a:pt x="9667298" y="4467641"/>
                  <a:pt x="9668447" y="4469290"/>
                </a:cubicBezTo>
                <a:cubicBezTo>
                  <a:pt x="9669595" y="4470940"/>
                  <a:pt x="9671731" y="4471971"/>
                  <a:pt x="9674853" y="4472383"/>
                </a:cubicBezTo>
                <a:lnTo>
                  <a:pt x="9674853" y="4475564"/>
                </a:lnTo>
                <a:lnTo>
                  <a:pt x="9633056" y="4475564"/>
                </a:lnTo>
                <a:lnTo>
                  <a:pt x="9633056" y="4472383"/>
                </a:lnTo>
                <a:cubicBezTo>
                  <a:pt x="9636531" y="4472030"/>
                  <a:pt x="9639006" y="4470910"/>
                  <a:pt x="9640479" y="4469025"/>
                </a:cubicBezTo>
                <a:cubicBezTo>
                  <a:pt x="9641480" y="4467729"/>
                  <a:pt x="9641981" y="4463900"/>
                  <a:pt x="9641981" y="4457537"/>
                </a:cubicBezTo>
                <a:lnTo>
                  <a:pt x="9641981" y="4410880"/>
                </a:lnTo>
                <a:cubicBezTo>
                  <a:pt x="9641981" y="4404635"/>
                  <a:pt x="9641406" y="4400747"/>
                  <a:pt x="9640258" y="4399215"/>
                </a:cubicBezTo>
                <a:cubicBezTo>
                  <a:pt x="9639109" y="4397684"/>
                  <a:pt x="9636708" y="4396682"/>
                  <a:pt x="9633056" y="4396211"/>
                </a:cubicBezTo>
                <a:lnTo>
                  <a:pt x="9633056" y="4392941"/>
                </a:lnTo>
                <a:lnTo>
                  <a:pt x="9666723" y="4392941"/>
                </a:lnTo>
                <a:lnTo>
                  <a:pt x="9666723" y="4403634"/>
                </a:lnTo>
                <a:cubicBezTo>
                  <a:pt x="9670965" y="4399039"/>
                  <a:pt x="9675030" y="4395695"/>
                  <a:pt x="9678918" y="4393604"/>
                </a:cubicBezTo>
                <a:cubicBezTo>
                  <a:pt x="9682806" y="4391513"/>
                  <a:pt x="9686989" y="4390467"/>
                  <a:pt x="9691466" y="4390467"/>
                </a:cubicBezTo>
                <a:close/>
                <a:moveTo>
                  <a:pt x="9579250" y="4390467"/>
                </a:moveTo>
                <a:cubicBezTo>
                  <a:pt x="9587085" y="4390467"/>
                  <a:pt x="9593285" y="4392131"/>
                  <a:pt x="9597851" y="4395460"/>
                </a:cubicBezTo>
                <a:cubicBezTo>
                  <a:pt x="9602416" y="4398788"/>
                  <a:pt x="9605377" y="4402397"/>
                  <a:pt x="9606732" y="4406285"/>
                </a:cubicBezTo>
                <a:cubicBezTo>
                  <a:pt x="9607556" y="4408759"/>
                  <a:pt x="9607969" y="4414444"/>
                  <a:pt x="9607969" y="4423340"/>
                </a:cubicBezTo>
                <a:lnTo>
                  <a:pt x="9607969" y="4455417"/>
                </a:lnTo>
                <a:cubicBezTo>
                  <a:pt x="9607969" y="4459187"/>
                  <a:pt x="9608116" y="4461558"/>
                  <a:pt x="9608411" y="4462530"/>
                </a:cubicBezTo>
                <a:cubicBezTo>
                  <a:pt x="9608705" y="4463502"/>
                  <a:pt x="9609147" y="4464224"/>
                  <a:pt x="9609736" y="4464695"/>
                </a:cubicBezTo>
                <a:cubicBezTo>
                  <a:pt x="9610325" y="4465166"/>
                  <a:pt x="9611003" y="4465402"/>
                  <a:pt x="9611769" y="4465402"/>
                </a:cubicBezTo>
                <a:cubicBezTo>
                  <a:pt x="9613300" y="4465402"/>
                  <a:pt x="9614861" y="4464312"/>
                  <a:pt x="9616452" y="4462133"/>
                </a:cubicBezTo>
                <a:lnTo>
                  <a:pt x="9619103" y="4464253"/>
                </a:lnTo>
                <a:cubicBezTo>
                  <a:pt x="9616157" y="4468613"/>
                  <a:pt x="9613109" y="4471779"/>
                  <a:pt x="9609957" y="4473753"/>
                </a:cubicBezTo>
                <a:cubicBezTo>
                  <a:pt x="9606805" y="4475726"/>
                  <a:pt x="9603227" y="4476713"/>
                  <a:pt x="9599221" y="4476713"/>
                </a:cubicBezTo>
                <a:cubicBezTo>
                  <a:pt x="9594508" y="4476713"/>
                  <a:pt x="9590826" y="4475608"/>
                  <a:pt x="9588175" y="4473399"/>
                </a:cubicBezTo>
                <a:cubicBezTo>
                  <a:pt x="9585524" y="4471190"/>
                  <a:pt x="9583904" y="4467847"/>
                  <a:pt x="9583315" y="4463370"/>
                </a:cubicBezTo>
                <a:cubicBezTo>
                  <a:pt x="9573241" y="4472265"/>
                  <a:pt x="9564198" y="4476713"/>
                  <a:pt x="9556186" y="4476713"/>
                </a:cubicBezTo>
                <a:cubicBezTo>
                  <a:pt x="9551473" y="4476713"/>
                  <a:pt x="9547555" y="4475167"/>
                  <a:pt x="9544433" y="4472074"/>
                </a:cubicBezTo>
                <a:cubicBezTo>
                  <a:pt x="9541311" y="4468981"/>
                  <a:pt x="9539750" y="4465107"/>
                  <a:pt x="9539750" y="4460454"/>
                </a:cubicBezTo>
                <a:cubicBezTo>
                  <a:pt x="9539750" y="4454150"/>
                  <a:pt x="9542460" y="4448480"/>
                  <a:pt x="9547879" y="4443443"/>
                </a:cubicBezTo>
                <a:cubicBezTo>
                  <a:pt x="9553299" y="4438406"/>
                  <a:pt x="9565111" y="4431705"/>
                  <a:pt x="9583315" y="4423340"/>
                </a:cubicBezTo>
                <a:lnTo>
                  <a:pt x="9583315" y="4415033"/>
                </a:lnTo>
                <a:cubicBezTo>
                  <a:pt x="9583315" y="4408788"/>
                  <a:pt x="9582976" y="4404856"/>
                  <a:pt x="9582298" y="4403236"/>
                </a:cubicBezTo>
                <a:cubicBezTo>
                  <a:pt x="9581621" y="4401616"/>
                  <a:pt x="9580340" y="4400202"/>
                  <a:pt x="9578454" y="4398995"/>
                </a:cubicBezTo>
                <a:cubicBezTo>
                  <a:pt x="9576569" y="4397787"/>
                  <a:pt x="9574448" y="4397183"/>
                  <a:pt x="9572092" y="4397183"/>
                </a:cubicBezTo>
                <a:cubicBezTo>
                  <a:pt x="9568263" y="4397183"/>
                  <a:pt x="9565111" y="4398037"/>
                  <a:pt x="9562637" y="4399746"/>
                </a:cubicBezTo>
                <a:cubicBezTo>
                  <a:pt x="9561105" y="4400806"/>
                  <a:pt x="9560339" y="4402043"/>
                  <a:pt x="9560339" y="4403457"/>
                </a:cubicBezTo>
                <a:cubicBezTo>
                  <a:pt x="9560339" y="4404694"/>
                  <a:pt x="9561164" y="4406226"/>
                  <a:pt x="9562813" y="4408052"/>
                </a:cubicBezTo>
                <a:cubicBezTo>
                  <a:pt x="9565052" y="4410585"/>
                  <a:pt x="9566171" y="4413030"/>
                  <a:pt x="9566171" y="4415387"/>
                </a:cubicBezTo>
                <a:cubicBezTo>
                  <a:pt x="9566171" y="4418273"/>
                  <a:pt x="9565096" y="4420733"/>
                  <a:pt x="9562946" y="4422765"/>
                </a:cubicBezTo>
                <a:cubicBezTo>
                  <a:pt x="9560796" y="4424798"/>
                  <a:pt x="9557983" y="4425814"/>
                  <a:pt x="9554507" y="4425814"/>
                </a:cubicBezTo>
                <a:cubicBezTo>
                  <a:pt x="9550796" y="4425814"/>
                  <a:pt x="9547688" y="4424694"/>
                  <a:pt x="9545184" y="4422456"/>
                </a:cubicBezTo>
                <a:cubicBezTo>
                  <a:pt x="9542681" y="4420217"/>
                  <a:pt x="9541429" y="4417596"/>
                  <a:pt x="9541429" y="4414591"/>
                </a:cubicBezTo>
                <a:cubicBezTo>
                  <a:pt x="9541429" y="4410350"/>
                  <a:pt x="9543108" y="4406299"/>
                  <a:pt x="9546466" y="4402441"/>
                </a:cubicBezTo>
                <a:cubicBezTo>
                  <a:pt x="9549824" y="4398582"/>
                  <a:pt x="9554507" y="4395622"/>
                  <a:pt x="9560516" y="4393560"/>
                </a:cubicBezTo>
                <a:cubicBezTo>
                  <a:pt x="9566525" y="4391498"/>
                  <a:pt x="9572769" y="4390467"/>
                  <a:pt x="9579250" y="4390467"/>
                </a:cubicBezTo>
                <a:close/>
                <a:moveTo>
                  <a:pt x="1036513" y="4357863"/>
                </a:moveTo>
                <a:cubicBezTo>
                  <a:pt x="1033744" y="4360868"/>
                  <a:pt x="1031653" y="4363666"/>
                  <a:pt x="1030239" y="4366258"/>
                </a:cubicBezTo>
                <a:cubicBezTo>
                  <a:pt x="1028825" y="4368850"/>
                  <a:pt x="1028118" y="4371236"/>
                  <a:pt x="1028118" y="4373416"/>
                </a:cubicBezTo>
                <a:cubicBezTo>
                  <a:pt x="1028118" y="4376244"/>
                  <a:pt x="1029826" y="4378718"/>
                  <a:pt x="1033243" y="4380839"/>
                </a:cubicBezTo>
                <a:cubicBezTo>
                  <a:pt x="1039135" y="4384491"/>
                  <a:pt x="1047648" y="4386317"/>
                  <a:pt x="1058781" y="4386317"/>
                </a:cubicBezTo>
                <a:cubicBezTo>
                  <a:pt x="1069385" y="4386317"/>
                  <a:pt x="1077206" y="4384447"/>
                  <a:pt x="1082243" y="4380706"/>
                </a:cubicBezTo>
                <a:cubicBezTo>
                  <a:pt x="1087280" y="4376965"/>
                  <a:pt x="1089798" y="4372974"/>
                  <a:pt x="1089798" y="4368732"/>
                </a:cubicBezTo>
                <a:cubicBezTo>
                  <a:pt x="1089798" y="4365669"/>
                  <a:pt x="1088296" y="4363489"/>
                  <a:pt x="1085291" y="4362193"/>
                </a:cubicBezTo>
                <a:cubicBezTo>
                  <a:pt x="1082228" y="4360897"/>
                  <a:pt x="1076160" y="4360131"/>
                  <a:pt x="1067088" y="4359896"/>
                </a:cubicBezTo>
                <a:cubicBezTo>
                  <a:pt x="1053832" y="4359542"/>
                  <a:pt x="1043641" y="4358865"/>
                  <a:pt x="1036513" y="4357863"/>
                </a:cubicBezTo>
                <a:close/>
                <a:moveTo>
                  <a:pt x="10419570" y="4355739"/>
                </a:moveTo>
                <a:lnTo>
                  <a:pt x="10456243" y="4355739"/>
                </a:lnTo>
                <a:lnTo>
                  <a:pt x="10456243" y="4450822"/>
                </a:lnTo>
                <a:cubicBezTo>
                  <a:pt x="10456243" y="4457243"/>
                  <a:pt x="10456419" y="4461043"/>
                  <a:pt x="10456773" y="4462221"/>
                </a:cubicBezTo>
                <a:cubicBezTo>
                  <a:pt x="10457244" y="4464165"/>
                  <a:pt x="10458143" y="4465608"/>
                  <a:pt x="10459468" y="4466551"/>
                </a:cubicBezTo>
                <a:cubicBezTo>
                  <a:pt x="10460793" y="4467493"/>
                  <a:pt x="10463106" y="4468083"/>
                  <a:pt x="10466405" y="4468318"/>
                </a:cubicBezTo>
                <a:lnTo>
                  <a:pt x="10466405" y="4471234"/>
                </a:lnTo>
                <a:lnTo>
                  <a:pt x="10431500" y="4478039"/>
                </a:lnTo>
                <a:lnTo>
                  <a:pt x="10431500" y="4464960"/>
                </a:lnTo>
                <a:cubicBezTo>
                  <a:pt x="10427317" y="4470027"/>
                  <a:pt x="10423591" y="4473473"/>
                  <a:pt x="10420322" y="4475299"/>
                </a:cubicBezTo>
                <a:cubicBezTo>
                  <a:pt x="10417052" y="4477125"/>
                  <a:pt x="10413355" y="4478039"/>
                  <a:pt x="10409232" y="4478039"/>
                </a:cubicBezTo>
                <a:cubicBezTo>
                  <a:pt x="10398686" y="4478039"/>
                  <a:pt x="10390351" y="4473326"/>
                  <a:pt x="10384224" y="4463900"/>
                </a:cubicBezTo>
                <a:cubicBezTo>
                  <a:pt x="10379275" y="4456241"/>
                  <a:pt x="10376801" y="4446845"/>
                  <a:pt x="10376801" y="4435711"/>
                </a:cubicBezTo>
                <a:cubicBezTo>
                  <a:pt x="10376801" y="4426815"/>
                  <a:pt x="10378333" y="4418848"/>
                  <a:pt x="10381396" y="4411808"/>
                </a:cubicBezTo>
                <a:cubicBezTo>
                  <a:pt x="10384459" y="4404768"/>
                  <a:pt x="10388657" y="4399451"/>
                  <a:pt x="10393988" y="4395857"/>
                </a:cubicBezTo>
                <a:cubicBezTo>
                  <a:pt x="10399320" y="4392264"/>
                  <a:pt x="10405049" y="4390467"/>
                  <a:pt x="10411176" y="4390467"/>
                </a:cubicBezTo>
                <a:cubicBezTo>
                  <a:pt x="10415123" y="4390467"/>
                  <a:pt x="10418628" y="4391233"/>
                  <a:pt x="10421691" y="4392765"/>
                </a:cubicBezTo>
                <a:cubicBezTo>
                  <a:pt x="10424755" y="4394296"/>
                  <a:pt x="10428024" y="4396977"/>
                  <a:pt x="10431500" y="4400806"/>
                </a:cubicBezTo>
                <a:lnTo>
                  <a:pt x="10431500" y="4375887"/>
                </a:lnTo>
                <a:cubicBezTo>
                  <a:pt x="10431500" y="4369583"/>
                  <a:pt x="10431235" y="4365783"/>
                  <a:pt x="10430705" y="4364487"/>
                </a:cubicBezTo>
                <a:cubicBezTo>
                  <a:pt x="10429998" y="4362779"/>
                  <a:pt x="10428937" y="4361512"/>
                  <a:pt x="10427523" y="4360688"/>
                </a:cubicBezTo>
                <a:cubicBezTo>
                  <a:pt x="10426110" y="4359863"/>
                  <a:pt x="10423459" y="4359450"/>
                  <a:pt x="10419570" y="4359450"/>
                </a:cubicBezTo>
                <a:close/>
                <a:moveTo>
                  <a:pt x="9821170" y="4355739"/>
                </a:moveTo>
                <a:lnTo>
                  <a:pt x="9855809" y="4355739"/>
                </a:lnTo>
                <a:lnTo>
                  <a:pt x="9855809" y="4458421"/>
                </a:lnTo>
                <a:cubicBezTo>
                  <a:pt x="9855809" y="4464253"/>
                  <a:pt x="9856487" y="4467979"/>
                  <a:pt x="9857842" y="4469599"/>
                </a:cubicBezTo>
                <a:cubicBezTo>
                  <a:pt x="9859197" y="4471220"/>
                  <a:pt x="9861848" y="4472147"/>
                  <a:pt x="9865795" y="4472383"/>
                </a:cubicBezTo>
                <a:lnTo>
                  <a:pt x="9865795" y="4475564"/>
                </a:lnTo>
                <a:lnTo>
                  <a:pt x="9821170" y="4475564"/>
                </a:lnTo>
                <a:lnTo>
                  <a:pt x="9821170" y="4472383"/>
                </a:lnTo>
                <a:cubicBezTo>
                  <a:pt x="9824822" y="4472265"/>
                  <a:pt x="9827532" y="4471205"/>
                  <a:pt x="9829300" y="4469202"/>
                </a:cubicBezTo>
                <a:cubicBezTo>
                  <a:pt x="9830478" y="4467847"/>
                  <a:pt x="9831067" y="4464253"/>
                  <a:pt x="9831067" y="4458421"/>
                </a:cubicBezTo>
                <a:lnTo>
                  <a:pt x="9831067" y="4372882"/>
                </a:lnTo>
                <a:cubicBezTo>
                  <a:pt x="9831067" y="4367109"/>
                  <a:pt x="9830389" y="4363412"/>
                  <a:pt x="9829034" y="4361792"/>
                </a:cubicBezTo>
                <a:cubicBezTo>
                  <a:pt x="9827679" y="4360172"/>
                  <a:pt x="9825058" y="4359244"/>
                  <a:pt x="9821170" y="4359009"/>
                </a:cubicBezTo>
                <a:close/>
                <a:moveTo>
                  <a:pt x="10052900" y="4352911"/>
                </a:moveTo>
                <a:cubicBezTo>
                  <a:pt x="10056729" y="4352911"/>
                  <a:pt x="10059969" y="4354251"/>
                  <a:pt x="10062620" y="4356932"/>
                </a:cubicBezTo>
                <a:cubicBezTo>
                  <a:pt x="10065271" y="4359612"/>
                  <a:pt x="10066597" y="4362838"/>
                  <a:pt x="10066597" y="4366608"/>
                </a:cubicBezTo>
                <a:cubicBezTo>
                  <a:pt x="10066597" y="4370378"/>
                  <a:pt x="10065256" y="4373589"/>
                  <a:pt x="10062576" y="4376240"/>
                </a:cubicBezTo>
                <a:cubicBezTo>
                  <a:pt x="10059895" y="4378891"/>
                  <a:pt x="10056670" y="4380217"/>
                  <a:pt x="10052900" y="4380217"/>
                </a:cubicBezTo>
                <a:cubicBezTo>
                  <a:pt x="10049129" y="4380217"/>
                  <a:pt x="10045919" y="4378891"/>
                  <a:pt x="10043268" y="4376240"/>
                </a:cubicBezTo>
                <a:cubicBezTo>
                  <a:pt x="10040617" y="4373589"/>
                  <a:pt x="10039291" y="4370378"/>
                  <a:pt x="10039291" y="4366608"/>
                </a:cubicBezTo>
                <a:cubicBezTo>
                  <a:pt x="10039291" y="4362838"/>
                  <a:pt x="10040617" y="4359612"/>
                  <a:pt x="10043268" y="4356932"/>
                </a:cubicBezTo>
                <a:cubicBezTo>
                  <a:pt x="10045919" y="4354251"/>
                  <a:pt x="10049129" y="4352911"/>
                  <a:pt x="10052900" y="4352911"/>
                </a:cubicBezTo>
                <a:close/>
                <a:moveTo>
                  <a:pt x="490286" y="4311559"/>
                </a:moveTo>
                <a:cubicBezTo>
                  <a:pt x="483157" y="4315742"/>
                  <a:pt x="477856" y="4320219"/>
                  <a:pt x="474380" y="4324991"/>
                </a:cubicBezTo>
                <a:cubicBezTo>
                  <a:pt x="472082" y="4328172"/>
                  <a:pt x="470933" y="4331383"/>
                  <a:pt x="470933" y="4334623"/>
                </a:cubicBezTo>
                <a:cubicBezTo>
                  <a:pt x="470933" y="4337333"/>
                  <a:pt x="471906" y="4339719"/>
                  <a:pt x="473850" y="4341781"/>
                </a:cubicBezTo>
                <a:cubicBezTo>
                  <a:pt x="475322" y="4343371"/>
                  <a:pt x="477384" y="4344166"/>
                  <a:pt x="480035" y="4344166"/>
                </a:cubicBezTo>
                <a:cubicBezTo>
                  <a:pt x="482981" y="4344166"/>
                  <a:pt x="486398" y="4342517"/>
                  <a:pt x="490286" y="4339218"/>
                </a:cubicBezTo>
                <a:close/>
                <a:moveTo>
                  <a:pt x="299786" y="4311559"/>
                </a:moveTo>
                <a:cubicBezTo>
                  <a:pt x="292658" y="4315742"/>
                  <a:pt x="287356" y="4320219"/>
                  <a:pt x="283880" y="4324991"/>
                </a:cubicBezTo>
                <a:cubicBezTo>
                  <a:pt x="281582" y="4328172"/>
                  <a:pt x="280433" y="4331383"/>
                  <a:pt x="280433" y="4334623"/>
                </a:cubicBezTo>
                <a:cubicBezTo>
                  <a:pt x="280433" y="4337333"/>
                  <a:pt x="281406" y="4339719"/>
                  <a:pt x="283350" y="4341781"/>
                </a:cubicBezTo>
                <a:cubicBezTo>
                  <a:pt x="284822" y="4343371"/>
                  <a:pt x="286884" y="4344166"/>
                  <a:pt x="289535" y="4344166"/>
                </a:cubicBezTo>
                <a:cubicBezTo>
                  <a:pt x="292481" y="4344166"/>
                  <a:pt x="295898" y="4342517"/>
                  <a:pt x="299786" y="4339218"/>
                </a:cubicBezTo>
                <a:close/>
                <a:moveTo>
                  <a:pt x="147386" y="4311559"/>
                </a:moveTo>
                <a:cubicBezTo>
                  <a:pt x="140258" y="4315742"/>
                  <a:pt x="134956" y="4320219"/>
                  <a:pt x="131480" y="4324991"/>
                </a:cubicBezTo>
                <a:cubicBezTo>
                  <a:pt x="129182" y="4328172"/>
                  <a:pt x="128034" y="4331383"/>
                  <a:pt x="128034" y="4334623"/>
                </a:cubicBezTo>
                <a:cubicBezTo>
                  <a:pt x="128034" y="4337333"/>
                  <a:pt x="129006" y="4339719"/>
                  <a:pt x="130950" y="4341781"/>
                </a:cubicBezTo>
                <a:cubicBezTo>
                  <a:pt x="132422" y="4343371"/>
                  <a:pt x="134484" y="4344166"/>
                  <a:pt x="137135" y="4344166"/>
                </a:cubicBezTo>
                <a:cubicBezTo>
                  <a:pt x="140081" y="4344166"/>
                  <a:pt x="143498" y="4342517"/>
                  <a:pt x="147386" y="4339218"/>
                </a:cubicBezTo>
                <a:close/>
                <a:moveTo>
                  <a:pt x="396008" y="4282840"/>
                </a:moveTo>
                <a:cubicBezTo>
                  <a:pt x="390941" y="4282840"/>
                  <a:pt x="386081" y="4285697"/>
                  <a:pt x="381427" y="4291411"/>
                </a:cubicBezTo>
                <a:lnTo>
                  <a:pt x="381427" y="4328172"/>
                </a:lnTo>
                <a:cubicBezTo>
                  <a:pt x="381427" y="4335654"/>
                  <a:pt x="381604" y="4340426"/>
                  <a:pt x="381957" y="4342487"/>
                </a:cubicBezTo>
                <a:cubicBezTo>
                  <a:pt x="382547" y="4345963"/>
                  <a:pt x="383961" y="4348776"/>
                  <a:pt x="386199" y="4350926"/>
                </a:cubicBezTo>
                <a:cubicBezTo>
                  <a:pt x="388438" y="4353077"/>
                  <a:pt x="391295" y="4354152"/>
                  <a:pt x="394771" y="4354152"/>
                </a:cubicBezTo>
                <a:cubicBezTo>
                  <a:pt x="397775" y="4354152"/>
                  <a:pt x="400353" y="4353298"/>
                  <a:pt x="402503" y="4351589"/>
                </a:cubicBezTo>
                <a:cubicBezTo>
                  <a:pt x="404653" y="4349881"/>
                  <a:pt x="406450" y="4346493"/>
                  <a:pt x="407893" y="4341427"/>
                </a:cubicBezTo>
                <a:cubicBezTo>
                  <a:pt x="409336" y="4336361"/>
                  <a:pt x="410058" y="4327229"/>
                  <a:pt x="410058" y="4314033"/>
                </a:cubicBezTo>
                <a:cubicBezTo>
                  <a:pt x="410058" y="4301367"/>
                  <a:pt x="408467" y="4292678"/>
                  <a:pt x="405286" y="4287965"/>
                </a:cubicBezTo>
                <a:cubicBezTo>
                  <a:pt x="402989" y="4284548"/>
                  <a:pt x="399896" y="4282840"/>
                  <a:pt x="396008" y="4282840"/>
                </a:cubicBezTo>
                <a:close/>
                <a:moveTo>
                  <a:pt x="46127" y="4281514"/>
                </a:moveTo>
                <a:cubicBezTo>
                  <a:pt x="43947" y="4281514"/>
                  <a:pt x="42150" y="4282104"/>
                  <a:pt x="40736" y="4283282"/>
                </a:cubicBezTo>
                <a:cubicBezTo>
                  <a:pt x="38557" y="4285108"/>
                  <a:pt x="36775" y="4288319"/>
                  <a:pt x="35390" y="4292914"/>
                </a:cubicBezTo>
                <a:cubicBezTo>
                  <a:pt x="34006" y="4297509"/>
                  <a:pt x="33314" y="4304549"/>
                  <a:pt x="33314" y="4314033"/>
                </a:cubicBezTo>
                <a:cubicBezTo>
                  <a:pt x="33314" y="4324461"/>
                  <a:pt x="34080" y="4332178"/>
                  <a:pt x="35611" y="4337185"/>
                </a:cubicBezTo>
                <a:cubicBezTo>
                  <a:pt x="37143" y="4342193"/>
                  <a:pt x="39234" y="4345816"/>
                  <a:pt x="41885" y="4348055"/>
                </a:cubicBezTo>
                <a:cubicBezTo>
                  <a:pt x="43240" y="4349174"/>
                  <a:pt x="45096" y="4349734"/>
                  <a:pt x="47452" y="4349734"/>
                </a:cubicBezTo>
                <a:cubicBezTo>
                  <a:pt x="52637" y="4349734"/>
                  <a:pt x="57526" y="4345669"/>
                  <a:pt x="62122" y="4337539"/>
                </a:cubicBezTo>
                <a:lnTo>
                  <a:pt x="62122" y="4294062"/>
                </a:lnTo>
                <a:cubicBezTo>
                  <a:pt x="57762" y="4285697"/>
                  <a:pt x="52430" y="4281514"/>
                  <a:pt x="46127" y="4281514"/>
                </a:cubicBezTo>
                <a:close/>
                <a:moveTo>
                  <a:pt x="1052772" y="4278775"/>
                </a:moveTo>
                <a:cubicBezTo>
                  <a:pt x="1048413" y="4278775"/>
                  <a:pt x="1044760" y="4280513"/>
                  <a:pt x="1041815" y="4283989"/>
                </a:cubicBezTo>
                <a:cubicBezTo>
                  <a:pt x="1038869" y="4287464"/>
                  <a:pt x="1037396" y="4292796"/>
                  <a:pt x="1037396" y="4299983"/>
                </a:cubicBezTo>
                <a:cubicBezTo>
                  <a:pt x="1037396" y="4309291"/>
                  <a:pt x="1039399" y="4316508"/>
                  <a:pt x="1043405" y="4321633"/>
                </a:cubicBezTo>
                <a:cubicBezTo>
                  <a:pt x="1046469" y="4325521"/>
                  <a:pt x="1050357" y="4327465"/>
                  <a:pt x="1055070" y="4327465"/>
                </a:cubicBezTo>
                <a:cubicBezTo>
                  <a:pt x="1059547" y="4327465"/>
                  <a:pt x="1063229" y="4325786"/>
                  <a:pt x="1066115" y="4322428"/>
                </a:cubicBezTo>
                <a:cubicBezTo>
                  <a:pt x="1069002" y="4319070"/>
                  <a:pt x="1070446" y="4313798"/>
                  <a:pt x="1070446" y="4306611"/>
                </a:cubicBezTo>
                <a:cubicBezTo>
                  <a:pt x="1070446" y="4297244"/>
                  <a:pt x="1068414" y="4289909"/>
                  <a:pt x="1064348" y="4284607"/>
                </a:cubicBezTo>
                <a:cubicBezTo>
                  <a:pt x="1061344" y="4280719"/>
                  <a:pt x="1057485" y="4278775"/>
                  <a:pt x="1052772" y="4278775"/>
                </a:cubicBezTo>
                <a:close/>
                <a:moveTo>
                  <a:pt x="653076" y="4278510"/>
                </a:moveTo>
                <a:cubicBezTo>
                  <a:pt x="650012" y="4278510"/>
                  <a:pt x="647509" y="4280012"/>
                  <a:pt x="645564" y="4283017"/>
                </a:cubicBezTo>
                <a:cubicBezTo>
                  <a:pt x="642089" y="4288260"/>
                  <a:pt x="640351" y="4295447"/>
                  <a:pt x="640351" y="4304578"/>
                </a:cubicBezTo>
                <a:lnTo>
                  <a:pt x="640351" y="4307671"/>
                </a:lnTo>
                <a:lnTo>
                  <a:pt x="664387" y="4307671"/>
                </a:lnTo>
                <a:cubicBezTo>
                  <a:pt x="664387" y="4298186"/>
                  <a:pt x="663871" y="4291677"/>
                  <a:pt x="662840" y="4288142"/>
                </a:cubicBezTo>
                <a:cubicBezTo>
                  <a:pt x="661809" y="4284607"/>
                  <a:pt x="660204" y="4281927"/>
                  <a:pt x="658025" y="4280101"/>
                </a:cubicBezTo>
                <a:cubicBezTo>
                  <a:pt x="656788" y="4279040"/>
                  <a:pt x="655138" y="4278510"/>
                  <a:pt x="653076" y="4278510"/>
                </a:cubicBezTo>
                <a:close/>
                <a:moveTo>
                  <a:pt x="724518" y="4276919"/>
                </a:moveTo>
                <a:lnTo>
                  <a:pt x="752884" y="4276919"/>
                </a:lnTo>
                <a:lnTo>
                  <a:pt x="752884" y="4331088"/>
                </a:lnTo>
                <a:cubicBezTo>
                  <a:pt x="752884" y="4338629"/>
                  <a:pt x="754195" y="4343577"/>
                  <a:pt x="756816" y="4345934"/>
                </a:cubicBezTo>
                <a:cubicBezTo>
                  <a:pt x="759438" y="4348290"/>
                  <a:pt x="762604" y="4349468"/>
                  <a:pt x="766315" y="4349468"/>
                </a:cubicBezTo>
                <a:cubicBezTo>
                  <a:pt x="768849" y="4349468"/>
                  <a:pt x="771721" y="4348673"/>
                  <a:pt x="774931" y="4347083"/>
                </a:cubicBezTo>
                <a:cubicBezTo>
                  <a:pt x="778142" y="4345492"/>
                  <a:pt x="781956" y="4342458"/>
                  <a:pt x="786375" y="4337981"/>
                </a:cubicBezTo>
                <a:lnTo>
                  <a:pt x="786375" y="4292118"/>
                </a:lnTo>
                <a:cubicBezTo>
                  <a:pt x="786375" y="4287523"/>
                  <a:pt x="785535" y="4284416"/>
                  <a:pt x="783856" y="4282796"/>
                </a:cubicBezTo>
                <a:cubicBezTo>
                  <a:pt x="782177" y="4281176"/>
                  <a:pt x="778687" y="4280307"/>
                  <a:pt x="773385" y="4280189"/>
                </a:cubicBezTo>
                <a:lnTo>
                  <a:pt x="773385" y="4276919"/>
                </a:lnTo>
                <a:lnTo>
                  <a:pt x="800955" y="4276919"/>
                </a:lnTo>
                <a:lnTo>
                  <a:pt x="800955" y="4325963"/>
                </a:lnTo>
                <a:cubicBezTo>
                  <a:pt x="800955" y="4335330"/>
                  <a:pt x="801176" y="4341059"/>
                  <a:pt x="801618" y="4343150"/>
                </a:cubicBezTo>
                <a:cubicBezTo>
                  <a:pt x="802060" y="4345241"/>
                  <a:pt x="802767" y="4346700"/>
                  <a:pt x="803739" y="4347524"/>
                </a:cubicBezTo>
                <a:cubicBezTo>
                  <a:pt x="804711" y="4348349"/>
                  <a:pt x="805845" y="4348761"/>
                  <a:pt x="807141" y="4348761"/>
                </a:cubicBezTo>
                <a:cubicBezTo>
                  <a:pt x="808967" y="4348761"/>
                  <a:pt x="811029" y="4348261"/>
                  <a:pt x="813327" y="4347259"/>
                </a:cubicBezTo>
                <a:lnTo>
                  <a:pt x="814564" y="4350352"/>
                </a:lnTo>
                <a:lnTo>
                  <a:pt x="790351" y="4360338"/>
                </a:lnTo>
                <a:lnTo>
                  <a:pt x="786375" y="4360338"/>
                </a:lnTo>
                <a:lnTo>
                  <a:pt x="786375" y="4343194"/>
                </a:lnTo>
                <a:cubicBezTo>
                  <a:pt x="779423" y="4350735"/>
                  <a:pt x="774121" y="4355477"/>
                  <a:pt x="770468" y="4357421"/>
                </a:cubicBezTo>
                <a:cubicBezTo>
                  <a:pt x="766816" y="4359365"/>
                  <a:pt x="762958" y="4360338"/>
                  <a:pt x="758893" y="4360338"/>
                </a:cubicBezTo>
                <a:cubicBezTo>
                  <a:pt x="754357" y="4360338"/>
                  <a:pt x="750424" y="4359027"/>
                  <a:pt x="747096" y="4356405"/>
                </a:cubicBezTo>
                <a:cubicBezTo>
                  <a:pt x="743767" y="4353784"/>
                  <a:pt x="741455" y="4350411"/>
                  <a:pt x="740159" y="4346287"/>
                </a:cubicBezTo>
                <a:cubicBezTo>
                  <a:pt x="738863" y="4342163"/>
                  <a:pt x="738215" y="4336331"/>
                  <a:pt x="738215" y="4328791"/>
                </a:cubicBezTo>
                <a:lnTo>
                  <a:pt x="738215" y="4292649"/>
                </a:lnTo>
                <a:cubicBezTo>
                  <a:pt x="738215" y="4288819"/>
                  <a:pt x="737802" y="4286168"/>
                  <a:pt x="736978" y="4284696"/>
                </a:cubicBezTo>
                <a:cubicBezTo>
                  <a:pt x="736153" y="4283223"/>
                  <a:pt x="734931" y="4282089"/>
                  <a:pt x="733310" y="4281293"/>
                </a:cubicBezTo>
                <a:cubicBezTo>
                  <a:pt x="731691" y="4280498"/>
                  <a:pt x="728760" y="4280130"/>
                  <a:pt x="724518" y="4280189"/>
                </a:cubicBezTo>
                <a:close/>
                <a:moveTo>
                  <a:pt x="1054275" y="4274533"/>
                </a:moveTo>
                <a:cubicBezTo>
                  <a:pt x="1061992" y="4274533"/>
                  <a:pt x="1068679" y="4276419"/>
                  <a:pt x="1074334" y="4280189"/>
                </a:cubicBezTo>
                <a:lnTo>
                  <a:pt x="1091477" y="4280189"/>
                </a:lnTo>
                <a:cubicBezTo>
                  <a:pt x="1094010" y="4280189"/>
                  <a:pt x="1095483" y="4280263"/>
                  <a:pt x="1095895" y="4280410"/>
                </a:cubicBezTo>
                <a:cubicBezTo>
                  <a:pt x="1096308" y="4280557"/>
                  <a:pt x="1096602" y="4280807"/>
                  <a:pt x="1096779" y="4281161"/>
                </a:cubicBezTo>
                <a:cubicBezTo>
                  <a:pt x="1097132" y="4281691"/>
                  <a:pt x="1097309" y="4282634"/>
                  <a:pt x="1097309" y="4283989"/>
                </a:cubicBezTo>
                <a:cubicBezTo>
                  <a:pt x="1097309" y="4285520"/>
                  <a:pt x="1097162" y="4286581"/>
                  <a:pt x="1096867" y="4287170"/>
                </a:cubicBezTo>
                <a:cubicBezTo>
                  <a:pt x="1096691" y="4287464"/>
                  <a:pt x="1096381" y="4287700"/>
                  <a:pt x="1095939" y="4287877"/>
                </a:cubicBezTo>
                <a:cubicBezTo>
                  <a:pt x="1095498" y="4288054"/>
                  <a:pt x="1094010" y="4288142"/>
                  <a:pt x="1091477" y="4288142"/>
                </a:cubicBezTo>
                <a:lnTo>
                  <a:pt x="1080961" y="4288142"/>
                </a:lnTo>
                <a:cubicBezTo>
                  <a:pt x="1084261" y="4292383"/>
                  <a:pt x="1085910" y="4297803"/>
                  <a:pt x="1085910" y="4304401"/>
                </a:cubicBezTo>
                <a:cubicBezTo>
                  <a:pt x="1085910" y="4311942"/>
                  <a:pt x="1083023" y="4318393"/>
                  <a:pt x="1077250" y="4323754"/>
                </a:cubicBezTo>
                <a:cubicBezTo>
                  <a:pt x="1071477" y="4329115"/>
                  <a:pt x="1063730" y="4331795"/>
                  <a:pt x="1054010" y="4331795"/>
                </a:cubicBezTo>
                <a:cubicBezTo>
                  <a:pt x="1050003" y="4331795"/>
                  <a:pt x="1045909" y="4331206"/>
                  <a:pt x="1041727" y="4330028"/>
                </a:cubicBezTo>
                <a:cubicBezTo>
                  <a:pt x="1039135" y="4332266"/>
                  <a:pt x="1037382" y="4334225"/>
                  <a:pt x="1036469" y="4335904"/>
                </a:cubicBezTo>
                <a:cubicBezTo>
                  <a:pt x="1035556" y="4337583"/>
                  <a:pt x="1035099" y="4339012"/>
                  <a:pt x="1035099" y="4340190"/>
                </a:cubicBezTo>
                <a:cubicBezTo>
                  <a:pt x="1035099" y="4341191"/>
                  <a:pt x="1035585" y="4342163"/>
                  <a:pt x="1036557" y="4343106"/>
                </a:cubicBezTo>
                <a:cubicBezTo>
                  <a:pt x="1037529" y="4344049"/>
                  <a:pt x="1039429" y="4344726"/>
                  <a:pt x="1042257" y="4345138"/>
                </a:cubicBezTo>
                <a:cubicBezTo>
                  <a:pt x="1043906" y="4345374"/>
                  <a:pt x="1048030" y="4345580"/>
                  <a:pt x="1054628" y="4345757"/>
                </a:cubicBezTo>
                <a:cubicBezTo>
                  <a:pt x="1066764" y="4346052"/>
                  <a:pt x="1074628" y="4346464"/>
                  <a:pt x="1078222" y="4346994"/>
                </a:cubicBezTo>
                <a:cubicBezTo>
                  <a:pt x="1083701" y="4347760"/>
                  <a:pt x="1088074" y="4349792"/>
                  <a:pt x="1091344" y="4353091"/>
                </a:cubicBezTo>
                <a:cubicBezTo>
                  <a:pt x="1094614" y="4356390"/>
                  <a:pt x="1096249" y="4360455"/>
                  <a:pt x="1096249" y="4365286"/>
                </a:cubicBezTo>
                <a:cubicBezTo>
                  <a:pt x="1096249" y="4371943"/>
                  <a:pt x="1093126" y="4378188"/>
                  <a:pt x="1086881" y="4384020"/>
                </a:cubicBezTo>
                <a:cubicBezTo>
                  <a:pt x="1077692" y="4392621"/>
                  <a:pt x="1065704" y="4396921"/>
                  <a:pt x="1050917" y="4396921"/>
                </a:cubicBezTo>
                <a:cubicBezTo>
                  <a:pt x="1039547" y="4396921"/>
                  <a:pt x="1029944" y="4394359"/>
                  <a:pt x="1022109" y="4389233"/>
                </a:cubicBezTo>
                <a:cubicBezTo>
                  <a:pt x="1017691" y="4386288"/>
                  <a:pt x="1015482" y="4383224"/>
                  <a:pt x="1015482" y="4380043"/>
                </a:cubicBezTo>
                <a:cubicBezTo>
                  <a:pt x="1015482" y="4378629"/>
                  <a:pt x="1015806" y="4377216"/>
                  <a:pt x="1016454" y="4375802"/>
                </a:cubicBezTo>
                <a:cubicBezTo>
                  <a:pt x="1017455" y="4373622"/>
                  <a:pt x="1019517" y="4370588"/>
                  <a:pt x="1022639" y="4366700"/>
                </a:cubicBezTo>
                <a:cubicBezTo>
                  <a:pt x="1023052" y="4366170"/>
                  <a:pt x="1026056" y="4362989"/>
                  <a:pt x="1031653" y="4357156"/>
                </a:cubicBezTo>
                <a:cubicBezTo>
                  <a:pt x="1028589" y="4355330"/>
                  <a:pt x="1026425" y="4353695"/>
                  <a:pt x="1025158" y="4352252"/>
                </a:cubicBezTo>
                <a:cubicBezTo>
                  <a:pt x="1023891" y="4350809"/>
                  <a:pt x="1023258" y="4349174"/>
                  <a:pt x="1023258" y="4347348"/>
                </a:cubicBezTo>
                <a:cubicBezTo>
                  <a:pt x="1023258" y="4345286"/>
                  <a:pt x="1024097" y="4342870"/>
                  <a:pt x="1025776" y="4340102"/>
                </a:cubicBezTo>
                <a:cubicBezTo>
                  <a:pt x="1027455" y="4337333"/>
                  <a:pt x="1031329" y="4333415"/>
                  <a:pt x="1037396" y="4328349"/>
                </a:cubicBezTo>
                <a:cubicBezTo>
                  <a:pt x="1032448" y="4325933"/>
                  <a:pt x="1028648" y="4322561"/>
                  <a:pt x="1025997" y="4318231"/>
                </a:cubicBezTo>
                <a:cubicBezTo>
                  <a:pt x="1023346" y="4313901"/>
                  <a:pt x="1022021" y="4309114"/>
                  <a:pt x="1022021" y="4303871"/>
                </a:cubicBezTo>
                <a:cubicBezTo>
                  <a:pt x="1022021" y="4295859"/>
                  <a:pt x="1025040" y="4288967"/>
                  <a:pt x="1031078" y="4283193"/>
                </a:cubicBezTo>
                <a:cubicBezTo>
                  <a:pt x="1037117" y="4277420"/>
                  <a:pt x="1044849" y="4274533"/>
                  <a:pt x="1054275" y="4274533"/>
                </a:cubicBezTo>
                <a:close/>
                <a:moveTo>
                  <a:pt x="915957" y="4274533"/>
                </a:moveTo>
                <a:lnTo>
                  <a:pt x="919845" y="4274533"/>
                </a:lnTo>
                <a:lnTo>
                  <a:pt x="919845" y="4339571"/>
                </a:lnTo>
                <a:cubicBezTo>
                  <a:pt x="919845" y="4344638"/>
                  <a:pt x="920214" y="4348010"/>
                  <a:pt x="920950" y="4349689"/>
                </a:cubicBezTo>
                <a:cubicBezTo>
                  <a:pt x="921687" y="4351368"/>
                  <a:pt x="922777" y="4352620"/>
                  <a:pt x="924220" y="4353445"/>
                </a:cubicBezTo>
                <a:lnTo>
                  <a:pt x="929581" y="4354283"/>
                </a:lnTo>
                <a:lnTo>
                  <a:pt x="936870" y="4351545"/>
                </a:lnTo>
                <a:cubicBezTo>
                  <a:pt x="938313" y="4349454"/>
                  <a:pt x="939035" y="4345462"/>
                  <a:pt x="939035" y="4339571"/>
                </a:cubicBezTo>
                <a:lnTo>
                  <a:pt x="939035" y="4309527"/>
                </a:lnTo>
                <a:cubicBezTo>
                  <a:pt x="939035" y="4299806"/>
                  <a:pt x="938814" y="4293886"/>
                  <a:pt x="938372" y="4291765"/>
                </a:cubicBezTo>
                <a:cubicBezTo>
                  <a:pt x="937931" y="4289644"/>
                  <a:pt x="937253" y="4288201"/>
                  <a:pt x="936340" y="4287435"/>
                </a:cubicBezTo>
                <a:cubicBezTo>
                  <a:pt x="935427" y="4286669"/>
                  <a:pt x="934205" y="4286286"/>
                  <a:pt x="932673" y="4286286"/>
                </a:cubicBezTo>
                <a:cubicBezTo>
                  <a:pt x="931023" y="4286286"/>
                  <a:pt x="929050" y="4286728"/>
                  <a:pt x="926752" y="4287612"/>
                </a:cubicBezTo>
                <a:lnTo>
                  <a:pt x="925427" y="4284430"/>
                </a:lnTo>
                <a:lnTo>
                  <a:pt x="949816" y="4274533"/>
                </a:lnTo>
                <a:lnTo>
                  <a:pt x="953616" y="4274533"/>
                </a:lnTo>
                <a:lnTo>
                  <a:pt x="953616" y="4291677"/>
                </a:lnTo>
                <a:cubicBezTo>
                  <a:pt x="963100" y="4280248"/>
                  <a:pt x="972143" y="4274533"/>
                  <a:pt x="980744" y="4274533"/>
                </a:cubicBezTo>
                <a:cubicBezTo>
                  <a:pt x="985162" y="4274533"/>
                  <a:pt x="988962" y="4275638"/>
                  <a:pt x="992144" y="4277847"/>
                </a:cubicBezTo>
                <a:cubicBezTo>
                  <a:pt x="995325" y="4280056"/>
                  <a:pt x="997858" y="4283694"/>
                  <a:pt x="999743" y="4288760"/>
                </a:cubicBezTo>
                <a:cubicBezTo>
                  <a:pt x="1001039" y="4292295"/>
                  <a:pt x="1001687" y="4297715"/>
                  <a:pt x="1001687" y="4305020"/>
                </a:cubicBezTo>
                <a:lnTo>
                  <a:pt x="1001687" y="4339571"/>
                </a:lnTo>
                <a:cubicBezTo>
                  <a:pt x="1001687" y="4344697"/>
                  <a:pt x="1002100" y="4348172"/>
                  <a:pt x="1002924" y="4349999"/>
                </a:cubicBezTo>
                <a:cubicBezTo>
                  <a:pt x="1003572" y="4351471"/>
                  <a:pt x="1004618" y="4352620"/>
                  <a:pt x="1006061" y="4353445"/>
                </a:cubicBezTo>
                <a:cubicBezTo>
                  <a:pt x="1007505" y="4354270"/>
                  <a:pt x="1010170" y="4354682"/>
                  <a:pt x="1014058" y="4354682"/>
                </a:cubicBezTo>
                <a:lnTo>
                  <a:pt x="1014058" y="4357863"/>
                </a:lnTo>
                <a:lnTo>
                  <a:pt x="974028" y="4357863"/>
                </a:lnTo>
                <a:lnTo>
                  <a:pt x="974028" y="4354682"/>
                </a:lnTo>
                <a:lnTo>
                  <a:pt x="975707" y="4354682"/>
                </a:lnTo>
                <a:cubicBezTo>
                  <a:pt x="979478" y="4354682"/>
                  <a:pt x="982114" y="4354108"/>
                  <a:pt x="983616" y="4352959"/>
                </a:cubicBezTo>
                <a:cubicBezTo>
                  <a:pt x="985118" y="4351810"/>
                  <a:pt x="986164" y="4350116"/>
                  <a:pt x="986753" y="4347878"/>
                </a:cubicBezTo>
                <a:cubicBezTo>
                  <a:pt x="986989" y="4346994"/>
                  <a:pt x="987106" y="4344225"/>
                  <a:pt x="987106" y="4339571"/>
                </a:cubicBezTo>
                <a:lnTo>
                  <a:pt x="987106" y="4306434"/>
                </a:lnTo>
                <a:cubicBezTo>
                  <a:pt x="987106" y="4299070"/>
                  <a:pt x="986149" y="4293724"/>
                  <a:pt x="984234" y="4290395"/>
                </a:cubicBezTo>
                <a:cubicBezTo>
                  <a:pt x="982320" y="4287067"/>
                  <a:pt x="979095" y="4285403"/>
                  <a:pt x="974559" y="4285403"/>
                </a:cubicBezTo>
                <a:cubicBezTo>
                  <a:pt x="967548" y="4285403"/>
                  <a:pt x="960567" y="4289232"/>
                  <a:pt x="953616" y="4296890"/>
                </a:cubicBezTo>
                <a:lnTo>
                  <a:pt x="953616" y="4339571"/>
                </a:lnTo>
                <a:cubicBezTo>
                  <a:pt x="953616" y="4345050"/>
                  <a:pt x="953940" y="4348437"/>
                  <a:pt x="954588" y="4349734"/>
                </a:cubicBezTo>
                <a:cubicBezTo>
                  <a:pt x="955412" y="4351442"/>
                  <a:pt x="956546" y="4352694"/>
                  <a:pt x="957990" y="4353489"/>
                </a:cubicBezTo>
                <a:cubicBezTo>
                  <a:pt x="959433" y="4354284"/>
                  <a:pt x="962364" y="4354682"/>
                  <a:pt x="966782" y="4354682"/>
                </a:cubicBezTo>
                <a:lnTo>
                  <a:pt x="966782" y="4357863"/>
                </a:lnTo>
                <a:lnTo>
                  <a:pt x="932128" y="4357863"/>
                </a:lnTo>
                <a:lnTo>
                  <a:pt x="926752" y="4357863"/>
                </a:lnTo>
                <a:lnTo>
                  <a:pt x="892805" y="4357863"/>
                </a:lnTo>
                <a:lnTo>
                  <a:pt x="892805" y="4354682"/>
                </a:lnTo>
                <a:cubicBezTo>
                  <a:pt x="896752" y="4354682"/>
                  <a:pt x="899403" y="4354299"/>
                  <a:pt x="900758" y="4353533"/>
                </a:cubicBezTo>
                <a:cubicBezTo>
                  <a:pt x="902113" y="4352767"/>
                  <a:pt x="903188" y="4351501"/>
                  <a:pt x="903983" y="4349734"/>
                </a:cubicBezTo>
                <a:cubicBezTo>
                  <a:pt x="904779" y="4347966"/>
                  <a:pt x="905177" y="4344579"/>
                  <a:pt x="905177" y="4339571"/>
                </a:cubicBezTo>
                <a:lnTo>
                  <a:pt x="905177" y="4308378"/>
                </a:lnTo>
                <a:cubicBezTo>
                  <a:pt x="905177" y="4299600"/>
                  <a:pt x="904912" y="4293915"/>
                  <a:pt x="904382" y="4291323"/>
                </a:cubicBezTo>
                <a:cubicBezTo>
                  <a:pt x="903969" y="4289438"/>
                  <a:pt x="903321" y="4288127"/>
                  <a:pt x="902438" y="4287391"/>
                </a:cubicBezTo>
                <a:cubicBezTo>
                  <a:pt x="901554" y="4286654"/>
                  <a:pt x="900346" y="4286286"/>
                  <a:pt x="898814" y="4286286"/>
                </a:cubicBezTo>
                <a:cubicBezTo>
                  <a:pt x="897165" y="4286286"/>
                  <a:pt x="895162" y="4286728"/>
                  <a:pt x="892805" y="4287612"/>
                </a:cubicBezTo>
                <a:lnTo>
                  <a:pt x="891568" y="4284430"/>
                </a:lnTo>
                <a:close/>
                <a:moveTo>
                  <a:pt x="843469" y="4274533"/>
                </a:moveTo>
                <a:cubicBezTo>
                  <a:pt x="846650" y="4274533"/>
                  <a:pt x="850509" y="4275211"/>
                  <a:pt x="855045" y="4276566"/>
                </a:cubicBezTo>
                <a:cubicBezTo>
                  <a:pt x="858049" y="4277450"/>
                  <a:pt x="860052" y="4277891"/>
                  <a:pt x="861054" y="4277891"/>
                </a:cubicBezTo>
                <a:cubicBezTo>
                  <a:pt x="861996" y="4277891"/>
                  <a:pt x="862733" y="4277685"/>
                  <a:pt x="863263" y="4277273"/>
                </a:cubicBezTo>
                <a:cubicBezTo>
                  <a:pt x="863793" y="4276860"/>
                  <a:pt x="864412" y="4275947"/>
                  <a:pt x="865119" y="4274533"/>
                </a:cubicBezTo>
                <a:lnTo>
                  <a:pt x="868035" y="4274533"/>
                </a:lnTo>
                <a:lnTo>
                  <a:pt x="868035" y="4302104"/>
                </a:lnTo>
                <a:lnTo>
                  <a:pt x="865119" y="4302104"/>
                </a:lnTo>
                <a:cubicBezTo>
                  <a:pt x="862880" y="4293444"/>
                  <a:pt x="860008" y="4287553"/>
                  <a:pt x="856503" y="4284430"/>
                </a:cubicBezTo>
                <a:cubicBezTo>
                  <a:pt x="852998" y="4281308"/>
                  <a:pt x="848535" y="4279747"/>
                  <a:pt x="843115" y="4279747"/>
                </a:cubicBezTo>
                <a:cubicBezTo>
                  <a:pt x="838992" y="4279747"/>
                  <a:pt x="835663" y="4280837"/>
                  <a:pt x="833130" y="4283017"/>
                </a:cubicBezTo>
                <a:cubicBezTo>
                  <a:pt x="830597" y="4285196"/>
                  <a:pt x="829330" y="4287612"/>
                  <a:pt x="829330" y="4290263"/>
                </a:cubicBezTo>
                <a:cubicBezTo>
                  <a:pt x="829330" y="4293562"/>
                  <a:pt x="830273" y="4296389"/>
                  <a:pt x="832158" y="4298746"/>
                </a:cubicBezTo>
                <a:cubicBezTo>
                  <a:pt x="833984" y="4301161"/>
                  <a:pt x="837695" y="4303724"/>
                  <a:pt x="843292" y="4306434"/>
                </a:cubicBezTo>
                <a:lnTo>
                  <a:pt x="856193" y="4312708"/>
                </a:lnTo>
                <a:cubicBezTo>
                  <a:pt x="868153" y="4318540"/>
                  <a:pt x="874132" y="4326228"/>
                  <a:pt x="874132" y="4335772"/>
                </a:cubicBezTo>
                <a:cubicBezTo>
                  <a:pt x="874132" y="4343135"/>
                  <a:pt x="871348" y="4349071"/>
                  <a:pt x="865781" y="4353577"/>
                </a:cubicBezTo>
                <a:cubicBezTo>
                  <a:pt x="860214" y="4358084"/>
                  <a:pt x="853984" y="4360338"/>
                  <a:pt x="847092" y="4360338"/>
                </a:cubicBezTo>
                <a:cubicBezTo>
                  <a:pt x="842143" y="4360338"/>
                  <a:pt x="836488" y="4359454"/>
                  <a:pt x="830126" y="4357687"/>
                </a:cubicBezTo>
                <a:cubicBezTo>
                  <a:pt x="828181" y="4357097"/>
                  <a:pt x="826591" y="4356803"/>
                  <a:pt x="825354" y="4356803"/>
                </a:cubicBezTo>
                <a:cubicBezTo>
                  <a:pt x="823999" y="4356803"/>
                  <a:pt x="822938" y="4357569"/>
                  <a:pt x="822172" y="4359100"/>
                </a:cubicBezTo>
                <a:lnTo>
                  <a:pt x="819256" y="4359100"/>
                </a:lnTo>
                <a:lnTo>
                  <a:pt x="819256" y="4330204"/>
                </a:lnTo>
                <a:lnTo>
                  <a:pt x="822172" y="4330204"/>
                </a:lnTo>
                <a:cubicBezTo>
                  <a:pt x="823822" y="4338452"/>
                  <a:pt x="826974" y="4344667"/>
                  <a:pt x="831628" y="4348850"/>
                </a:cubicBezTo>
                <a:cubicBezTo>
                  <a:pt x="836282" y="4353033"/>
                  <a:pt x="841495" y="4355124"/>
                  <a:pt x="847268" y="4355124"/>
                </a:cubicBezTo>
                <a:cubicBezTo>
                  <a:pt x="851333" y="4355124"/>
                  <a:pt x="854647" y="4353931"/>
                  <a:pt x="857210" y="4351545"/>
                </a:cubicBezTo>
                <a:cubicBezTo>
                  <a:pt x="859773" y="4349159"/>
                  <a:pt x="861054" y="4346287"/>
                  <a:pt x="861054" y="4342929"/>
                </a:cubicBezTo>
                <a:cubicBezTo>
                  <a:pt x="861054" y="4338864"/>
                  <a:pt x="859626" y="4335448"/>
                  <a:pt x="856768" y="4332679"/>
                </a:cubicBezTo>
                <a:cubicBezTo>
                  <a:pt x="853911" y="4329910"/>
                  <a:pt x="848211" y="4326405"/>
                  <a:pt x="839669" y="4322163"/>
                </a:cubicBezTo>
                <a:cubicBezTo>
                  <a:pt x="831127" y="4317921"/>
                  <a:pt x="825531" y="4314092"/>
                  <a:pt x="822880" y="4310675"/>
                </a:cubicBezTo>
                <a:cubicBezTo>
                  <a:pt x="820228" y="4307317"/>
                  <a:pt x="818903" y="4303076"/>
                  <a:pt x="818903" y="4297951"/>
                </a:cubicBezTo>
                <a:cubicBezTo>
                  <a:pt x="818903" y="4291294"/>
                  <a:pt x="821186" y="4285727"/>
                  <a:pt x="825751" y="4281249"/>
                </a:cubicBezTo>
                <a:cubicBezTo>
                  <a:pt x="830317" y="4276772"/>
                  <a:pt x="836223" y="4274533"/>
                  <a:pt x="843469" y="4274533"/>
                </a:cubicBezTo>
                <a:close/>
                <a:moveTo>
                  <a:pt x="654401" y="4272766"/>
                </a:moveTo>
                <a:cubicBezTo>
                  <a:pt x="662767" y="4272766"/>
                  <a:pt x="670028" y="4276198"/>
                  <a:pt x="676184" y="4283061"/>
                </a:cubicBezTo>
                <a:cubicBezTo>
                  <a:pt x="682340" y="4289924"/>
                  <a:pt x="685654" y="4300101"/>
                  <a:pt x="686125" y="4313591"/>
                </a:cubicBezTo>
                <a:lnTo>
                  <a:pt x="640793" y="4313591"/>
                </a:lnTo>
                <a:cubicBezTo>
                  <a:pt x="641323" y="4324549"/>
                  <a:pt x="644239" y="4333209"/>
                  <a:pt x="649541" y="4339571"/>
                </a:cubicBezTo>
                <a:cubicBezTo>
                  <a:pt x="653606" y="4344461"/>
                  <a:pt x="658496" y="4346906"/>
                  <a:pt x="664210" y="4346906"/>
                </a:cubicBezTo>
                <a:cubicBezTo>
                  <a:pt x="667745" y="4346906"/>
                  <a:pt x="670956" y="4345919"/>
                  <a:pt x="673842" y="4343945"/>
                </a:cubicBezTo>
                <a:cubicBezTo>
                  <a:pt x="676729" y="4341972"/>
                  <a:pt x="679822" y="4338423"/>
                  <a:pt x="683121" y="4333297"/>
                </a:cubicBezTo>
                <a:lnTo>
                  <a:pt x="686125" y="4335241"/>
                </a:lnTo>
                <a:cubicBezTo>
                  <a:pt x="681648" y="4344373"/>
                  <a:pt x="676699" y="4350838"/>
                  <a:pt x="671279" y="4354638"/>
                </a:cubicBezTo>
                <a:cubicBezTo>
                  <a:pt x="665860" y="4358438"/>
                  <a:pt x="659585" y="4360338"/>
                  <a:pt x="652457" y="4360338"/>
                </a:cubicBezTo>
                <a:cubicBezTo>
                  <a:pt x="640204" y="4360338"/>
                  <a:pt x="630925" y="4355625"/>
                  <a:pt x="624622" y="4346199"/>
                </a:cubicBezTo>
                <a:cubicBezTo>
                  <a:pt x="619555" y="4338599"/>
                  <a:pt x="617022" y="4329174"/>
                  <a:pt x="617022" y="4317921"/>
                </a:cubicBezTo>
                <a:cubicBezTo>
                  <a:pt x="617022" y="4304136"/>
                  <a:pt x="620748" y="4293164"/>
                  <a:pt x="628201" y="4285005"/>
                </a:cubicBezTo>
                <a:cubicBezTo>
                  <a:pt x="635653" y="4276846"/>
                  <a:pt x="644387" y="4272766"/>
                  <a:pt x="654401" y="4272766"/>
                </a:cubicBezTo>
                <a:close/>
                <a:moveTo>
                  <a:pt x="566625" y="4272766"/>
                </a:moveTo>
                <a:cubicBezTo>
                  <a:pt x="571103" y="4272766"/>
                  <a:pt x="575433" y="4273856"/>
                  <a:pt x="579615" y="4276036"/>
                </a:cubicBezTo>
                <a:cubicBezTo>
                  <a:pt x="581206" y="4276919"/>
                  <a:pt x="582502" y="4277361"/>
                  <a:pt x="583503" y="4277361"/>
                </a:cubicBezTo>
                <a:cubicBezTo>
                  <a:pt x="584564" y="4277361"/>
                  <a:pt x="585418" y="4277140"/>
                  <a:pt x="586066" y="4276698"/>
                </a:cubicBezTo>
                <a:cubicBezTo>
                  <a:pt x="586714" y="4276257"/>
                  <a:pt x="587745" y="4275005"/>
                  <a:pt x="589159" y="4272943"/>
                </a:cubicBezTo>
                <a:lnTo>
                  <a:pt x="592163" y="4272943"/>
                </a:lnTo>
                <a:lnTo>
                  <a:pt x="593489" y="4301132"/>
                </a:lnTo>
                <a:lnTo>
                  <a:pt x="590484" y="4301132"/>
                </a:lnTo>
                <a:cubicBezTo>
                  <a:pt x="586891" y="4292766"/>
                  <a:pt x="583165" y="4287052"/>
                  <a:pt x="579306" y="4283989"/>
                </a:cubicBezTo>
                <a:cubicBezTo>
                  <a:pt x="575447" y="4280925"/>
                  <a:pt x="571603" y="4279394"/>
                  <a:pt x="567774" y="4279394"/>
                </a:cubicBezTo>
                <a:cubicBezTo>
                  <a:pt x="565359" y="4279394"/>
                  <a:pt x="563297" y="4280204"/>
                  <a:pt x="561588" y="4281824"/>
                </a:cubicBezTo>
                <a:cubicBezTo>
                  <a:pt x="559880" y="4283444"/>
                  <a:pt x="559026" y="4285314"/>
                  <a:pt x="559026" y="4287435"/>
                </a:cubicBezTo>
                <a:cubicBezTo>
                  <a:pt x="559026" y="4289026"/>
                  <a:pt x="559615" y="4290557"/>
                  <a:pt x="560793" y="4292030"/>
                </a:cubicBezTo>
                <a:cubicBezTo>
                  <a:pt x="562678" y="4294445"/>
                  <a:pt x="567951" y="4298584"/>
                  <a:pt x="576611" y="4304446"/>
                </a:cubicBezTo>
                <a:cubicBezTo>
                  <a:pt x="585271" y="4310307"/>
                  <a:pt x="590970" y="4315285"/>
                  <a:pt x="593710" y="4319380"/>
                </a:cubicBezTo>
                <a:cubicBezTo>
                  <a:pt x="596449" y="4323474"/>
                  <a:pt x="597819" y="4328054"/>
                  <a:pt x="597819" y="4333121"/>
                </a:cubicBezTo>
                <a:cubicBezTo>
                  <a:pt x="597819" y="4337716"/>
                  <a:pt x="596670" y="4342222"/>
                  <a:pt x="594373" y="4346641"/>
                </a:cubicBezTo>
                <a:cubicBezTo>
                  <a:pt x="592075" y="4351059"/>
                  <a:pt x="588835" y="4354446"/>
                  <a:pt x="584652" y="4356803"/>
                </a:cubicBezTo>
                <a:cubicBezTo>
                  <a:pt x="580470" y="4359159"/>
                  <a:pt x="575845" y="4360338"/>
                  <a:pt x="570779" y="4360338"/>
                </a:cubicBezTo>
                <a:cubicBezTo>
                  <a:pt x="566832" y="4360338"/>
                  <a:pt x="561559" y="4359100"/>
                  <a:pt x="554961" y="4356626"/>
                </a:cubicBezTo>
                <a:cubicBezTo>
                  <a:pt x="553194" y="4355978"/>
                  <a:pt x="551986" y="4355654"/>
                  <a:pt x="551338" y="4355654"/>
                </a:cubicBezTo>
                <a:cubicBezTo>
                  <a:pt x="549394" y="4355654"/>
                  <a:pt x="547774" y="4357127"/>
                  <a:pt x="546478" y="4360072"/>
                </a:cubicBezTo>
                <a:lnTo>
                  <a:pt x="543562" y="4360072"/>
                </a:lnTo>
                <a:lnTo>
                  <a:pt x="542148" y="4330381"/>
                </a:lnTo>
                <a:lnTo>
                  <a:pt x="545152" y="4330381"/>
                </a:lnTo>
                <a:cubicBezTo>
                  <a:pt x="547803" y="4338157"/>
                  <a:pt x="551441" y="4343990"/>
                  <a:pt x="556065" y="4347878"/>
                </a:cubicBezTo>
                <a:cubicBezTo>
                  <a:pt x="560690" y="4351766"/>
                  <a:pt x="565064" y="4353710"/>
                  <a:pt x="569188" y="4353710"/>
                </a:cubicBezTo>
                <a:cubicBezTo>
                  <a:pt x="572016" y="4353710"/>
                  <a:pt x="574328" y="4352841"/>
                  <a:pt x="576124" y="4351103"/>
                </a:cubicBezTo>
                <a:cubicBezTo>
                  <a:pt x="577921" y="4349365"/>
                  <a:pt x="578820" y="4347259"/>
                  <a:pt x="578820" y="4344785"/>
                </a:cubicBezTo>
                <a:cubicBezTo>
                  <a:pt x="578820" y="4341957"/>
                  <a:pt x="577936" y="4339512"/>
                  <a:pt x="576169" y="4337451"/>
                </a:cubicBezTo>
                <a:cubicBezTo>
                  <a:pt x="574402" y="4335389"/>
                  <a:pt x="570455" y="4332266"/>
                  <a:pt x="564327" y="4328084"/>
                </a:cubicBezTo>
                <a:cubicBezTo>
                  <a:pt x="555314" y="4321839"/>
                  <a:pt x="549482" y="4317067"/>
                  <a:pt x="546831" y="4313768"/>
                </a:cubicBezTo>
                <a:cubicBezTo>
                  <a:pt x="542943" y="4308938"/>
                  <a:pt x="540999" y="4303606"/>
                  <a:pt x="540999" y="4297774"/>
                </a:cubicBezTo>
                <a:cubicBezTo>
                  <a:pt x="540999" y="4291411"/>
                  <a:pt x="543193" y="4285653"/>
                  <a:pt x="547582" y="4280498"/>
                </a:cubicBezTo>
                <a:cubicBezTo>
                  <a:pt x="551971" y="4275343"/>
                  <a:pt x="558318" y="4272766"/>
                  <a:pt x="566625" y="4272766"/>
                </a:cubicBezTo>
                <a:close/>
                <a:moveTo>
                  <a:pt x="486221" y="4272766"/>
                </a:moveTo>
                <a:cubicBezTo>
                  <a:pt x="494056" y="4272766"/>
                  <a:pt x="500257" y="4274430"/>
                  <a:pt x="504822" y="4277759"/>
                </a:cubicBezTo>
                <a:cubicBezTo>
                  <a:pt x="509388" y="4281087"/>
                  <a:pt x="512348" y="4284696"/>
                  <a:pt x="513703" y="4288584"/>
                </a:cubicBezTo>
                <a:cubicBezTo>
                  <a:pt x="514528" y="4291058"/>
                  <a:pt x="514940" y="4296743"/>
                  <a:pt x="514940" y="4305638"/>
                </a:cubicBezTo>
                <a:lnTo>
                  <a:pt x="514940" y="4337716"/>
                </a:lnTo>
                <a:cubicBezTo>
                  <a:pt x="514940" y="4341486"/>
                  <a:pt x="515087" y="4343857"/>
                  <a:pt x="515382" y="4344829"/>
                </a:cubicBezTo>
                <a:cubicBezTo>
                  <a:pt x="515677" y="4345801"/>
                  <a:pt x="516118" y="4346523"/>
                  <a:pt x="516707" y="4346994"/>
                </a:cubicBezTo>
                <a:cubicBezTo>
                  <a:pt x="517297" y="4347465"/>
                  <a:pt x="517974" y="4347701"/>
                  <a:pt x="518740" y="4347701"/>
                </a:cubicBezTo>
                <a:cubicBezTo>
                  <a:pt x="520271" y="4347701"/>
                  <a:pt x="521833" y="4346611"/>
                  <a:pt x="523423" y="4344432"/>
                </a:cubicBezTo>
                <a:lnTo>
                  <a:pt x="526074" y="4346552"/>
                </a:lnTo>
                <a:cubicBezTo>
                  <a:pt x="523129" y="4350912"/>
                  <a:pt x="520080" y="4354078"/>
                  <a:pt x="516928" y="4356052"/>
                </a:cubicBezTo>
                <a:cubicBezTo>
                  <a:pt x="513777" y="4358025"/>
                  <a:pt x="510198" y="4359012"/>
                  <a:pt x="506192" y="4359012"/>
                </a:cubicBezTo>
                <a:cubicBezTo>
                  <a:pt x="501479" y="4359012"/>
                  <a:pt x="497797" y="4357907"/>
                  <a:pt x="495146" y="4355698"/>
                </a:cubicBezTo>
                <a:cubicBezTo>
                  <a:pt x="492495" y="4353489"/>
                  <a:pt x="490875" y="4350146"/>
                  <a:pt x="490286" y="4345669"/>
                </a:cubicBezTo>
                <a:cubicBezTo>
                  <a:pt x="480212" y="4354564"/>
                  <a:pt x="471169" y="4359012"/>
                  <a:pt x="463157" y="4359012"/>
                </a:cubicBezTo>
                <a:cubicBezTo>
                  <a:pt x="458444" y="4359012"/>
                  <a:pt x="454527" y="4357466"/>
                  <a:pt x="451404" y="4354373"/>
                </a:cubicBezTo>
                <a:cubicBezTo>
                  <a:pt x="448282" y="4351280"/>
                  <a:pt x="446721" y="4347406"/>
                  <a:pt x="446721" y="4342753"/>
                </a:cubicBezTo>
                <a:cubicBezTo>
                  <a:pt x="446721" y="4336449"/>
                  <a:pt x="449431" y="4330779"/>
                  <a:pt x="454851" y="4325742"/>
                </a:cubicBezTo>
                <a:cubicBezTo>
                  <a:pt x="460270" y="4320705"/>
                  <a:pt x="472082" y="4314004"/>
                  <a:pt x="490286" y="4305638"/>
                </a:cubicBezTo>
                <a:lnTo>
                  <a:pt x="490286" y="4297332"/>
                </a:lnTo>
                <a:cubicBezTo>
                  <a:pt x="490286" y="4291087"/>
                  <a:pt x="489947" y="4287155"/>
                  <a:pt x="489269" y="4285535"/>
                </a:cubicBezTo>
                <a:cubicBezTo>
                  <a:pt x="488592" y="4283915"/>
                  <a:pt x="487311" y="4282501"/>
                  <a:pt x="485426" y="4281293"/>
                </a:cubicBezTo>
                <a:cubicBezTo>
                  <a:pt x="483540" y="4280086"/>
                  <a:pt x="481419" y="4279482"/>
                  <a:pt x="479063" y="4279482"/>
                </a:cubicBezTo>
                <a:cubicBezTo>
                  <a:pt x="475234" y="4279482"/>
                  <a:pt x="472082" y="4280336"/>
                  <a:pt x="469608" y="4282045"/>
                </a:cubicBezTo>
                <a:cubicBezTo>
                  <a:pt x="468076" y="4283105"/>
                  <a:pt x="467310" y="4284342"/>
                  <a:pt x="467310" y="4285756"/>
                </a:cubicBezTo>
                <a:cubicBezTo>
                  <a:pt x="467310" y="4286993"/>
                  <a:pt x="468135" y="4288525"/>
                  <a:pt x="469785" y="4290351"/>
                </a:cubicBezTo>
                <a:cubicBezTo>
                  <a:pt x="472023" y="4292884"/>
                  <a:pt x="473143" y="4295329"/>
                  <a:pt x="473143" y="4297685"/>
                </a:cubicBezTo>
                <a:cubicBezTo>
                  <a:pt x="473143" y="4300572"/>
                  <a:pt x="472068" y="4303032"/>
                  <a:pt x="469917" y="4305064"/>
                </a:cubicBezTo>
                <a:cubicBezTo>
                  <a:pt x="467767" y="4307097"/>
                  <a:pt x="464954" y="4308113"/>
                  <a:pt x="461478" y="4308113"/>
                </a:cubicBezTo>
                <a:cubicBezTo>
                  <a:pt x="457767" y="4308113"/>
                  <a:pt x="454659" y="4306993"/>
                  <a:pt x="452156" y="4304755"/>
                </a:cubicBezTo>
                <a:cubicBezTo>
                  <a:pt x="449652" y="4302516"/>
                  <a:pt x="448400" y="4299895"/>
                  <a:pt x="448400" y="4296890"/>
                </a:cubicBezTo>
                <a:cubicBezTo>
                  <a:pt x="448400" y="4292649"/>
                  <a:pt x="450079" y="4288598"/>
                  <a:pt x="453437" y="4284740"/>
                </a:cubicBezTo>
                <a:cubicBezTo>
                  <a:pt x="456795" y="4280881"/>
                  <a:pt x="461478" y="4277921"/>
                  <a:pt x="467487" y="4275859"/>
                </a:cubicBezTo>
                <a:cubicBezTo>
                  <a:pt x="473496" y="4273797"/>
                  <a:pt x="479741" y="4272766"/>
                  <a:pt x="486221" y="4272766"/>
                </a:cubicBezTo>
                <a:close/>
                <a:moveTo>
                  <a:pt x="295721" y="4272766"/>
                </a:moveTo>
                <a:cubicBezTo>
                  <a:pt x="303556" y="4272766"/>
                  <a:pt x="309757" y="4274430"/>
                  <a:pt x="314322" y="4277759"/>
                </a:cubicBezTo>
                <a:cubicBezTo>
                  <a:pt x="318888" y="4281087"/>
                  <a:pt x="321848" y="4284696"/>
                  <a:pt x="323203" y="4288584"/>
                </a:cubicBezTo>
                <a:cubicBezTo>
                  <a:pt x="324028" y="4291058"/>
                  <a:pt x="324440" y="4296743"/>
                  <a:pt x="324440" y="4305638"/>
                </a:cubicBezTo>
                <a:lnTo>
                  <a:pt x="324440" y="4337716"/>
                </a:lnTo>
                <a:cubicBezTo>
                  <a:pt x="324440" y="4341486"/>
                  <a:pt x="324587" y="4343857"/>
                  <a:pt x="324882" y="4344829"/>
                </a:cubicBezTo>
                <a:cubicBezTo>
                  <a:pt x="325176" y="4345801"/>
                  <a:pt x="325618" y="4346523"/>
                  <a:pt x="326208" y="4346994"/>
                </a:cubicBezTo>
                <a:cubicBezTo>
                  <a:pt x="326797" y="4347465"/>
                  <a:pt x="327474" y="4347701"/>
                  <a:pt x="328240" y="4347701"/>
                </a:cubicBezTo>
                <a:cubicBezTo>
                  <a:pt x="329772" y="4347701"/>
                  <a:pt x="331332" y="4346611"/>
                  <a:pt x="332923" y="4344432"/>
                </a:cubicBezTo>
                <a:lnTo>
                  <a:pt x="335574" y="4346552"/>
                </a:lnTo>
                <a:cubicBezTo>
                  <a:pt x="332629" y="4350912"/>
                  <a:pt x="329580" y="4354078"/>
                  <a:pt x="326429" y="4356052"/>
                </a:cubicBezTo>
                <a:cubicBezTo>
                  <a:pt x="323277" y="4358025"/>
                  <a:pt x="319698" y="4359012"/>
                  <a:pt x="315692" y="4359012"/>
                </a:cubicBezTo>
                <a:cubicBezTo>
                  <a:pt x="310979" y="4359012"/>
                  <a:pt x="307297" y="4357907"/>
                  <a:pt x="304646" y="4355698"/>
                </a:cubicBezTo>
                <a:cubicBezTo>
                  <a:pt x="301995" y="4353489"/>
                  <a:pt x="300375" y="4350146"/>
                  <a:pt x="299786" y="4345669"/>
                </a:cubicBezTo>
                <a:cubicBezTo>
                  <a:pt x="289712" y="4354564"/>
                  <a:pt x="280669" y="4359012"/>
                  <a:pt x="272657" y="4359012"/>
                </a:cubicBezTo>
                <a:cubicBezTo>
                  <a:pt x="267944" y="4359012"/>
                  <a:pt x="264027" y="4357466"/>
                  <a:pt x="260905" y="4354373"/>
                </a:cubicBezTo>
                <a:cubicBezTo>
                  <a:pt x="257783" y="4351280"/>
                  <a:pt x="256221" y="4347406"/>
                  <a:pt x="256221" y="4342753"/>
                </a:cubicBezTo>
                <a:cubicBezTo>
                  <a:pt x="256221" y="4336449"/>
                  <a:pt x="258931" y="4330779"/>
                  <a:pt x="264351" y="4325742"/>
                </a:cubicBezTo>
                <a:cubicBezTo>
                  <a:pt x="269771" y="4320705"/>
                  <a:pt x="281582" y="4314004"/>
                  <a:pt x="299786" y="4305638"/>
                </a:cubicBezTo>
                <a:lnTo>
                  <a:pt x="299786" y="4297332"/>
                </a:lnTo>
                <a:cubicBezTo>
                  <a:pt x="299786" y="4291087"/>
                  <a:pt x="299447" y="4287155"/>
                  <a:pt x="298769" y="4285535"/>
                </a:cubicBezTo>
                <a:cubicBezTo>
                  <a:pt x="298092" y="4283915"/>
                  <a:pt x="296811" y="4282501"/>
                  <a:pt x="294926" y="4281293"/>
                </a:cubicBezTo>
                <a:cubicBezTo>
                  <a:pt x="293041" y="4280086"/>
                  <a:pt x="290920" y="4279482"/>
                  <a:pt x="288563" y="4279482"/>
                </a:cubicBezTo>
                <a:cubicBezTo>
                  <a:pt x="284734" y="4279482"/>
                  <a:pt x="281582" y="4280336"/>
                  <a:pt x="279108" y="4282045"/>
                </a:cubicBezTo>
                <a:cubicBezTo>
                  <a:pt x="277576" y="4283105"/>
                  <a:pt x="276811" y="4284342"/>
                  <a:pt x="276811" y="4285756"/>
                </a:cubicBezTo>
                <a:cubicBezTo>
                  <a:pt x="276811" y="4286993"/>
                  <a:pt x="277635" y="4288525"/>
                  <a:pt x="279285" y="4290351"/>
                </a:cubicBezTo>
                <a:cubicBezTo>
                  <a:pt x="281523" y="4292884"/>
                  <a:pt x="282643" y="4295329"/>
                  <a:pt x="282643" y="4297685"/>
                </a:cubicBezTo>
                <a:cubicBezTo>
                  <a:pt x="282643" y="4300572"/>
                  <a:pt x="281567" y="4303032"/>
                  <a:pt x="279417" y="4305064"/>
                </a:cubicBezTo>
                <a:cubicBezTo>
                  <a:pt x="277267" y="4307097"/>
                  <a:pt x="274454" y="4308113"/>
                  <a:pt x="270978" y="4308113"/>
                </a:cubicBezTo>
                <a:cubicBezTo>
                  <a:pt x="267267" y="4308113"/>
                  <a:pt x="264159" y="4306993"/>
                  <a:pt x="261655" y="4304755"/>
                </a:cubicBezTo>
                <a:cubicBezTo>
                  <a:pt x="259152" y="4302516"/>
                  <a:pt x="257900" y="4299895"/>
                  <a:pt x="257900" y="4296890"/>
                </a:cubicBezTo>
                <a:cubicBezTo>
                  <a:pt x="257900" y="4292649"/>
                  <a:pt x="259579" y="4288598"/>
                  <a:pt x="262937" y="4284740"/>
                </a:cubicBezTo>
                <a:cubicBezTo>
                  <a:pt x="266295" y="4280881"/>
                  <a:pt x="270978" y="4277921"/>
                  <a:pt x="276988" y="4275859"/>
                </a:cubicBezTo>
                <a:cubicBezTo>
                  <a:pt x="282996" y="4273797"/>
                  <a:pt x="289241" y="4272766"/>
                  <a:pt x="295721" y="4272766"/>
                </a:cubicBezTo>
                <a:close/>
                <a:moveTo>
                  <a:pt x="143321" y="4272766"/>
                </a:moveTo>
                <a:cubicBezTo>
                  <a:pt x="151156" y="4272766"/>
                  <a:pt x="157357" y="4274430"/>
                  <a:pt x="161922" y="4277759"/>
                </a:cubicBezTo>
                <a:cubicBezTo>
                  <a:pt x="166488" y="4281087"/>
                  <a:pt x="169448" y="4284696"/>
                  <a:pt x="170803" y="4288584"/>
                </a:cubicBezTo>
                <a:cubicBezTo>
                  <a:pt x="171628" y="4291058"/>
                  <a:pt x="172040" y="4296743"/>
                  <a:pt x="172040" y="4305638"/>
                </a:cubicBezTo>
                <a:lnTo>
                  <a:pt x="172040" y="4337716"/>
                </a:lnTo>
                <a:cubicBezTo>
                  <a:pt x="172040" y="4341486"/>
                  <a:pt x="172187" y="4343857"/>
                  <a:pt x="172482" y="4344829"/>
                </a:cubicBezTo>
                <a:cubicBezTo>
                  <a:pt x="172777" y="4345801"/>
                  <a:pt x="173218" y="4346523"/>
                  <a:pt x="173808" y="4346994"/>
                </a:cubicBezTo>
                <a:cubicBezTo>
                  <a:pt x="174397" y="4347465"/>
                  <a:pt x="175074" y="4347701"/>
                  <a:pt x="175840" y="4347701"/>
                </a:cubicBezTo>
                <a:cubicBezTo>
                  <a:pt x="177371" y="4347701"/>
                  <a:pt x="178933" y="4346611"/>
                  <a:pt x="180524" y="4344432"/>
                </a:cubicBezTo>
                <a:lnTo>
                  <a:pt x="183174" y="4346552"/>
                </a:lnTo>
                <a:cubicBezTo>
                  <a:pt x="180229" y="4350912"/>
                  <a:pt x="177180" y="4354078"/>
                  <a:pt x="174028" y="4356052"/>
                </a:cubicBezTo>
                <a:cubicBezTo>
                  <a:pt x="170877" y="4358025"/>
                  <a:pt x="167298" y="4359012"/>
                  <a:pt x="163292" y="4359012"/>
                </a:cubicBezTo>
                <a:cubicBezTo>
                  <a:pt x="158579" y="4359012"/>
                  <a:pt x="154897" y="4357907"/>
                  <a:pt x="152246" y="4355698"/>
                </a:cubicBezTo>
                <a:cubicBezTo>
                  <a:pt x="149595" y="4353489"/>
                  <a:pt x="147975" y="4350146"/>
                  <a:pt x="147386" y="4345669"/>
                </a:cubicBezTo>
                <a:cubicBezTo>
                  <a:pt x="137312" y="4354564"/>
                  <a:pt x="128269" y="4359012"/>
                  <a:pt x="120257" y="4359012"/>
                </a:cubicBezTo>
                <a:cubicBezTo>
                  <a:pt x="115545" y="4359012"/>
                  <a:pt x="111627" y="4357466"/>
                  <a:pt x="108504" y="4354373"/>
                </a:cubicBezTo>
                <a:cubicBezTo>
                  <a:pt x="105382" y="4351280"/>
                  <a:pt x="103821" y="4347406"/>
                  <a:pt x="103821" y="4342753"/>
                </a:cubicBezTo>
                <a:cubicBezTo>
                  <a:pt x="103821" y="4336449"/>
                  <a:pt x="106531" y="4330779"/>
                  <a:pt x="111951" y="4325742"/>
                </a:cubicBezTo>
                <a:cubicBezTo>
                  <a:pt x="117370" y="4320705"/>
                  <a:pt x="129182" y="4314004"/>
                  <a:pt x="147386" y="4305638"/>
                </a:cubicBezTo>
                <a:lnTo>
                  <a:pt x="147386" y="4297332"/>
                </a:lnTo>
                <a:cubicBezTo>
                  <a:pt x="147386" y="4291087"/>
                  <a:pt x="147047" y="4287155"/>
                  <a:pt x="146370" y="4285535"/>
                </a:cubicBezTo>
                <a:cubicBezTo>
                  <a:pt x="145692" y="4283915"/>
                  <a:pt x="144411" y="4282501"/>
                  <a:pt x="142526" y="4281293"/>
                </a:cubicBezTo>
                <a:cubicBezTo>
                  <a:pt x="140640" y="4280086"/>
                  <a:pt x="138520" y="4279482"/>
                  <a:pt x="136163" y="4279482"/>
                </a:cubicBezTo>
                <a:cubicBezTo>
                  <a:pt x="132334" y="4279482"/>
                  <a:pt x="129182" y="4280336"/>
                  <a:pt x="126708" y="4282045"/>
                </a:cubicBezTo>
                <a:cubicBezTo>
                  <a:pt x="125176" y="4283105"/>
                  <a:pt x="124411" y="4284342"/>
                  <a:pt x="124411" y="4285756"/>
                </a:cubicBezTo>
                <a:cubicBezTo>
                  <a:pt x="124411" y="4286993"/>
                  <a:pt x="125235" y="4288525"/>
                  <a:pt x="126885" y="4290351"/>
                </a:cubicBezTo>
                <a:cubicBezTo>
                  <a:pt x="129124" y="4292884"/>
                  <a:pt x="130243" y="4295329"/>
                  <a:pt x="130243" y="4297685"/>
                </a:cubicBezTo>
                <a:cubicBezTo>
                  <a:pt x="130243" y="4300572"/>
                  <a:pt x="129168" y="4303032"/>
                  <a:pt x="127017" y="4305064"/>
                </a:cubicBezTo>
                <a:cubicBezTo>
                  <a:pt x="124867" y="4307097"/>
                  <a:pt x="122054" y="4308113"/>
                  <a:pt x="118579" y="4308113"/>
                </a:cubicBezTo>
                <a:cubicBezTo>
                  <a:pt x="114867" y="4308113"/>
                  <a:pt x="111760" y="4306993"/>
                  <a:pt x="109256" y="4304755"/>
                </a:cubicBezTo>
                <a:cubicBezTo>
                  <a:pt x="106752" y="4302516"/>
                  <a:pt x="105500" y="4299895"/>
                  <a:pt x="105500" y="4296890"/>
                </a:cubicBezTo>
                <a:cubicBezTo>
                  <a:pt x="105500" y="4292649"/>
                  <a:pt x="107179" y="4288598"/>
                  <a:pt x="110537" y="4284740"/>
                </a:cubicBezTo>
                <a:cubicBezTo>
                  <a:pt x="113895" y="4280881"/>
                  <a:pt x="118579" y="4277921"/>
                  <a:pt x="124587" y="4275859"/>
                </a:cubicBezTo>
                <a:cubicBezTo>
                  <a:pt x="130596" y="4273797"/>
                  <a:pt x="136841" y="4272766"/>
                  <a:pt x="143321" y="4272766"/>
                </a:cubicBezTo>
                <a:close/>
                <a:moveTo>
                  <a:pt x="226906" y="4245019"/>
                </a:moveTo>
                <a:lnTo>
                  <a:pt x="229823" y="4245019"/>
                </a:lnTo>
                <a:lnTo>
                  <a:pt x="229823" y="4275240"/>
                </a:lnTo>
                <a:lnTo>
                  <a:pt x="249440" y="4275240"/>
                </a:lnTo>
                <a:lnTo>
                  <a:pt x="249440" y="4283989"/>
                </a:lnTo>
                <a:lnTo>
                  <a:pt x="229823" y="4283989"/>
                </a:lnTo>
                <a:lnTo>
                  <a:pt x="229823" y="4334976"/>
                </a:lnTo>
                <a:cubicBezTo>
                  <a:pt x="229823" y="4339748"/>
                  <a:pt x="230044" y="4342826"/>
                  <a:pt x="230486" y="4344211"/>
                </a:cubicBezTo>
                <a:cubicBezTo>
                  <a:pt x="230927" y="4345595"/>
                  <a:pt x="231708" y="4346714"/>
                  <a:pt x="232827" y="4347569"/>
                </a:cubicBezTo>
                <a:cubicBezTo>
                  <a:pt x="233947" y="4348423"/>
                  <a:pt x="234977" y="4348850"/>
                  <a:pt x="235920" y="4348850"/>
                </a:cubicBezTo>
                <a:cubicBezTo>
                  <a:pt x="239749" y="4348850"/>
                  <a:pt x="243372" y="4345934"/>
                  <a:pt x="246789" y="4340102"/>
                </a:cubicBezTo>
                <a:lnTo>
                  <a:pt x="249440" y="4342046"/>
                </a:lnTo>
                <a:cubicBezTo>
                  <a:pt x="244668" y="4353357"/>
                  <a:pt x="236921" y="4359012"/>
                  <a:pt x="226200" y="4359012"/>
                </a:cubicBezTo>
                <a:cubicBezTo>
                  <a:pt x="220956" y="4359012"/>
                  <a:pt x="216524" y="4357554"/>
                  <a:pt x="212900" y="4354638"/>
                </a:cubicBezTo>
                <a:cubicBezTo>
                  <a:pt x="209277" y="4351722"/>
                  <a:pt x="206965" y="4348467"/>
                  <a:pt x="205964" y="4344873"/>
                </a:cubicBezTo>
                <a:cubicBezTo>
                  <a:pt x="205374" y="4342870"/>
                  <a:pt x="205080" y="4337451"/>
                  <a:pt x="205080" y="4328614"/>
                </a:cubicBezTo>
                <a:lnTo>
                  <a:pt x="205080" y="4283989"/>
                </a:lnTo>
                <a:lnTo>
                  <a:pt x="194299" y="4283989"/>
                </a:lnTo>
                <a:lnTo>
                  <a:pt x="194299" y="4280896"/>
                </a:lnTo>
                <a:cubicBezTo>
                  <a:pt x="201722" y="4275653"/>
                  <a:pt x="208040" y="4270145"/>
                  <a:pt x="213254" y="4264371"/>
                </a:cubicBezTo>
                <a:cubicBezTo>
                  <a:pt x="218468" y="4258598"/>
                  <a:pt x="223019" y="4252147"/>
                  <a:pt x="226906" y="4245019"/>
                </a:cubicBezTo>
                <a:close/>
                <a:moveTo>
                  <a:pt x="347141" y="4238038"/>
                </a:moveTo>
                <a:lnTo>
                  <a:pt x="381427" y="4238038"/>
                </a:lnTo>
                <a:lnTo>
                  <a:pt x="381427" y="4283547"/>
                </a:lnTo>
                <a:cubicBezTo>
                  <a:pt x="388379" y="4276360"/>
                  <a:pt x="395979" y="4272766"/>
                  <a:pt x="404226" y="4272766"/>
                </a:cubicBezTo>
                <a:cubicBezTo>
                  <a:pt x="409881" y="4272766"/>
                  <a:pt x="415213" y="4274430"/>
                  <a:pt x="420220" y="4277759"/>
                </a:cubicBezTo>
                <a:cubicBezTo>
                  <a:pt x="425228" y="4281087"/>
                  <a:pt x="429145" y="4285815"/>
                  <a:pt x="431973" y="4291942"/>
                </a:cubicBezTo>
                <a:cubicBezTo>
                  <a:pt x="434801" y="4298068"/>
                  <a:pt x="436215" y="4305138"/>
                  <a:pt x="436215" y="4313150"/>
                </a:cubicBezTo>
                <a:cubicBezTo>
                  <a:pt x="436215" y="4322163"/>
                  <a:pt x="434418" y="4330352"/>
                  <a:pt x="430824" y="4337716"/>
                </a:cubicBezTo>
                <a:cubicBezTo>
                  <a:pt x="427231" y="4345080"/>
                  <a:pt x="422430" y="4350691"/>
                  <a:pt x="416421" y="4354549"/>
                </a:cubicBezTo>
                <a:cubicBezTo>
                  <a:pt x="410412" y="4358408"/>
                  <a:pt x="403548" y="4360338"/>
                  <a:pt x="395831" y="4360338"/>
                </a:cubicBezTo>
                <a:cubicBezTo>
                  <a:pt x="391354" y="4360338"/>
                  <a:pt x="387377" y="4359631"/>
                  <a:pt x="383901" y="4358217"/>
                </a:cubicBezTo>
                <a:cubicBezTo>
                  <a:pt x="380426" y="4356803"/>
                  <a:pt x="377009" y="4354505"/>
                  <a:pt x="373651" y="4351324"/>
                </a:cubicBezTo>
                <a:lnTo>
                  <a:pt x="359954" y="4360249"/>
                </a:lnTo>
                <a:lnTo>
                  <a:pt x="356950" y="4360249"/>
                </a:lnTo>
                <a:lnTo>
                  <a:pt x="356950" y="4255181"/>
                </a:lnTo>
                <a:cubicBezTo>
                  <a:pt x="356950" y="4250409"/>
                  <a:pt x="356743" y="4247464"/>
                  <a:pt x="356331" y="4246344"/>
                </a:cubicBezTo>
                <a:cubicBezTo>
                  <a:pt x="355742" y="4244695"/>
                  <a:pt x="354814" y="4243473"/>
                  <a:pt x="353548" y="4242677"/>
                </a:cubicBezTo>
                <a:cubicBezTo>
                  <a:pt x="352281" y="4241882"/>
                  <a:pt x="350146" y="4241425"/>
                  <a:pt x="347141" y="4241308"/>
                </a:cubicBezTo>
                <a:close/>
                <a:moveTo>
                  <a:pt x="50192" y="4238038"/>
                </a:moveTo>
                <a:lnTo>
                  <a:pt x="86864" y="4238038"/>
                </a:lnTo>
                <a:lnTo>
                  <a:pt x="86864" y="4333121"/>
                </a:lnTo>
                <a:cubicBezTo>
                  <a:pt x="86864" y="4339542"/>
                  <a:pt x="87041" y="4343342"/>
                  <a:pt x="87394" y="4344520"/>
                </a:cubicBezTo>
                <a:cubicBezTo>
                  <a:pt x="87865" y="4346464"/>
                  <a:pt x="88764" y="4347907"/>
                  <a:pt x="90089" y="4348850"/>
                </a:cubicBezTo>
                <a:cubicBezTo>
                  <a:pt x="91415" y="4349792"/>
                  <a:pt x="93727" y="4350382"/>
                  <a:pt x="97026" y="4350617"/>
                </a:cubicBezTo>
                <a:lnTo>
                  <a:pt x="97026" y="4353533"/>
                </a:lnTo>
                <a:lnTo>
                  <a:pt x="62122" y="4360338"/>
                </a:lnTo>
                <a:lnTo>
                  <a:pt x="62122" y="4347259"/>
                </a:lnTo>
                <a:cubicBezTo>
                  <a:pt x="57939" y="4352326"/>
                  <a:pt x="54212" y="4355772"/>
                  <a:pt x="50943" y="4357598"/>
                </a:cubicBezTo>
                <a:cubicBezTo>
                  <a:pt x="47673" y="4359424"/>
                  <a:pt x="43977" y="4360338"/>
                  <a:pt x="39853" y="4360338"/>
                </a:cubicBezTo>
                <a:cubicBezTo>
                  <a:pt x="29308" y="4360338"/>
                  <a:pt x="20972" y="4355625"/>
                  <a:pt x="14845" y="4346199"/>
                </a:cubicBezTo>
                <a:cubicBezTo>
                  <a:pt x="9897" y="4338540"/>
                  <a:pt x="7422" y="4329144"/>
                  <a:pt x="7422" y="4318010"/>
                </a:cubicBezTo>
                <a:cubicBezTo>
                  <a:pt x="7422" y="4309114"/>
                  <a:pt x="8954" y="4301147"/>
                  <a:pt x="12017" y="4294107"/>
                </a:cubicBezTo>
                <a:cubicBezTo>
                  <a:pt x="15081" y="4287067"/>
                  <a:pt x="19278" y="4281750"/>
                  <a:pt x="24610" y="4278156"/>
                </a:cubicBezTo>
                <a:cubicBezTo>
                  <a:pt x="29941" y="4274563"/>
                  <a:pt x="35670" y="4272766"/>
                  <a:pt x="41797" y="4272766"/>
                </a:cubicBezTo>
                <a:cubicBezTo>
                  <a:pt x="45744" y="4272766"/>
                  <a:pt x="49249" y="4273532"/>
                  <a:pt x="52313" y="4275064"/>
                </a:cubicBezTo>
                <a:cubicBezTo>
                  <a:pt x="55376" y="4276595"/>
                  <a:pt x="58645" y="4279276"/>
                  <a:pt x="62122" y="4283105"/>
                </a:cubicBezTo>
                <a:lnTo>
                  <a:pt x="62122" y="4258186"/>
                </a:lnTo>
                <a:cubicBezTo>
                  <a:pt x="62122" y="4251882"/>
                  <a:pt x="61856" y="4248082"/>
                  <a:pt x="61326" y="4246786"/>
                </a:cubicBezTo>
                <a:cubicBezTo>
                  <a:pt x="60619" y="4245078"/>
                  <a:pt x="59559" y="4243811"/>
                  <a:pt x="58145" y="4242987"/>
                </a:cubicBezTo>
                <a:cubicBezTo>
                  <a:pt x="56731" y="4242162"/>
                  <a:pt x="54080" y="4241749"/>
                  <a:pt x="50192" y="4241749"/>
                </a:cubicBezTo>
                <a:close/>
                <a:moveTo>
                  <a:pt x="912511" y="4232206"/>
                </a:moveTo>
                <a:cubicBezTo>
                  <a:pt x="914985" y="4232206"/>
                  <a:pt x="917091" y="4233075"/>
                  <a:pt x="918829" y="4234813"/>
                </a:cubicBezTo>
                <a:cubicBezTo>
                  <a:pt x="920567" y="4236550"/>
                  <a:pt x="921436" y="4238657"/>
                  <a:pt x="921436" y="4241131"/>
                </a:cubicBezTo>
                <a:cubicBezTo>
                  <a:pt x="921436" y="4243605"/>
                  <a:pt x="920567" y="4245726"/>
                  <a:pt x="918829" y="4247493"/>
                </a:cubicBezTo>
                <a:cubicBezTo>
                  <a:pt x="917091" y="4249261"/>
                  <a:pt x="914985" y="4250144"/>
                  <a:pt x="912511" y="4250144"/>
                </a:cubicBezTo>
                <a:cubicBezTo>
                  <a:pt x="910037" y="4250144"/>
                  <a:pt x="907916" y="4249261"/>
                  <a:pt x="906149" y="4247493"/>
                </a:cubicBezTo>
                <a:cubicBezTo>
                  <a:pt x="904382" y="4245726"/>
                  <a:pt x="903498" y="4243605"/>
                  <a:pt x="903498" y="4241131"/>
                </a:cubicBezTo>
                <a:cubicBezTo>
                  <a:pt x="903498" y="4238657"/>
                  <a:pt x="904367" y="4236550"/>
                  <a:pt x="906104" y="4234813"/>
                </a:cubicBezTo>
                <a:cubicBezTo>
                  <a:pt x="907842" y="4233075"/>
                  <a:pt x="909978" y="4232206"/>
                  <a:pt x="912511" y="4232206"/>
                </a:cubicBezTo>
                <a:close/>
                <a:moveTo>
                  <a:pt x="10497715" y="4219710"/>
                </a:moveTo>
                <a:cubicBezTo>
                  <a:pt x="10490586" y="4223893"/>
                  <a:pt x="10485284" y="4228370"/>
                  <a:pt x="10481809" y="4233142"/>
                </a:cubicBezTo>
                <a:cubicBezTo>
                  <a:pt x="10479511" y="4236323"/>
                  <a:pt x="10478362" y="4239534"/>
                  <a:pt x="10478362" y="4242774"/>
                </a:cubicBezTo>
                <a:cubicBezTo>
                  <a:pt x="10478362" y="4245484"/>
                  <a:pt x="10479334" y="4247870"/>
                  <a:pt x="10481278" y="4249932"/>
                </a:cubicBezTo>
                <a:cubicBezTo>
                  <a:pt x="10482751" y="4251522"/>
                  <a:pt x="10484813" y="4252317"/>
                  <a:pt x="10487464" y="4252317"/>
                </a:cubicBezTo>
                <a:cubicBezTo>
                  <a:pt x="10490410" y="4252317"/>
                  <a:pt x="10493826" y="4250668"/>
                  <a:pt x="10497715" y="4247369"/>
                </a:cubicBezTo>
                <a:close/>
                <a:moveTo>
                  <a:pt x="10345315" y="4219710"/>
                </a:moveTo>
                <a:cubicBezTo>
                  <a:pt x="10338186" y="4223893"/>
                  <a:pt x="10332884" y="4228370"/>
                  <a:pt x="10329409" y="4233142"/>
                </a:cubicBezTo>
                <a:cubicBezTo>
                  <a:pt x="10327111" y="4236323"/>
                  <a:pt x="10325962" y="4239534"/>
                  <a:pt x="10325962" y="4242774"/>
                </a:cubicBezTo>
                <a:cubicBezTo>
                  <a:pt x="10325962" y="4245484"/>
                  <a:pt x="10326934" y="4247870"/>
                  <a:pt x="10328878" y="4249932"/>
                </a:cubicBezTo>
                <a:cubicBezTo>
                  <a:pt x="10330351" y="4251522"/>
                  <a:pt x="10332413" y="4252317"/>
                  <a:pt x="10335064" y="4252317"/>
                </a:cubicBezTo>
                <a:cubicBezTo>
                  <a:pt x="10338009" y="4252317"/>
                  <a:pt x="10341426" y="4250668"/>
                  <a:pt x="10345315" y="4247369"/>
                </a:cubicBezTo>
                <a:close/>
                <a:moveTo>
                  <a:pt x="10244056" y="4189665"/>
                </a:moveTo>
                <a:cubicBezTo>
                  <a:pt x="10241876" y="4189665"/>
                  <a:pt x="10240079" y="4190255"/>
                  <a:pt x="10238665" y="4191433"/>
                </a:cubicBezTo>
                <a:cubicBezTo>
                  <a:pt x="10236486" y="4193259"/>
                  <a:pt x="10234703" y="4196470"/>
                  <a:pt x="10233319" y="4201065"/>
                </a:cubicBezTo>
                <a:cubicBezTo>
                  <a:pt x="10231935" y="4205660"/>
                  <a:pt x="10231242" y="4212700"/>
                  <a:pt x="10231242" y="4222184"/>
                </a:cubicBezTo>
                <a:cubicBezTo>
                  <a:pt x="10231242" y="4232612"/>
                  <a:pt x="10232008" y="4240329"/>
                  <a:pt x="10233540" y="4245336"/>
                </a:cubicBezTo>
                <a:cubicBezTo>
                  <a:pt x="10235072" y="4250344"/>
                  <a:pt x="10237163" y="4253967"/>
                  <a:pt x="10239814" y="4256206"/>
                </a:cubicBezTo>
                <a:cubicBezTo>
                  <a:pt x="10241169" y="4257325"/>
                  <a:pt x="10243025" y="4257885"/>
                  <a:pt x="10245381" y="4257885"/>
                </a:cubicBezTo>
                <a:cubicBezTo>
                  <a:pt x="10250565" y="4257885"/>
                  <a:pt x="10255455" y="4253820"/>
                  <a:pt x="10260050" y="4245690"/>
                </a:cubicBezTo>
                <a:lnTo>
                  <a:pt x="10260050" y="4202213"/>
                </a:lnTo>
                <a:cubicBezTo>
                  <a:pt x="10255691" y="4193848"/>
                  <a:pt x="10250359" y="4189665"/>
                  <a:pt x="10244056" y="4189665"/>
                </a:cubicBezTo>
                <a:close/>
                <a:moveTo>
                  <a:pt x="10034241" y="4187191"/>
                </a:moveTo>
                <a:cubicBezTo>
                  <a:pt x="10031236" y="4187191"/>
                  <a:pt x="10028659" y="4188325"/>
                  <a:pt x="10026508" y="4190593"/>
                </a:cubicBezTo>
                <a:cubicBezTo>
                  <a:pt x="10024358" y="4192861"/>
                  <a:pt x="10022944" y="4197339"/>
                  <a:pt x="10022267" y="4204025"/>
                </a:cubicBezTo>
                <a:cubicBezTo>
                  <a:pt x="10021589" y="4210711"/>
                  <a:pt x="10021251" y="4220005"/>
                  <a:pt x="10021251" y="4231905"/>
                </a:cubicBezTo>
                <a:cubicBezTo>
                  <a:pt x="10021251" y="4238208"/>
                  <a:pt x="10021663" y="4244099"/>
                  <a:pt x="10022488" y="4249578"/>
                </a:cubicBezTo>
                <a:cubicBezTo>
                  <a:pt x="10023136" y="4253761"/>
                  <a:pt x="10024520" y="4256942"/>
                  <a:pt x="10026641" y="4259122"/>
                </a:cubicBezTo>
                <a:cubicBezTo>
                  <a:pt x="10028762" y="4261301"/>
                  <a:pt x="10031177" y="4262391"/>
                  <a:pt x="10033887" y="4262391"/>
                </a:cubicBezTo>
                <a:cubicBezTo>
                  <a:pt x="10036538" y="4262391"/>
                  <a:pt x="10038747" y="4261655"/>
                  <a:pt x="10040515" y="4260182"/>
                </a:cubicBezTo>
                <a:cubicBezTo>
                  <a:pt x="10042812" y="4258179"/>
                  <a:pt x="10044344" y="4255381"/>
                  <a:pt x="10045110" y="4251787"/>
                </a:cubicBezTo>
                <a:cubicBezTo>
                  <a:pt x="10046288" y="4246191"/>
                  <a:pt x="10046877" y="4234880"/>
                  <a:pt x="10046877" y="4217854"/>
                </a:cubicBezTo>
                <a:cubicBezTo>
                  <a:pt x="10046877" y="4207839"/>
                  <a:pt x="10046317" y="4200962"/>
                  <a:pt x="10045198" y="4197221"/>
                </a:cubicBezTo>
                <a:cubicBezTo>
                  <a:pt x="10044079" y="4193480"/>
                  <a:pt x="10042429" y="4190755"/>
                  <a:pt x="10040249" y="4189047"/>
                </a:cubicBezTo>
                <a:cubicBezTo>
                  <a:pt x="10038718" y="4187810"/>
                  <a:pt x="10036715" y="4187191"/>
                  <a:pt x="10034241" y="4187191"/>
                </a:cubicBezTo>
                <a:close/>
                <a:moveTo>
                  <a:pt x="10493650" y="4180917"/>
                </a:moveTo>
                <a:cubicBezTo>
                  <a:pt x="10501485" y="4180917"/>
                  <a:pt x="10507685" y="4182581"/>
                  <a:pt x="10512251" y="4185910"/>
                </a:cubicBezTo>
                <a:cubicBezTo>
                  <a:pt x="10516817" y="4189238"/>
                  <a:pt x="10519777" y="4192847"/>
                  <a:pt x="10521132" y="4196735"/>
                </a:cubicBezTo>
                <a:cubicBezTo>
                  <a:pt x="10521957" y="4199209"/>
                  <a:pt x="10522369" y="4204894"/>
                  <a:pt x="10522369" y="4213789"/>
                </a:cubicBezTo>
                <a:lnTo>
                  <a:pt x="10522369" y="4245867"/>
                </a:lnTo>
                <a:cubicBezTo>
                  <a:pt x="10522369" y="4249637"/>
                  <a:pt x="10522516" y="4252008"/>
                  <a:pt x="10522811" y="4252980"/>
                </a:cubicBezTo>
                <a:cubicBezTo>
                  <a:pt x="10523105" y="4253952"/>
                  <a:pt x="10523547" y="4254674"/>
                  <a:pt x="10524136" y="4255145"/>
                </a:cubicBezTo>
                <a:cubicBezTo>
                  <a:pt x="10524725" y="4255616"/>
                  <a:pt x="10525403" y="4255852"/>
                  <a:pt x="10526169" y="4255852"/>
                </a:cubicBezTo>
                <a:cubicBezTo>
                  <a:pt x="10527700" y="4255852"/>
                  <a:pt x="10529261" y="4254762"/>
                  <a:pt x="10530852" y="4252583"/>
                </a:cubicBezTo>
                <a:lnTo>
                  <a:pt x="10533503" y="4254703"/>
                </a:lnTo>
                <a:cubicBezTo>
                  <a:pt x="10530557" y="4259063"/>
                  <a:pt x="10527509" y="4262229"/>
                  <a:pt x="10524357" y="4264203"/>
                </a:cubicBezTo>
                <a:cubicBezTo>
                  <a:pt x="10521205" y="4266176"/>
                  <a:pt x="10517627" y="4267163"/>
                  <a:pt x="10513621" y="4267163"/>
                </a:cubicBezTo>
                <a:cubicBezTo>
                  <a:pt x="10508908" y="4267163"/>
                  <a:pt x="10505226" y="4266058"/>
                  <a:pt x="10502575" y="4263849"/>
                </a:cubicBezTo>
                <a:cubicBezTo>
                  <a:pt x="10499924" y="4261640"/>
                  <a:pt x="10498304" y="4258297"/>
                  <a:pt x="10497715" y="4253820"/>
                </a:cubicBezTo>
                <a:cubicBezTo>
                  <a:pt x="10487641" y="4262715"/>
                  <a:pt x="10478598" y="4267163"/>
                  <a:pt x="10470586" y="4267163"/>
                </a:cubicBezTo>
                <a:cubicBezTo>
                  <a:pt x="10465873" y="4267163"/>
                  <a:pt x="10461955" y="4265617"/>
                  <a:pt x="10458833" y="4262524"/>
                </a:cubicBezTo>
                <a:cubicBezTo>
                  <a:pt x="10455711" y="4259431"/>
                  <a:pt x="10454150" y="4255557"/>
                  <a:pt x="10454150" y="4250904"/>
                </a:cubicBezTo>
                <a:cubicBezTo>
                  <a:pt x="10454150" y="4244600"/>
                  <a:pt x="10456860" y="4238930"/>
                  <a:pt x="10462279" y="4233893"/>
                </a:cubicBezTo>
                <a:cubicBezTo>
                  <a:pt x="10467699" y="4228856"/>
                  <a:pt x="10479511" y="4222155"/>
                  <a:pt x="10497715" y="4213789"/>
                </a:cubicBezTo>
                <a:lnTo>
                  <a:pt x="10497715" y="4205483"/>
                </a:lnTo>
                <a:cubicBezTo>
                  <a:pt x="10497715" y="4199238"/>
                  <a:pt x="10497376" y="4195306"/>
                  <a:pt x="10496698" y="4193686"/>
                </a:cubicBezTo>
                <a:cubicBezTo>
                  <a:pt x="10496021" y="4192066"/>
                  <a:pt x="10494739" y="4190652"/>
                  <a:pt x="10492854" y="4189444"/>
                </a:cubicBezTo>
                <a:cubicBezTo>
                  <a:pt x="10490969" y="4188237"/>
                  <a:pt x="10488848" y="4187633"/>
                  <a:pt x="10486492" y="4187633"/>
                </a:cubicBezTo>
                <a:cubicBezTo>
                  <a:pt x="10482663" y="4187633"/>
                  <a:pt x="10479511" y="4188487"/>
                  <a:pt x="10477037" y="4190196"/>
                </a:cubicBezTo>
                <a:cubicBezTo>
                  <a:pt x="10475505" y="4191256"/>
                  <a:pt x="10474739" y="4192493"/>
                  <a:pt x="10474739" y="4193907"/>
                </a:cubicBezTo>
                <a:cubicBezTo>
                  <a:pt x="10474739" y="4195144"/>
                  <a:pt x="10475564" y="4196676"/>
                  <a:pt x="10477213" y="4198502"/>
                </a:cubicBezTo>
                <a:cubicBezTo>
                  <a:pt x="10479452" y="4201035"/>
                  <a:pt x="10480571" y="4203480"/>
                  <a:pt x="10480571" y="4205836"/>
                </a:cubicBezTo>
                <a:cubicBezTo>
                  <a:pt x="10480571" y="4208723"/>
                  <a:pt x="10479496" y="4211183"/>
                  <a:pt x="10477346" y="4213215"/>
                </a:cubicBezTo>
                <a:cubicBezTo>
                  <a:pt x="10475196" y="4215248"/>
                  <a:pt x="10472383" y="4216264"/>
                  <a:pt x="10468907" y="4216264"/>
                </a:cubicBezTo>
                <a:cubicBezTo>
                  <a:pt x="10465196" y="4216264"/>
                  <a:pt x="10462088" y="4215144"/>
                  <a:pt x="10459584" y="4212906"/>
                </a:cubicBezTo>
                <a:cubicBezTo>
                  <a:pt x="10457081" y="4210667"/>
                  <a:pt x="10455829" y="4208046"/>
                  <a:pt x="10455829" y="4205041"/>
                </a:cubicBezTo>
                <a:cubicBezTo>
                  <a:pt x="10455829" y="4200800"/>
                  <a:pt x="10457508" y="4196749"/>
                  <a:pt x="10460866" y="4192891"/>
                </a:cubicBezTo>
                <a:cubicBezTo>
                  <a:pt x="10464223" y="4189032"/>
                  <a:pt x="10468907" y="4186072"/>
                  <a:pt x="10474916" y="4184010"/>
                </a:cubicBezTo>
                <a:cubicBezTo>
                  <a:pt x="10480925" y="4181948"/>
                  <a:pt x="10487169" y="4180917"/>
                  <a:pt x="10493650" y="4180917"/>
                </a:cubicBezTo>
                <a:close/>
                <a:moveTo>
                  <a:pt x="10341250" y="4180917"/>
                </a:moveTo>
                <a:cubicBezTo>
                  <a:pt x="10349085" y="4180917"/>
                  <a:pt x="10355285" y="4182581"/>
                  <a:pt x="10359851" y="4185910"/>
                </a:cubicBezTo>
                <a:cubicBezTo>
                  <a:pt x="10364416" y="4189238"/>
                  <a:pt x="10367377" y="4192847"/>
                  <a:pt x="10368732" y="4196735"/>
                </a:cubicBezTo>
                <a:cubicBezTo>
                  <a:pt x="10369556" y="4199209"/>
                  <a:pt x="10369969" y="4204894"/>
                  <a:pt x="10369969" y="4213789"/>
                </a:cubicBezTo>
                <a:lnTo>
                  <a:pt x="10369969" y="4245867"/>
                </a:lnTo>
                <a:cubicBezTo>
                  <a:pt x="10369969" y="4249637"/>
                  <a:pt x="10370116" y="4252008"/>
                  <a:pt x="10370411" y="4252980"/>
                </a:cubicBezTo>
                <a:cubicBezTo>
                  <a:pt x="10370705" y="4253952"/>
                  <a:pt x="10371147" y="4254674"/>
                  <a:pt x="10371736" y="4255145"/>
                </a:cubicBezTo>
                <a:cubicBezTo>
                  <a:pt x="10372325" y="4255616"/>
                  <a:pt x="10373003" y="4255852"/>
                  <a:pt x="10373769" y="4255852"/>
                </a:cubicBezTo>
                <a:cubicBezTo>
                  <a:pt x="10375300" y="4255852"/>
                  <a:pt x="10376861" y="4254762"/>
                  <a:pt x="10378452" y="4252583"/>
                </a:cubicBezTo>
                <a:lnTo>
                  <a:pt x="10381103" y="4254703"/>
                </a:lnTo>
                <a:cubicBezTo>
                  <a:pt x="10378157" y="4259063"/>
                  <a:pt x="10375109" y="4262229"/>
                  <a:pt x="10371957" y="4264203"/>
                </a:cubicBezTo>
                <a:cubicBezTo>
                  <a:pt x="10368805" y="4266176"/>
                  <a:pt x="10365226" y="4267163"/>
                  <a:pt x="10361221" y="4267163"/>
                </a:cubicBezTo>
                <a:cubicBezTo>
                  <a:pt x="10356508" y="4267163"/>
                  <a:pt x="10352826" y="4266058"/>
                  <a:pt x="10350175" y="4263849"/>
                </a:cubicBezTo>
                <a:cubicBezTo>
                  <a:pt x="10347524" y="4261640"/>
                  <a:pt x="10345904" y="4258297"/>
                  <a:pt x="10345315" y="4253820"/>
                </a:cubicBezTo>
                <a:cubicBezTo>
                  <a:pt x="10335241" y="4262715"/>
                  <a:pt x="10326198" y="4267163"/>
                  <a:pt x="10318186" y="4267163"/>
                </a:cubicBezTo>
                <a:cubicBezTo>
                  <a:pt x="10313473" y="4267163"/>
                  <a:pt x="10309555" y="4265617"/>
                  <a:pt x="10306433" y="4262524"/>
                </a:cubicBezTo>
                <a:cubicBezTo>
                  <a:pt x="10303311" y="4259431"/>
                  <a:pt x="10301750" y="4255557"/>
                  <a:pt x="10301750" y="4250904"/>
                </a:cubicBezTo>
                <a:cubicBezTo>
                  <a:pt x="10301750" y="4244600"/>
                  <a:pt x="10304460" y="4238930"/>
                  <a:pt x="10309879" y="4233893"/>
                </a:cubicBezTo>
                <a:cubicBezTo>
                  <a:pt x="10315299" y="4228856"/>
                  <a:pt x="10327111" y="4222155"/>
                  <a:pt x="10345315" y="4213789"/>
                </a:cubicBezTo>
                <a:lnTo>
                  <a:pt x="10345315" y="4205483"/>
                </a:lnTo>
                <a:cubicBezTo>
                  <a:pt x="10345315" y="4199238"/>
                  <a:pt x="10344976" y="4195306"/>
                  <a:pt x="10344298" y="4193686"/>
                </a:cubicBezTo>
                <a:cubicBezTo>
                  <a:pt x="10343621" y="4192066"/>
                  <a:pt x="10342339" y="4190652"/>
                  <a:pt x="10340454" y="4189444"/>
                </a:cubicBezTo>
                <a:cubicBezTo>
                  <a:pt x="10338569" y="4188237"/>
                  <a:pt x="10336448" y="4187633"/>
                  <a:pt x="10334092" y="4187633"/>
                </a:cubicBezTo>
                <a:cubicBezTo>
                  <a:pt x="10330263" y="4187633"/>
                  <a:pt x="10327111" y="4188487"/>
                  <a:pt x="10324637" y="4190196"/>
                </a:cubicBezTo>
                <a:cubicBezTo>
                  <a:pt x="10323105" y="4191256"/>
                  <a:pt x="10322339" y="4192493"/>
                  <a:pt x="10322339" y="4193907"/>
                </a:cubicBezTo>
                <a:cubicBezTo>
                  <a:pt x="10322339" y="4195144"/>
                  <a:pt x="10323164" y="4196676"/>
                  <a:pt x="10324813" y="4198502"/>
                </a:cubicBezTo>
                <a:cubicBezTo>
                  <a:pt x="10327052" y="4201035"/>
                  <a:pt x="10328171" y="4203480"/>
                  <a:pt x="10328171" y="4205836"/>
                </a:cubicBezTo>
                <a:cubicBezTo>
                  <a:pt x="10328171" y="4208723"/>
                  <a:pt x="10327096" y="4211183"/>
                  <a:pt x="10324946" y="4213215"/>
                </a:cubicBezTo>
                <a:cubicBezTo>
                  <a:pt x="10322796" y="4215248"/>
                  <a:pt x="10319983" y="4216264"/>
                  <a:pt x="10316507" y="4216264"/>
                </a:cubicBezTo>
                <a:cubicBezTo>
                  <a:pt x="10312796" y="4216264"/>
                  <a:pt x="10309688" y="4215144"/>
                  <a:pt x="10307184" y="4212906"/>
                </a:cubicBezTo>
                <a:cubicBezTo>
                  <a:pt x="10304681" y="4210667"/>
                  <a:pt x="10303429" y="4208046"/>
                  <a:pt x="10303429" y="4205041"/>
                </a:cubicBezTo>
                <a:cubicBezTo>
                  <a:pt x="10303429" y="4200800"/>
                  <a:pt x="10305108" y="4196749"/>
                  <a:pt x="10308466" y="4192891"/>
                </a:cubicBezTo>
                <a:cubicBezTo>
                  <a:pt x="10311823" y="4189032"/>
                  <a:pt x="10316507" y="4186072"/>
                  <a:pt x="10322516" y="4184010"/>
                </a:cubicBezTo>
                <a:cubicBezTo>
                  <a:pt x="10328525" y="4181948"/>
                  <a:pt x="10334769" y="4180917"/>
                  <a:pt x="10341250" y="4180917"/>
                </a:cubicBezTo>
                <a:close/>
                <a:moveTo>
                  <a:pt x="10150787" y="4180917"/>
                </a:moveTo>
                <a:cubicBezTo>
                  <a:pt x="10154086" y="4180917"/>
                  <a:pt x="10156722" y="4181933"/>
                  <a:pt x="10158696" y="4183966"/>
                </a:cubicBezTo>
                <a:cubicBezTo>
                  <a:pt x="10160669" y="4185998"/>
                  <a:pt x="10161656" y="4188870"/>
                  <a:pt x="10161656" y="4192581"/>
                </a:cubicBezTo>
                <a:cubicBezTo>
                  <a:pt x="10161656" y="4196529"/>
                  <a:pt x="10160699" y="4199592"/>
                  <a:pt x="10158784" y="4201772"/>
                </a:cubicBezTo>
                <a:cubicBezTo>
                  <a:pt x="10156869" y="4203951"/>
                  <a:pt x="10154557" y="4205041"/>
                  <a:pt x="10151847" y="4205041"/>
                </a:cubicBezTo>
                <a:cubicBezTo>
                  <a:pt x="10148725" y="4205041"/>
                  <a:pt x="10146015" y="4204040"/>
                  <a:pt x="10143717" y="4202037"/>
                </a:cubicBezTo>
                <a:cubicBezTo>
                  <a:pt x="10141420" y="4200034"/>
                  <a:pt x="10140065" y="4198914"/>
                  <a:pt x="10139653" y="4198679"/>
                </a:cubicBezTo>
                <a:cubicBezTo>
                  <a:pt x="10139064" y="4198325"/>
                  <a:pt x="10138386" y="4198149"/>
                  <a:pt x="10137620" y="4198149"/>
                </a:cubicBezTo>
                <a:cubicBezTo>
                  <a:pt x="10135912" y="4198149"/>
                  <a:pt x="10134292" y="4198797"/>
                  <a:pt x="10132760" y="4200093"/>
                </a:cubicBezTo>
                <a:cubicBezTo>
                  <a:pt x="10130345" y="4202096"/>
                  <a:pt x="10128518" y="4204953"/>
                  <a:pt x="10127281" y="4208664"/>
                </a:cubicBezTo>
                <a:cubicBezTo>
                  <a:pt x="10125396" y="4214379"/>
                  <a:pt x="10124454" y="4220682"/>
                  <a:pt x="10124454" y="4227575"/>
                </a:cubicBezTo>
                <a:lnTo>
                  <a:pt x="10124454" y="4246574"/>
                </a:lnTo>
                <a:lnTo>
                  <a:pt x="10124542" y="4251522"/>
                </a:lnTo>
                <a:cubicBezTo>
                  <a:pt x="10124542" y="4254880"/>
                  <a:pt x="10124748" y="4257030"/>
                  <a:pt x="10125161" y="4257973"/>
                </a:cubicBezTo>
                <a:cubicBezTo>
                  <a:pt x="10125867" y="4259563"/>
                  <a:pt x="10126913" y="4260727"/>
                  <a:pt x="10128297" y="4261463"/>
                </a:cubicBezTo>
                <a:cubicBezTo>
                  <a:pt x="10129682" y="4262200"/>
                  <a:pt x="10132024" y="4262656"/>
                  <a:pt x="10135323" y="4262833"/>
                </a:cubicBezTo>
                <a:lnTo>
                  <a:pt x="10135323" y="4266014"/>
                </a:lnTo>
                <a:lnTo>
                  <a:pt x="10090697" y="4266014"/>
                </a:lnTo>
                <a:lnTo>
                  <a:pt x="10090697" y="4262833"/>
                </a:lnTo>
                <a:cubicBezTo>
                  <a:pt x="10094291" y="4262538"/>
                  <a:pt x="10096721" y="4261552"/>
                  <a:pt x="10097988" y="4259873"/>
                </a:cubicBezTo>
                <a:cubicBezTo>
                  <a:pt x="10099254" y="4258194"/>
                  <a:pt x="10099888" y="4253761"/>
                  <a:pt x="10099888" y="4246574"/>
                </a:cubicBezTo>
                <a:lnTo>
                  <a:pt x="10099888" y="4200888"/>
                </a:lnTo>
                <a:cubicBezTo>
                  <a:pt x="10099888" y="4196175"/>
                  <a:pt x="10099652" y="4193171"/>
                  <a:pt x="10099181" y="4191875"/>
                </a:cubicBezTo>
                <a:cubicBezTo>
                  <a:pt x="10098592" y="4190225"/>
                  <a:pt x="10097737" y="4189017"/>
                  <a:pt x="10096618" y="4188252"/>
                </a:cubicBezTo>
                <a:cubicBezTo>
                  <a:pt x="10095499" y="4187486"/>
                  <a:pt x="10093525" y="4186955"/>
                  <a:pt x="10090697" y="4186661"/>
                </a:cubicBezTo>
                <a:lnTo>
                  <a:pt x="10090697" y="4183391"/>
                </a:lnTo>
                <a:lnTo>
                  <a:pt x="10124454" y="4183391"/>
                </a:lnTo>
                <a:lnTo>
                  <a:pt x="10124454" y="4202125"/>
                </a:lnTo>
                <a:cubicBezTo>
                  <a:pt x="10129932" y="4193583"/>
                  <a:pt x="10134734" y="4187913"/>
                  <a:pt x="10138857" y="4185114"/>
                </a:cubicBezTo>
                <a:cubicBezTo>
                  <a:pt x="10142981" y="4182316"/>
                  <a:pt x="10146958" y="4180917"/>
                  <a:pt x="10150787" y="4180917"/>
                </a:cubicBezTo>
                <a:close/>
                <a:moveTo>
                  <a:pt x="10033887" y="4180917"/>
                </a:moveTo>
                <a:cubicBezTo>
                  <a:pt x="10041074" y="4180917"/>
                  <a:pt x="10047761" y="4182773"/>
                  <a:pt x="10053946" y="4186484"/>
                </a:cubicBezTo>
                <a:cubicBezTo>
                  <a:pt x="10060132" y="4190196"/>
                  <a:pt x="10064830" y="4195468"/>
                  <a:pt x="10068041" y="4202302"/>
                </a:cubicBezTo>
                <a:cubicBezTo>
                  <a:pt x="10071251" y="4209136"/>
                  <a:pt x="10072857" y="4216617"/>
                  <a:pt x="10072857" y="4224747"/>
                </a:cubicBezTo>
                <a:cubicBezTo>
                  <a:pt x="10072857" y="4236470"/>
                  <a:pt x="10069882" y="4246279"/>
                  <a:pt x="10063932" y="4254173"/>
                </a:cubicBezTo>
                <a:cubicBezTo>
                  <a:pt x="10056745" y="4263717"/>
                  <a:pt x="10046818" y="4268489"/>
                  <a:pt x="10034152" y="4268489"/>
                </a:cubicBezTo>
                <a:cubicBezTo>
                  <a:pt x="10021722" y="4268489"/>
                  <a:pt x="10012149" y="4264129"/>
                  <a:pt x="10005433" y="4255410"/>
                </a:cubicBezTo>
                <a:cubicBezTo>
                  <a:pt x="9998717" y="4246691"/>
                  <a:pt x="9995359" y="4236588"/>
                  <a:pt x="9995359" y="4225100"/>
                </a:cubicBezTo>
                <a:cubicBezTo>
                  <a:pt x="9995359" y="4213259"/>
                  <a:pt x="9998791" y="4202935"/>
                  <a:pt x="10005654" y="4194128"/>
                </a:cubicBezTo>
                <a:cubicBezTo>
                  <a:pt x="10012517" y="4185321"/>
                  <a:pt x="10021928" y="4180917"/>
                  <a:pt x="10033887" y="4180917"/>
                </a:cubicBezTo>
                <a:close/>
                <a:moveTo>
                  <a:pt x="10424835" y="4153170"/>
                </a:moveTo>
                <a:lnTo>
                  <a:pt x="10427751" y="4153170"/>
                </a:lnTo>
                <a:lnTo>
                  <a:pt x="10427751" y="4183391"/>
                </a:lnTo>
                <a:lnTo>
                  <a:pt x="10447369" y="4183391"/>
                </a:lnTo>
                <a:lnTo>
                  <a:pt x="10447369" y="4192140"/>
                </a:lnTo>
                <a:lnTo>
                  <a:pt x="10427751" y="4192140"/>
                </a:lnTo>
                <a:lnTo>
                  <a:pt x="10427751" y="4243127"/>
                </a:lnTo>
                <a:cubicBezTo>
                  <a:pt x="10427751" y="4247899"/>
                  <a:pt x="10427972" y="4250977"/>
                  <a:pt x="10428414" y="4252362"/>
                </a:cubicBezTo>
                <a:cubicBezTo>
                  <a:pt x="10428856" y="4253746"/>
                  <a:pt x="10429636" y="4254865"/>
                  <a:pt x="10430756" y="4255720"/>
                </a:cubicBezTo>
                <a:cubicBezTo>
                  <a:pt x="10431875" y="4256574"/>
                  <a:pt x="10432906" y="4257001"/>
                  <a:pt x="10433849" y="4257001"/>
                </a:cubicBezTo>
                <a:cubicBezTo>
                  <a:pt x="10437678" y="4257001"/>
                  <a:pt x="10441301" y="4254085"/>
                  <a:pt x="10444718" y="4248253"/>
                </a:cubicBezTo>
                <a:lnTo>
                  <a:pt x="10447369" y="4250197"/>
                </a:lnTo>
                <a:cubicBezTo>
                  <a:pt x="10442597" y="4261508"/>
                  <a:pt x="10434850" y="4267163"/>
                  <a:pt x="10424128" y="4267163"/>
                </a:cubicBezTo>
                <a:cubicBezTo>
                  <a:pt x="10418885" y="4267163"/>
                  <a:pt x="10414452" y="4265705"/>
                  <a:pt x="10410829" y="4262789"/>
                </a:cubicBezTo>
                <a:cubicBezTo>
                  <a:pt x="10407206" y="4259873"/>
                  <a:pt x="10404894" y="4256618"/>
                  <a:pt x="10403892" y="4253024"/>
                </a:cubicBezTo>
                <a:cubicBezTo>
                  <a:pt x="10403303" y="4251021"/>
                  <a:pt x="10403009" y="4245602"/>
                  <a:pt x="10403009" y="4236765"/>
                </a:cubicBezTo>
                <a:lnTo>
                  <a:pt x="10403009" y="4192140"/>
                </a:lnTo>
                <a:lnTo>
                  <a:pt x="10392228" y="4192140"/>
                </a:lnTo>
                <a:lnTo>
                  <a:pt x="10392228" y="4189047"/>
                </a:lnTo>
                <a:cubicBezTo>
                  <a:pt x="10399651" y="4183804"/>
                  <a:pt x="10405969" y="4178296"/>
                  <a:pt x="10411183" y="4172522"/>
                </a:cubicBezTo>
                <a:cubicBezTo>
                  <a:pt x="10416396" y="4166749"/>
                  <a:pt x="10420947" y="4160298"/>
                  <a:pt x="10424835" y="4153170"/>
                </a:cubicBezTo>
                <a:close/>
                <a:moveTo>
                  <a:pt x="9707177" y="4150165"/>
                </a:moveTo>
                <a:cubicBezTo>
                  <a:pt x="9696573" y="4150165"/>
                  <a:pt x="9688384" y="4155674"/>
                  <a:pt x="9682611" y="4166690"/>
                </a:cubicBezTo>
                <a:cubicBezTo>
                  <a:pt x="9677780" y="4175939"/>
                  <a:pt x="9675365" y="4189106"/>
                  <a:pt x="9675365" y="4206190"/>
                </a:cubicBezTo>
                <a:cubicBezTo>
                  <a:pt x="9675365" y="4226691"/>
                  <a:pt x="9678988" y="4241890"/>
                  <a:pt x="9686234" y="4251787"/>
                </a:cubicBezTo>
                <a:cubicBezTo>
                  <a:pt x="9691300" y="4258680"/>
                  <a:pt x="9698281" y="4262126"/>
                  <a:pt x="9707177" y="4262126"/>
                </a:cubicBezTo>
                <a:cubicBezTo>
                  <a:pt x="9716131" y="4262126"/>
                  <a:pt x="9723112" y="4258739"/>
                  <a:pt x="9728120" y="4251964"/>
                </a:cubicBezTo>
                <a:cubicBezTo>
                  <a:pt x="9735366" y="4242244"/>
                  <a:pt x="9738989" y="4227634"/>
                  <a:pt x="9738989" y="4208134"/>
                </a:cubicBezTo>
                <a:cubicBezTo>
                  <a:pt x="9738989" y="4188929"/>
                  <a:pt x="9736721" y="4175026"/>
                  <a:pt x="9732185" y="4166425"/>
                </a:cubicBezTo>
                <a:cubicBezTo>
                  <a:pt x="9726529" y="4155585"/>
                  <a:pt x="9718193" y="4150165"/>
                  <a:pt x="9707177" y="4150165"/>
                </a:cubicBezTo>
                <a:close/>
                <a:moveTo>
                  <a:pt x="10248120" y="4146189"/>
                </a:moveTo>
                <a:lnTo>
                  <a:pt x="10284793" y="4146189"/>
                </a:lnTo>
                <a:lnTo>
                  <a:pt x="10284793" y="4241272"/>
                </a:lnTo>
                <a:cubicBezTo>
                  <a:pt x="10284793" y="4247693"/>
                  <a:pt x="10284969" y="4251493"/>
                  <a:pt x="10285323" y="4252671"/>
                </a:cubicBezTo>
                <a:cubicBezTo>
                  <a:pt x="10285794" y="4254615"/>
                  <a:pt x="10286692" y="4256058"/>
                  <a:pt x="10288018" y="4257001"/>
                </a:cubicBezTo>
                <a:cubicBezTo>
                  <a:pt x="10289343" y="4257943"/>
                  <a:pt x="10291656" y="4258533"/>
                  <a:pt x="10294955" y="4258768"/>
                </a:cubicBezTo>
                <a:lnTo>
                  <a:pt x="10294955" y="4261684"/>
                </a:lnTo>
                <a:lnTo>
                  <a:pt x="10260050" y="4268489"/>
                </a:lnTo>
                <a:lnTo>
                  <a:pt x="10260050" y="4255410"/>
                </a:lnTo>
                <a:cubicBezTo>
                  <a:pt x="10255867" y="4260477"/>
                  <a:pt x="10252141" y="4263923"/>
                  <a:pt x="10248872" y="4265749"/>
                </a:cubicBezTo>
                <a:cubicBezTo>
                  <a:pt x="10245602" y="4267575"/>
                  <a:pt x="10241905" y="4268489"/>
                  <a:pt x="10237782" y="4268489"/>
                </a:cubicBezTo>
                <a:cubicBezTo>
                  <a:pt x="10227236" y="4268489"/>
                  <a:pt x="10218901" y="4263776"/>
                  <a:pt x="10212774" y="4254350"/>
                </a:cubicBezTo>
                <a:cubicBezTo>
                  <a:pt x="10207825" y="4246691"/>
                  <a:pt x="10205351" y="4237295"/>
                  <a:pt x="10205351" y="4226161"/>
                </a:cubicBezTo>
                <a:cubicBezTo>
                  <a:pt x="10205351" y="4217265"/>
                  <a:pt x="10206883" y="4209298"/>
                  <a:pt x="10209946" y="4202258"/>
                </a:cubicBezTo>
                <a:cubicBezTo>
                  <a:pt x="10213009" y="4195218"/>
                  <a:pt x="10217207" y="4189901"/>
                  <a:pt x="10222538" y="4186307"/>
                </a:cubicBezTo>
                <a:cubicBezTo>
                  <a:pt x="10227870" y="4182714"/>
                  <a:pt x="10233599" y="4180917"/>
                  <a:pt x="10239726" y="4180917"/>
                </a:cubicBezTo>
                <a:cubicBezTo>
                  <a:pt x="10243673" y="4180917"/>
                  <a:pt x="10247178" y="4181683"/>
                  <a:pt x="10250241" y="4183215"/>
                </a:cubicBezTo>
                <a:cubicBezTo>
                  <a:pt x="10253305" y="4184746"/>
                  <a:pt x="10256574" y="4187427"/>
                  <a:pt x="10260050" y="4191256"/>
                </a:cubicBezTo>
                <a:lnTo>
                  <a:pt x="10260050" y="4166337"/>
                </a:lnTo>
                <a:cubicBezTo>
                  <a:pt x="10260050" y="4160033"/>
                  <a:pt x="10259785" y="4156233"/>
                  <a:pt x="10259255" y="4154937"/>
                </a:cubicBezTo>
                <a:cubicBezTo>
                  <a:pt x="10258548" y="4153229"/>
                  <a:pt x="10257487" y="4151962"/>
                  <a:pt x="10256073" y="4151138"/>
                </a:cubicBezTo>
                <a:cubicBezTo>
                  <a:pt x="10254660" y="4150313"/>
                  <a:pt x="10252009" y="4149900"/>
                  <a:pt x="10248120" y="4149900"/>
                </a:cubicBezTo>
                <a:close/>
                <a:moveTo>
                  <a:pt x="9782628" y="4146189"/>
                </a:moveTo>
                <a:lnTo>
                  <a:pt x="9846517" y="4146189"/>
                </a:lnTo>
                <a:lnTo>
                  <a:pt x="9846517" y="4149459"/>
                </a:lnTo>
                <a:lnTo>
                  <a:pt x="9841303" y="4149459"/>
                </a:lnTo>
                <a:cubicBezTo>
                  <a:pt x="9837828" y="4149459"/>
                  <a:pt x="9835029" y="4150077"/>
                  <a:pt x="9832909" y="4151314"/>
                </a:cubicBezTo>
                <a:cubicBezTo>
                  <a:pt x="9831377" y="4152139"/>
                  <a:pt x="9830169" y="4153553"/>
                  <a:pt x="9829286" y="4155556"/>
                </a:cubicBezTo>
                <a:cubicBezTo>
                  <a:pt x="9828638" y="4156970"/>
                  <a:pt x="9828313" y="4160681"/>
                  <a:pt x="9828313" y="4166690"/>
                </a:cubicBezTo>
                <a:lnTo>
                  <a:pt x="9828313" y="4243039"/>
                </a:lnTo>
                <a:cubicBezTo>
                  <a:pt x="9828313" y="4249166"/>
                  <a:pt x="9828667" y="4253069"/>
                  <a:pt x="9829374" y="4254747"/>
                </a:cubicBezTo>
                <a:cubicBezTo>
                  <a:pt x="9830081" y="4256426"/>
                  <a:pt x="9831465" y="4257678"/>
                  <a:pt x="9833527" y="4258503"/>
                </a:cubicBezTo>
                <a:cubicBezTo>
                  <a:pt x="9835000" y="4259033"/>
                  <a:pt x="9838564" y="4259298"/>
                  <a:pt x="9844219" y="4259298"/>
                </a:cubicBezTo>
                <a:lnTo>
                  <a:pt x="9854205" y="4259298"/>
                </a:lnTo>
                <a:cubicBezTo>
                  <a:pt x="9860567" y="4259298"/>
                  <a:pt x="9865869" y="4258179"/>
                  <a:pt x="9870111" y="4255940"/>
                </a:cubicBezTo>
                <a:cubicBezTo>
                  <a:pt x="9874353" y="4253702"/>
                  <a:pt x="9878020" y="4250167"/>
                  <a:pt x="9881113" y="4245336"/>
                </a:cubicBezTo>
                <a:cubicBezTo>
                  <a:pt x="9884205" y="4240506"/>
                  <a:pt x="9887136" y="4233377"/>
                  <a:pt x="9889905" y="4223952"/>
                </a:cubicBezTo>
                <a:lnTo>
                  <a:pt x="9893528" y="4223952"/>
                </a:lnTo>
                <a:lnTo>
                  <a:pt x="9889021" y="4266014"/>
                </a:lnTo>
                <a:lnTo>
                  <a:pt x="9782628" y="4266014"/>
                </a:lnTo>
                <a:lnTo>
                  <a:pt x="9782628" y="4262745"/>
                </a:lnTo>
                <a:lnTo>
                  <a:pt x="9786604" y="4262745"/>
                </a:lnTo>
                <a:cubicBezTo>
                  <a:pt x="9790080" y="4262745"/>
                  <a:pt x="9792879" y="4262126"/>
                  <a:pt x="9794999" y="4260889"/>
                </a:cubicBezTo>
                <a:cubicBezTo>
                  <a:pt x="9796531" y="4260064"/>
                  <a:pt x="9797709" y="4258650"/>
                  <a:pt x="9798534" y="4256647"/>
                </a:cubicBezTo>
                <a:cubicBezTo>
                  <a:pt x="9799182" y="4255234"/>
                  <a:pt x="9799506" y="4251522"/>
                  <a:pt x="9799506" y="4245513"/>
                </a:cubicBezTo>
                <a:lnTo>
                  <a:pt x="9799506" y="4166690"/>
                </a:lnTo>
                <a:cubicBezTo>
                  <a:pt x="9799506" y="4160563"/>
                  <a:pt x="9799182" y="4156734"/>
                  <a:pt x="9798534" y="4155202"/>
                </a:cubicBezTo>
                <a:cubicBezTo>
                  <a:pt x="9797886" y="4153671"/>
                  <a:pt x="9796575" y="4152330"/>
                  <a:pt x="9794602" y="4151182"/>
                </a:cubicBezTo>
                <a:cubicBezTo>
                  <a:pt x="9792628" y="4150033"/>
                  <a:pt x="9789962" y="4149459"/>
                  <a:pt x="9786604" y="4149459"/>
                </a:cubicBezTo>
                <a:lnTo>
                  <a:pt x="9782628" y="4149459"/>
                </a:lnTo>
                <a:close/>
                <a:moveTo>
                  <a:pt x="9983983" y="4143450"/>
                </a:moveTo>
                <a:cubicBezTo>
                  <a:pt x="9991229" y="4143450"/>
                  <a:pt x="9996605" y="4144805"/>
                  <a:pt x="10000110" y="4147514"/>
                </a:cubicBezTo>
                <a:cubicBezTo>
                  <a:pt x="10003615" y="4150224"/>
                  <a:pt x="10005368" y="4153229"/>
                  <a:pt x="10005368" y="4156528"/>
                </a:cubicBezTo>
                <a:cubicBezTo>
                  <a:pt x="10005368" y="4159179"/>
                  <a:pt x="10004278" y="4161476"/>
                  <a:pt x="10002098" y="4163420"/>
                </a:cubicBezTo>
                <a:cubicBezTo>
                  <a:pt x="9999919" y="4165365"/>
                  <a:pt x="9997032" y="4166337"/>
                  <a:pt x="9993438" y="4166337"/>
                </a:cubicBezTo>
                <a:cubicBezTo>
                  <a:pt x="9990375" y="4166337"/>
                  <a:pt x="9987945" y="4165541"/>
                  <a:pt x="9986148" y="4163951"/>
                </a:cubicBezTo>
                <a:cubicBezTo>
                  <a:pt x="9984351" y="4162360"/>
                  <a:pt x="9983453" y="4160593"/>
                  <a:pt x="9983453" y="4158649"/>
                </a:cubicBezTo>
                <a:cubicBezTo>
                  <a:pt x="9983453" y="4158118"/>
                  <a:pt x="9983630" y="4157029"/>
                  <a:pt x="9983983" y="4155379"/>
                </a:cubicBezTo>
                <a:cubicBezTo>
                  <a:pt x="9984219" y="4154378"/>
                  <a:pt x="9984337" y="4153435"/>
                  <a:pt x="9984337" y="4152551"/>
                </a:cubicBezTo>
                <a:cubicBezTo>
                  <a:pt x="9984337" y="4151314"/>
                  <a:pt x="9983983" y="4150401"/>
                  <a:pt x="9983276" y="4149812"/>
                </a:cubicBezTo>
                <a:cubicBezTo>
                  <a:pt x="9982334" y="4148928"/>
                  <a:pt x="9981185" y="4148487"/>
                  <a:pt x="9979830" y="4148487"/>
                </a:cubicBezTo>
                <a:cubicBezTo>
                  <a:pt x="9978121" y="4148487"/>
                  <a:pt x="9976693" y="4149193"/>
                  <a:pt x="9975544" y="4150607"/>
                </a:cubicBezTo>
                <a:cubicBezTo>
                  <a:pt x="9974395" y="4152021"/>
                  <a:pt x="9973821" y="4154289"/>
                  <a:pt x="9973821" y="4157412"/>
                </a:cubicBezTo>
                <a:lnTo>
                  <a:pt x="9973998" y="4172876"/>
                </a:lnTo>
                <a:lnTo>
                  <a:pt x="9973998" y="4183391"/>
                </a:lnTo>
                <a:lnTo>
                  <a:pt x="9986192" y="4183391"/>
                </a:lnTo>
                <a:lnTo>
                  <a:pt x="9986192" y="4192051"/>
                </a:lnTo>
                <a:lnTo>
                  <a:pt x="9973998" y="4192051"/>
                </a:lnTo>
                <a:lnTo>
                  <a:pt x="9973998" y="4249401"/>
                </a:lnTo>
                <a:cubicBezTo>
                  <a:pt x="9973998" y="4254939"/>
                  <a:pt x="9974587" y="4258415"/>
                  <a:pt x="9975765" y="4259829"/>
                </a:cubicBezTo>
                <a:cubicBezTo>
                  <a:pt x="9977650" y="4262008"/>
                  <a:pt x="9981126" y="4263010"/>
                  <a:pt x="9986192" y="4262833"/>
                </a:cubicBezTo>
                <a:lnTo>
                  <a:pt x="9986192" y="4266014"/>
                </a:lnTo>
                <a:lnTo>
                  <a:pt x="9937502" y="4266014"/>
                </a:lnTo>
                <a:lnTo>
                  <a:pt x="9937502" y="4262833"/>
                </a:lnTo>
                <a:cubicBezTo>
                  <a:pt x="9941214" y="4262774"/>
                  <a:pt x="9943850" y="4262347"/>
                  <a:pt x="9945411" y="4261552"/>
                </a:cubicBezTo>
                <a:cubicBezTo>
                  <a:pt x="9946972" y="4260756"/>
                  <a:pt x="9948047" y="4259652"/>
                  <a:pt x="9948636" y="4258238"/>
                </a:cubicBezTo>
                <a:cubicBezTo>
                  <a:pt x="9949226" y="4256824"/>
                  <a:pt x="9949520" y="4253879"/>
                  <a:pt x="9949520" y="4249401"/>
                </a:cubicBezTo>
                <a:lnTo>
                  <a:pt x="9949520" y="4192051"/>
                </a:lnTo>
                <a:lnTo>
                  <a:pt x="9937502" y="4192051"/>
                </a:lnTo>
                <a:lnTo>
                  <a:pt x="9937502" y="4183391"/>
                </a:lnTo>
                <a:lnTo>
                  <a:pt x="9949520" y="4183391"/>
                </a:lnTo>
                <a:lnTo>
                  <a:pt x="9949520" y="4177294"/>
                </a:lnTo>
                <a:lnTo>
                  <a:pt x="9949432" y="4173141"/>
                </a:lnTo>
                <a:cubicBezTo>
                  <a:pt x="9949432" y="4164658"/>
                  <a:pt x="9952539" y="4157588"/>
                  <a:pt x="9958754" y="4151933"/>
                </a:cubicBezTo>
                <a:cubicBezTo>
                  <a:pt x="9964970" y="4146277"/>
                  <a:pt x="9973379" y="4143450"/>
                  <a:pt x="9983983" y="4143450"/>
                </a:cubicBezTo>
                <a:close/>
                <a:moveTo>
                  <a:pt x="9707265" y="4143450"/>
                </a:moveTo>
                <a:cubicBezTo>
                  <a:pt x="9725704" y="4143450"/>
                  <a:pt x="9740903" y="4149400"/>
                  <a:pt x="9752862" y="4161300"/>
                </a:cubicBezTo>
                <a:cubicBezTo>
                  <a:pt x="9764821" y="4173200"/>
                  <a:pt x="9770801" y="4188075"/>
                  <a:pt x="9770801" y="4205925"/>
                </a:cubicBezTo>
                <a:cubicBezTo>
                  <a:pt x="9770801" y="4221477"/>
                  <a:pt x="9766117" y="4234998"/>
                  <a:pt x="9756750" y="4246485"/>
                </a:cubicBezTo>
                <a:cubicBezTo>
                  <a:pt x="9747384" y="4257973"/>
                  <a:pt x="9736102" y="4264836"/>
                  <a:pt x="9722906" y="4267075"/>
                </a:cubicBezTo>
                <a:cubicBezTo>
                  <a:pt x="9725616" y="4274910"/>
                  <a:pt x="9729828" y="4280801"/>
                  <a:pt x="9735542" y="4284748"/>
                </a:cubicBezTo>
                <a:cubicBezTo>
                  <a:pt x="9741257" y="4288695"/>
                  <a:pt x="9748415" y="4290669"/>
                  <a:pt x="9757016" y="4290669"/>
                </a:cubicBezTo>
                <a:cubicBezTo>
                  <a:pt x="9759372" y="4290669"/>
                  <a:pt x="9761876" y="4290433"/>
                  <a:pt x="9764527" y="4289962"/>
                </a:cubicBezTo>
                <a:lnTo>
                  <a:pt x="9764527" y="4295352"/>
                </a:lnTo>
                <a:cubicBezTo>
                  <a:pt x="9755631" y="4297591"/>
                  <a:pt x="9747678" y="4298710"/>
                  <a:pt x="9740668" y="4298710"/>
                </a:cubicBezTo>
                <a:cubicBezTo>
                  <a:pt x="9729710" y="4298710"/>
                  <a:pt x="9719916" y="4296029"/>
                  <a:pt x="9711286" y="4290669"/>
                </a:cubicBezTo>
                <a:cubicBezTo>
                  <a:pt x="9702655" y="4285308"/>
                  <a:pt x="9696160" y="4277443"/>
                  <a:pt x="9691801" y="4267075"/>
                </a:cubicBezTo>
                <a:cubicBezTo>
                  <a:pt x="9677309" y="4264011"/>
                  <a:pt x="9665630" y="4256912"/>
                  <a:pt x="9656764" y="4245778"/>
                </a:cubicBezTo>
                <a:cubicBezTo>
                  <a:pt x="9647897" y="4234644"/>
                  <a:pt x="9643464" y="4221360"/>
                  <a:pt x="9643464" y="4205925"/>
                </a:cubicBezTo>
                <a:cubicBezTo>
                  <a:pt x="9643464" y="4188016"/>
                  <a:pt x="9649473" y="4173126"/>
                  <a:pt x="9661491" y="4161255"/>
                </a:cubicBezTo>
                <a:cubicBezTo>
                  <a:pt x="9673509" y="4149385"/>
                  <a:pt x="9688767" y="4143450"/>
                  <a:pt x="9707265" y="4143450"/>
                </a:cubicBezTo>
                <a:close/>
                <a:moveTo>
                  <a:pt x="9578101" y="4143450"/>
                </a:moveTo>
                <a:cubicBezTo>
                  <a:pt x="9581989" y="4143450"/>
                  <a:pt x="9585759" y="4143921"/>
                  <a:pt x="9589412" y="4144863"/>
                </a:cubicBezTo>
                <a:cubicBezTo>
                  <a:pt x="9592181" y="4145570"/>
                  <a:pt x="9595553" y="4146881"/>
                  <a:pt x="9599530" y="4148796"/>
                </a:cubicBezTo>
                <a:cubicBezTo>
                  <a:pt x="9603506" y="4150710"/>
                  <a:pt x="9606290" y="4151668"/>
                  <a:pt x="9607880" y="4151668"/>
                </a:cubicBezTo>
                <a:cubicBezTo>
                  <a:pt x="9609412" y="4151668"/>
                  <a:pt x="9610620" y="4151196"/>
                  <a:pt x="9611503" y="4150254"/>
                </a:cubicBezTo>
                <a:cubicBezTo>
                  <a:pt x="9612387" y="4149311"/>
                  <a:pt x="9613212" y="4147043"/>
                  <a:pt x="9613978" y="4143450"/>
                </a:cubicBezTo>
                <a:lnTo>
                  <a:pt x="9616629" y="4143450"/>
                </a:lnTo>
                <a:lnTo>
                  <a:pt x="9617601" y="4183391"/>
                </a:lnTo>
                <a:lnTo>
                  <a:pt x="9613978" y="4183391"/>
                </a:lnTo>
                <a:cubicBezTo>
                  <a:pt x="9612269" y="4173376"/>
                  <a:pt x="9608072" y="4165320"/>
                  <a:pt x="9601386" y="4159223"/>
                </a:cubicBezTo>
                <a:cubicBezTo>
                  <a:pt x="9594699" y="4153126"/>
                  <a:pt x="9587468" y="4150077"/>
                  <a:pt x="9579691" y="4150077"/>
                </a:cubicBezTo>
                <a:cubicBezTo>
                  <a:pt x="9573683" y="4150077"/>
                  <a:pt x="9568925" y="4151682"/>
                  <a:pt x="9565420" y="4154893"/>
                </a:cubicBezTo>
                <a:cubicBezTo>
                  <a:pt x="9561915" y="4158104"/>
                  <a:pt x="9560162" y="4161800"/>
                  <a:pt x="9560162" y="4165983"/>
                </a:cubicBezTo>
                <a:cubicBezTo>
                  <a:pt x="9560162" y="4168634"/>
                  <a:pt x="9560781" y="4170991"/>
                  <a:pt x="9562018" y="4173052"/>
                </a:cubicBezTo>
                <a:cubicBezTo>
                  <a:pt x="9563727" y="4175821"/>
                  <a:pt x="9566466" y="4178561"/>
                  <a:pt x="9570236" y="4181271"/>
                </a:cubicBezTo>
                <a:cubicBezTo>
                  <a:pt x="9573005" y="4183215"/>
                  <a:pt x="9579397" y="4186661"/>
                  <a:pt x="9589412" y="4191609"/>
                </a:cubicBezTo>
                <a:cubicBezTo>
                  <a:pt x="9603433" y="4198502"/>
                  <a:pt x="9612888" y="4205012"/>
                  <a:pt x="9617778" y="4211138"/>
                </a:cubicBezTo>
                <a:cubicBezTo>
                  <a:pt x="9622608" y="4217265"/>
                  <a:pt x="9625024" y="4224276"/>
                  <a:pt x="9625024" y="4232170"/>
                </a:cubicBezTo>
                <a:cubicBezTo>
                  <a:pt x="9625024" y="4242185"/>
                  <a:pt x="9621121" y="4250800"/>
                  <a:pt x="9613315" y="4258017"/>
                </a:cubicBezTo>
                <a:cubicBezTo>
                  <a:pt x="9605509" y="4265234"/>
                  <a:pt x="9595598" y="4268842"/>
                  <a:pt x="9583580" y="4268842"/>
                </a:cubicBezTo>
                <a:cubicBezTo>
                  <a:pt x="9579809" y="4268842"/>
                  <a:pt x="9576245" y="4268459"/>
                  <a:pt x="9572887" y="4267693"/>
                </a:cubicBezTo>
                <a:cubicBezTo>
                  <a:pt x="9569529" y="4266927"/>
                  <a:pt x="9565317" y="4265484"/>
                  <a:pt x="9560251" y="4263363"/>
                </a:cubicBezTo>
                <a:cubicBezTo>
                  <a:pt x="9557423" y="4262185"/>
                  <a:pt x="9555096" y="4261596"/>
                  <a:pt x="9553270" y="4261596"/>
                </a:cubicBezTo>
                <a:cubicBezTo>
                  <a:pt x="9551738" y="4261596"/>
                  <a:pt x="9550118" y="4262185"/>
                  <a:pt x="9548410" y="4263363"/>
                </a:cubicBezTo>
                <a:cubicBezTo>
                  <a:pt x="9546701" y="4264541"/>
                  <a:pt x="9545317" y="4266338"/>
                  <a:pt x="9544256" y="4268754"/>
                </a:cubicBezTo>
                <a:lnTo>
                  <a:pt x="9540987" y="4268754"/>
                </a:lnTo>
                <a:lnTo>
                  <a:pt x="9540987" y="4223510"/>
                </a:lnTo>
                <a:lnTo>
                  <a:pt x="9544256" y="4223510"/>
                </a:lnTo>
                <a:cubicBezTo>
                  <a:pt x="9546849" y="4236235"/>
                  <a:pt x="9551841" y="4245940"/>
                  <a:pt x="9559235" y="4252627"/>
                </a:cubicBezTo>
                <a:cubicBezTo>
                  <a:pt x="9566628" y="4259313"/>
                  <a:pt x="9574596" y="4262656"/>
                  <a:pt x="9583138" y="4262656"/>
                </a:cubicBezTo>
                <a:cubicBezTo>
                  <a:pt x="9589736" y="4262656"/>
                  <a:pt x="9594994" y="4260859"/>
                  <a:pt x="9598911" y="4257266"/>
                </a:cubicBezTo>
                <a:cubicBezTo>
                  <a:pt x="9602829" y="4253672"/>
                  <a:pt x="9604788" y="4249490"/>
                  <a:pt x="9604788" y="4244718"/>
                </a:cubicBezTo>
                <a:cubicBezTo>
                  <a:pt x="9604788" y="4241890"/>
                  <a:pt x="9604037" y="4239151"/>
                  <a:pt x="9602534" y="4236500"/>
                </a:cubicBezTo>
                <a:cubicBezTo>
                  <a:pt x="9601032" y="4233849"/>
                  <a:pt x="9598749" y="4231330"/>
                  <a:pt x="9595686" y="4228944"/>
                </a:cubicBezTo>
                <a:cubicBezTo>
                  <a:pt x="9592623" y="4226558"/>
                  <a:pt x="9587203" y="4223451"/>
                  <a:pt x="9579426" y="4219622"/>
                </a:cubicBezTo>
                <a:cubicBezTo>
                  <a:pt x="9568528" y="4214261"/>
                  <a:pt x="9560693" y="4209695"/>
                  <a:pt x="9555921" y="4205925"/>
                </a:cubicBezTo>
                <a:cubicBezTo>
                  <a:pt x="9551149" y="4202155"/>
                  <a:pt x="9547482" y="4197942"/>
                  <a:pt x="9544919" y="4193288"/>
                </a:cubicBezTo>
                <a:cubicBezTo>
                  <a:pt x="9542357" y="4188634"/>
                  <a:pt x="9541075" y="4183509"/>
                  <a:pt x="9541075" y="4177913"/>
                </a:cubicBezTo>
                <a:cubicBezTo>
                  <a:pt x="9541075" y="4168369"/>
                  <a:pt x="9544580" y="4160239"/>
                  <a:pt x="9551591" y="4153523"/>
                </a:cubicBezTo>
                <a:cubicBezTo>
                  <a:pt x="9558601" y="4146808"/>
                  <a:pt x="9567438" y="4143450"/>
                  <a:pt x="9578101" y="4143450"/>
                </a:cubicBezTo>
                <a:close/>
                <a:moveTo>
                  <a:pt x="1437021" y="4124071"/>
                </a:moveTo>
                <a:lnTo>
                  <a:pt x="1451755" y="4124071"/>
                </a:lnTo>
                <a:lnTo>
                  <a:pt x="1451755" y="4635295"/>
                </a:lnTo>
                <a:cubicBezTo>
                  <a:pt x="1451755" y="4669228"/>
                  <a:pt x="1453169" y="4690362"/>
                  <a:pt x="1455997" y="4698696"/>
                </a:cubicBezTo>
                <a:cubicBezTo>
                  <a:pt x="1458825" y="4707031"/>
                  <a:pt x="1464703" y="4713430"/>
                  <a:pt x="1473633" y="4717895"/>
                </a:cubicBezTo>
                <a:cubicBezTo>
                  <a:pt x="1482563" y="4722360"/>
                  <a:pt x="1500720" y="4724890"/>
                  <a:pt x="1528104" y="4725485"/>
                </a:cubicBezTo>
                <a:lnTo>
                  <a:pt x="1528104" y="4742005"/>
                </a:lnTo>
                <a:lnTo>
                  <a:pt x="1300397" y="4742005"/>
                </a:lnTo>
                <a:lnTo>
                  <a:pt x="1300397" y="4725485"/>
                </a:lnTo>
                <a:cubicBezTo>
                  <a:pt x="1328972" y="4724890"/>
                  <a:pt x="1347427" y="4722434"/>
                  <a:pt x="1355761" y="4718118"/>
                </a:cubicBezTo>
                <a:cubicBezTo>
                  <a:pt x="1364095" y="4713802"/>
                  <a:pt x="1369900" y="4707998"/>
                  <a:pt x="1373174" y="4700705"/>
                </a:cubicBezTo>
                <a:cubicBezTo>
                  <a:pt x="1376448" y="4693413"/>
                  <a:pt x="1378085" y="4671610"/>
                  <a:pt x="1378085" y="4635295"/>
                </a:cubicBezTo>
                <a:lnTo>
                  <a:pt x="1378085" y="4308469"/>
                </a:lnTo>
                <a:cubicBezTo>
                  <a:pt x="1378085" y="4264416"/>
                  <a:pt x="1376597" y="4236138"/>
                  <a:pt x="1373620" y="4223637"/>
                </a:cubicBezTo>
                <a:cubicBezTo>
                  <a:pt x="1371537" y="4214112"/>
                  <a:pt x="1367742" y="4207117"/>
                  <a:pt x="1362235" y="4202652"/>
                </a:cubicBezTo>
                <a:cubicBezTo>
                  <a:pt x="1356728" y="4198187"/>
                  <a:pt x="1350106" y="4195955"/>
                  <a:pt x="1342367" y="4195955"/>
                </a:cubicBezTo>
                <a:cubicBezTo>
                  <a:pt x="1331353" y="4195955"/>
                  <a:pt x="1316024" y="4200569"/>
                  <a:pt x="1296379" y="4209796"/>
                </a:cubicBezTo>
                <a:lnTo>
                  <a:pt x="1289682" y="4195955"/>
                </a:lnTo>
                <a:close/>
                <a:moveTo>
                  <a:pt x="712612" y="4059965"/>
                </a:moveTo>
                <a:cubicBezTo>
                  <a:pt x="709607" y="4059965"/>
                  <a:pt x="707030" y="4061099"/>
                  <a:pt x="704880" y="4063367"/>
                </a:cubicBezTo>
                <a:cubicBezTo>
                  <a:pt x="702729" y="4065635"/>
                  <a:pt x="701316" y="4070113"/>
                  <a:pt x="700638" y="4076799"/>
                </a:cubicBezTo>
                <a:cubicBezTo>
                  <a:pt x="699960" y="4083485"/>
                  <a:pt x="699622" y="4092779"/>
                  <a:pt x="699622" y="4104679"/>
                </a:cubicBezTo>
                <a:cubicBezTo>
                  <a:pt x="699622" y="4110982"/>
                  <a:pt x="700034" y="4116873"/>
                  <a:pt x="700859" y="4122352"/>
                </a:cubicBezTo>
                <a:cubicBezTo>
                  <a:pt x="701507" y="4126535"/>
                  <a:pt x="702892" y="4129716"/>
                  <a:pt x="705012" y="4131896"/>
                </a:cubicBezTo>
                <a:cubicBezTo>
                  <a:pt x="707133" y="4134075"/>
                  <a:pt x="709548" y="4135165"/>
                  <a:pt x="712258" y="4135165"/>
                </a:cubicBezTo>
                <a:cubicBezTo>
                  <a:pt x="714909" y="4135165"/>
                  <a:pt x="717118" y="4134429"/>
                  <a:pt x="718886" y="4132956"/>
                </a:cubicBezTo>
                <a:cubicBezTo>
                  <a:pt x="721183" y="4130953"/>
                  <a:pt x="722715" y="4128155"/>
                  <a:pt x="723481" y="4124561"/>
                </a:cubicBezTo>
                <a:cubicBezTo>
                  <a:pt x="724659" y="4118965"/>
                  <a:pt x="725248" y="4107654"/>
                  <a:pt x="725248" y="4090628"/>
                </a:cubicBezTo>
                <a:cubicBezTo>
                  <a:pt x="725248" y="4080614"/>
                  <a:pt x="724689" y="4073736"/>
                  <a:pt x="723570" y="4069995"/>
                </a:cubicBezTo>
                <a:cubicBezTo>
                  <a:pt x="722450" y="4066254"/>
                  <a:pt x="720800" y="4063529"/>
                  <a:pt x="718621" y="4061821"/>
                </a:cubicBezTo>
                <a:cubicBezTo>
                  <a:pt x="717089" y="4060584"/>
                  <a:pt x="715086" y="4059965"/>
                  <a:pt x="712612" y="4059965"/>
                </a:cubicBezTo>
                <a:close/>
                <a:moveTo>
                  <a:pt x="881676" y="4059435"/>
                </a:moveTo>
                <a:cubicBezTo>
                  <a:pt x="878613" y="4059435"/>
                  <a:pt x="876109" y="4060937"/>
                  <a:pt x="874165" y="4063942"/>
                </a:cubicBezTo>
                <a:cubicBezTo>
                  <a:pt x="870689" y="4069185"/>
                  <a:pt x="868951" y="4076372"/>
                  <a:pt x="868951" y="4085503"/>
                </a:cubicBezTo>
                <a:lnTo>
                  <a:pt x="868951" y="4088596"/>
                </a:lnTo>
                <a:lnTo>
                  <a:pt x="892987" y="4088596"/>
                </a:lnTo>
                <a:cubicBezTo>
                  <a:pt x="892987" y="4079111"/>
                  <a:pt x="892471" y="4072602"/>
                  <a:pt x="891440" y="4069067"/>
                </a:cubicBezTo>
                <a:cubicBezTo>
                  <a:pt x="890409" y="4065532"/>
                  <a:pt x="888804" y="4062852"/>
                  <a:pt x="886624" y="4061026"/>
                </a:cubicBezTo>
                <a:cubicBezTo>
                  <a:pt x="885387" y="4059965"/>
                  <a:pt x="883738" y="4059435"/>
                  <a:pt x="881676" y="4059435"/>
                </a:cubicBezTo>
                <a:close/>
                <a:moveTo>
                  <a:pt x="347053" y="4056165"/>
                </a:moveTo>
                <a:lnTo>
                  <a:pt x="381692" y="4056165"/>
                </a:lnTo>
                <a:lnTo>
                  <a:pt x="381692" y="4121645"/>
                </a:lnTo>
                <a:cubicBezTo>
                  <a:pt x="381692" y="4127477"/>
                  <a:pt x="382370" y="4131203"/>
                  <a:pt x="383725" y="4132823"/>
                </a:cubicBezTo>
                <a:cubicBezTo>
                  <a:pt x="385080" y="4134444"/>
                  <a:pt x="387731" y="4135371"/>
                  <a:pt x="391678" y="4135607"/>
                </a:cubicBezTo>
                <a:lnTo>
                  <a:pt x="391678" y="4138788"/>
                </a:lnTo>
                <a:lnTo>
                  <a:pt x="347053" y="4138788"/>
                </a:lnTo>
                <a:lnTo>
                  <a:pt x="347053" y="4135607"/>
                </a:lnTo>
                <a:cubicBezTo>
                  <a:pt x="350705" y="4135489"/>
                  <a:pt x="353415" y="4134429"/>
                  <a:pt x="355182" y="4132426"/>
                </a:cubicBezTo>
                <a:cubicBezTo>
                  <a:pt x="356361" y="4131071"/>
                  <a:pt x="356950" y="4127477"/>
                  <a:pt x="356950" y="4121645"/>
                </a:cubicBezTo>
                <a:lnTo>
                  <a:pt x="356950" y="4073397"/>
                </a:lnTo>
                <a:cubicBezTo>
                  <a:pt x="356950" y="4067565"/>
                  <a:pt x="356272" y="4063839"/>
                  <a:pt x="354917" y="4062218"/>
                </a:cubicBezTo>
                <a:cubicBezTo>
                  <a:pt x="353562" y="4060598"/>
                  <a:pt x="350941" y="4059671"/>
                  <a:pt x="347053" y="4059435"/>
                </a:cubicBezTo>
                <a:close/>
                <a:moveTo>
                  <a:pt x="177459" y="4056165"/>
                </a:moveTo>
                <a:lnTo>
                  <a:pt x="211126" y="4056165"/>
                </a:lnTo>
                <a:lnTo>
                  <a:pt x="211126" y="4112632"/>
                </a:lnTo>
                <a:cubicBezTo>
                  <a:pt x="211126" y="4118523"/>
                  <a:pt x="211406" y="4122323"/>
                  <a:pt x="211966" y="4124031"/>
                </a:cubicBezTo>
                <a:cubicBezTo>
                  <a:pt x="212525" y="4125739"/>
                  <a:pt x="213409" y="4127035"/>
                  <a:pt x="214617" y="4127919"/>
                </a:cubicBezTo>
                <a:cubicBezTo>
                  <a:pt x="215824" y="4128803"/>
                  <a:pt x="217224" y="4129245"/>
                  <a:pt x="218814" y="4129245"/>
                </a:cubicBezTo>
                <a:cubicBezTo>
                  <a:pt x="220935" y="4129245"/>
                  <a:pt x="222849" y="4128685"/>
                  <a:pt x="224558" y="4127566"/>
                </a:cubicBezTo>
                <a:cubicBezTo>
                  <a:pt x="226914" y="4126034"/>
                  <a:pt x="229742" y="4122941"/>
                  <a:pt x="233041" y="4118287"/>
                </a:cubicBezTo>
                <a:lnTo>
                  <a:pt x="233041" y="4074104"/>
                </a:lnTo>
                <a:cubicBezTo>
                  <a:pt x="233041" y="4067859"/>
                  <a:pt x="232467" y="4063971"/>
                  <a:pt x="231318" y="4062439"/>
                </a:cubicBezTo>
                <a:cubicBezTo>
                  <a:pt x="230169" y="4060908"/>
                  <a:pt x="227768" y="4059906"/>
                  <a:pt x="224116" y="4059435"/>
                </a:cubicBezTo>
                <a:lnTo>
                  <a:pt x="224116" y="4056165"/>
                </a:lnTo>
                <a:lnTo>
                  <a:pt x="257784" y="4056165"/>
                </a:lnTo>
                <a:lnTo>
                  <a:pt x="257784" y="4120850"/>
                </a:lnTo>
                <a:cubicBezTo>
                  <a:pt x="257784" y="4127153"/>
                  <a:pt x="258373" y="4131086"/>
                  <a:pt x="259551" y="4132647"/>
                </a:cubicBezTo>
                <a:cubicBezTo>
                  <a:pt x="260729" y="4134208"/>
                  <a:pt x="263115" y="4135195"/>
                  <a:pt x="266709" y="4135607"/>
                </a:cubicBezTo>
                <a:lnTo>
                  <a:pt x="266709" y="4138788"/>
                </a:lnTo>
                <a:lnTo>
                  <a:pt x="233041" y="4138788"/>
                </a:lnTo>
                <a:lnTo>
                  <a:pt x="233041" y="4127742"/>
                </a:lnTo>
                <a:cubicBezTo>
                  <a:pt x="229094" y="4132455"/>
                  <a:pt x="225147" y="4135887"/>
                  <a:pt x="221200" y="4138037"/>
                </a:cubicBezTo>
                <a:cubicBezTo>
                  <a:pt x="217253" y="4140187"/>
                  <a:pt x="212834" y="4141262"/>
                  <a:pt x="207945" y="4141262"/>
                </a:cubicBezTo>
                <a:cubicBezTo>
                  <a:pt x="203291" y="4141262"/>
                  <a:pt x="199152" y="4139834"/>
                  <a:pt x="195529" y="4136977"/>
                </a:cubicBezTo>
                <a:cubicBezTo>
                  <a:pt x="191907" y="4134120"/>
                  <a:pt x="189476" y="4130776"/>
                  <a:pt x="188239" y="4126947"/>
                </a:cubicBezTo>
                <a:cubicBezTo>
                  <a:pt x="187002" y="4123118"/>
                  <a:pt x="186384" y="4116431"/>
                  <a:pt x="186384" y="4106888"/>
                </a:cubicBezTo>
                <a:lnTo>
                  <a:pt x="186384" y="4074104"/>
                </a:lnTo>
                <a:cubicBezTo>
                  <a:pt x="186384" y="4067859"/>
                  <a:pt x="185809" y="4063971"/>
                  <a:pt x="184660" y="4062439"/>
                </a:cubicBezTo>
                <a:cubicBezTo>
                  <a:pt x="183511" y="4060908"/>
                  <a:pt x="181111" y="4059906"/>
                  <a:pt x="177459" y="4059435"/>
                </a:cubicBezTo>
                <a:close/>
                <a:moveTo>
                  <a:pt x="883001" y="4053691"/>
                </a:moveTo>
                <a:cubicBezTo>
                  <a:pt x="891367" y="4053691"/>
                  <a:pt x="898628" y="4057123"/>
                  <a:pt x="904784" y="4063986"/>
                </a:cubicBezTo>
                <a:cubicBezTo>
                  <a:pt x="910940" y="4070849"/>
                  <a:pt x="914254" y="4081026"/>
                  <a:pt x="914725" y="4094517"/>
                </a:cubicBezTo>
                <a:lnTo>
                  <a:pt x="869393" y="4094517"/>
                </a:lnTo>
                <a:cubicBezTo>
                  <a:pt x="869923" y="4105474"/>
                  <a:pt x="872839" y="4114134"/>
                  <a:pt x="878141" y="4120496"/>
                </a:cubicBezTo>
                <a:cubicBezTo>
                  <a:pt x="882206" y="4125386"/>
                  <a:pt x="887096" y="4127831"/>
                  <a:pt x="892810" y="4127831"/>
                </a:cubicBezTo>
                <a:cubicBezTo>
                  <a:pt x="896345" y="4127831"/>
                  <a:pt x="899555" y="4126844"/>
                  <a:pt x="902442" y="4124870"/>
                </a:cubicBezTo>
                <a:cubicBezTo>
                  <a:pt x="905329" y="4122897"/>
                  <a:pt x="908421" y="4119348"/>
                  <a:pt x="911720" y="4114222"/>
                </a:cubicBezTo>
                <a:lnTo>
                  <a:pt x="914725" y="4116166"/>
                </a:lnTo>
                <a:cubicBezTo>
                  <a:pt x="910248" y="4125298"/>
                  <a:pt x="905299" y="4131763"/>
                  <a:pt x="899879" y="4135563"/>
                </a:cubicBezTo>
                <a:cubicBezTo>
                  <a:pt x="894459" y="4139363"/>
                  <a:pt x="888185" y="4141262"/>
                  <a:pt x="881057" y="4141262"/>
                </a:cubicBezTo>
                <a:cubicBezTo>
                  <a:pt x="868804" y="4141262"/>
                  <a:pt x="859525" y="4136550"/>
                  <a:pt x="853221" y="4127124"/>
                </a:cubicBezTo>
                <a:cubicBezTo>
                  <a:pt x="848155" y="4119524"/>
                  <a:pt x="845622" y="4110099"/>
                  <a:pt x="845622" y="4098846"/>
                </a:cubicBezTo>
                <a:cubicBezTo>
                  <a:pt x="845622" y="4085061"/>
                  <a:pt x="849348" y="4074089"/>
                  <a:pt x="856800" y="4065930"/>
                </a:cubicBezTo>
                <a:cubicBezTo>
                  <a:pt x="864253" y="4057771"/>
                  <a:pt x="872986" y="4053691"/>
                  <a:pt x="883001" y="4053691"/>
                </a:cubicBezTo>
                <a:close/>
                <a:moveTo>
                  <a:pt x="829158" y="4053691"/>
                </a:moveTo>
                <a:cubicBezTo>
                  <a:pt x="832457" y="4053691"/>
                  <a:pt x="835093" y="4054707"/>
                  <a:pt x="837067" y="4056740"/>
                </a:cubicBezTo>
                <a:cubicBezTo>
                  <a:pt x="839041" y="4058772"/>
                  <a:pt x="840028" y="4061644"/>
                  <a:pt x="840028" y="4065356"/>
                </a:cubicBezTo>
                <a:cubicBezTo>
                  <a:pt x="840028" y="4069303"/>
                  <a:pt x="839070" y="4072366"/>
                  <a:pt x="837155" y="4074546"/>
                </a:cubicBezTo>
                <a:cubicBezTo>
                  <a:pt x="835241" y="4076725"/>
                  <a:pt x="832928" y="4077815"/>
                  <a:pt x="830219" y="4077815"/>
                </a:cubicBezTo>
                <a:cubicBezTo>
                  <a:pt x="827096" y="4077815"/>
                  <a:pt x="824386" y="4076814"/>
                  <a:pt x="822089" y="4074811"/>
                </a:cubicBezTo>
                <a:cubicBezTo>
                  <a:pt x="819791" y="4072808"/>
                  <a:pt x="818436" y="4071688"/>
                  <a:pt x="818024" y="4071453"/>
                </a:cubicBezTo>
                <a:cubicBezTo>
                  <a:pt x="817435" y="4071099"/>
                  <a:pt x="816757" y="4070923"/>
                  <a:pt x="815991" y="4070923"/>
                </a:cubicBezTo>
                <a:cubicBezTo>
                  <a:pt x="814283" y="4070923"/>
                  <a:pt x="812663" y="4071571"/>
                  <a:pt x="811131" y="4072867"/>
                </a:cubicBezTo>
                <a:cubicBezTo>
                  <a:pt x="808716" y="4074870"/>
                  <a:pt x="806890" y="4077727"/>
                  <a:pt x="805653" y="4081438"/>
                </a:cubicBezTo>
                <a:cubicBezTo>
                  <a:pt x="803767" y="4087153"/>
                  <a:pt x="802825" y="4093456"/>
                  <a:pt x="802825" y="4100349"/>
                </a:cubicBezTo>
                <a:lnTo>
                  <a:pt x="802825" y="4119348"/>
                </a:lnTo>
                <a:lnTo>
                  <a:pt x="802913" y="4124296"/>
                </a:lnTo>
                <a:cubicBezTo>
                  <a:pt x="802913" y="4127654"/>
                  <a:pt x="803119" y="4129804"/>
                  <a:pt x="803532" y="4130747"/>
                </a:cubicBezTo>
                <a:cubicBezTo>
                  <a:pt x="804239" y="4132337"/>
                  <a:pt x="805284" y="4133501"/>
                  <a:pt x="806669" y="4134237"/>
                </a:cubicBezTo>
                <a:cubicBezTo>
                  <a:pt x="808053" y="4134974"/>
                  <a:pt x="810395" y="4135430"/>
                  <a:pt x="813694" y="4135607"/>
                </a:cubicBezTo>
                <a:lnTo>
                  <a:pt x="813694" y="4138788"/>
                </a:lnTo>
                <a:lnTo>
                  <a:pt x="769069" y="4138788"/>
                </a:lnTo>
                <a:lnTo>
                  <a:pt x="769069" y="4135607"/>
                </a:lnTo>
                <a:cubicBezTo>
                  <a:pt x="772662" y="4135312"/>
                  <a:pt x="775093" y="4134326"/>
                  <a:pt x="776359" y="4132647"/>
                </a:cubicBezTo>
                <a:cubicBezTo>
                  <a:pt x="777626" y="4130968"/>
                  <a:pt x="778259" y="4126535"/>
                  <a:pt x="778259" y="4119348"/>
                </a:cubicBezTo>
                <a:lnTo>
                  <a:pt x="778259" y="4073662"/>
                </a:lnTo>
                <a:cubicBezTo>
                  <a:pt x="778259" y="4068949"/>
                  <a:pt x="778023" y="4065945"/>
                  <a:pt x="777552" y="4064649"/>
                </a:cubicBezTo>
                <a:cubicBezTo>
                  <a:pt x="776963" y="4062999"/>
                  <a:pt x="776109" y="4061791"/>
                  <a:pt x="774989" y="4061026"/>
                </a:cubicBezTo>
                <a:cubicBezTo>
                  <a:pt x="773870" y="4060260"/>
                  <a:pt x="771897" y="4059729"/>
                  <a:pt x="769069" y="4059435"/>
                </a:cubicBezTo>
                <a:lnTo>
                  <a:pt x="769069" y="4056165"/>
                </a:lnTo>
                <a:lnTo>
                  <a:pt x="802825" y="4056165"/>
                </a:lnTo>
                <a:lnTo>
                  <a:pt x="802825" y="4074899"/>
                </a:lnTo>
                <a:cubicBezTo>
                  <a:pt x="808304" y="4066357"/>
                  <a:pt x="813105" y="4060687"/>
                  <a:pt x="817229" y="4057889"/>
                </a:cubicBezTo>
                <a:cubicBezTo>
                  <a:pt x="821352" y="4055090"/>
                  <a:pt x="825329" y="4053691"/>
                  <a:pt x="829158" y="4053691"/>
                </a:cubicBezTo>
                <a:close/>
                <a:moveTo>
                  <a:pt x="712258" y="4053691"/>
                </a:moveTo>
                <a:cubicBezTo>
                  <a:pt x="719445" y="4053691"/>
                  <a:pt x="726132" y="4055547"/>
                  <a:pt x="732317" y="4059258"/>
                </a:cubicBezTo>
                <a:cubicBezTo>
                  <a:pt x="738503" y="4062970"/>
                  <a:pt x="743201" y="4068242"/>
                  <a:pt x="746412" y="4075076"/>
                </a:cubicBezTo>
                <a:cubicBezTo>
                  <a:pt x="749623" y="4081910"/>
                  <a:pt x="751228" y="4089391"/>
                  <a:pt x="751228" y="4097521"/>
                </a:cubicBezTo>
                <a:cubicBezTo>
                  <a:pt x="751228" y="4109244"/>
                  <a:pt x="748253" y="4119053"/>
                  <a:pt x="742303" y="4126947"/>
                </a:cubicBezTo>
                <a:cubicBezTo>
                  <a:pt x="735116" y="4136491"/>
                  <a:pt x="725189" y="4141262"/>
                  <a:pt x="712523" y="4141262"/>
                </a:cubicBezTo>
                <a:cubicBezTo>
                  <a:pt x="700093" y="4141262"/>
                  <a:pt x="690520" y="4136903"/>
                  <a:pt x="683804" y="4128184"/>
                </a:cubicBezTo>
                <a:cubicBezTo>
                  <a:pt x="677089" y="4119465"/>
                  <a:pt x="673730" y="4109362"/>
                  <a:pt x="673730" y="4097874"/>
                </a:cubicBezTo>
                <a:cubicBezTo>
                  <a:pt x="673730" y="4086033"/>
                  <a:pt x="677162" y="4075709"/>
                  <a:pt x="684025" y="4066902"/>
                </a:cubicBezTo>
                <a:cubicBezTo>
                  <a:pt x="690888" y="4058095"/>
                  <a:pt x="700299" y="4053691"/>
                  <a:pt x="712258" y="4053691"/>
                </a:cubicBezTo>
                <a:close/>
                <a:moveTo>
                  <a:pt x="436829" y="4053691"/>
                </a:moveTo>
                <a:cubicBezTo>
                  <a:pt x="445371" y="4053691"/>
                  <a:pt x="452160" y="4055841"/>
                  <a:pt x="457197" y="4060142"/>
                </a:cubicBezTo>
                <a:cubicBezTo>
                  <a:pt x="462234" y="4064442"/>
                  <a:pt x="464753" y="4069244"/>
                  <a:pt x="464753" y="4074546"/>
                </a:cubicBezTo>
                <a:cubicBezTo>
                  <a:pt x="464753" y="4077904"/>
                  <a:pt x="463736" y="4080584"/>
                  <a:pt x="461704" y="4082587"/>
                </a:cubicBezTo>
                <a:cubicBezTo>
                  <a:pt x="459671" y="4084590"/>
                  <a:pt x="457006" y="4085591"/>
                  <a:pt x="453707" y="4085591"/>
                </a:cubicBezTo>
                <a:cubicBezTo>
                  <a:pt x="450231" y="4085591"/>
                  <a:pt x="447359" y="4084443"/>
                  <a:pt x="445091" y="4082145"/>
                </a:cubicBezTo>
                <a:cubicBezTo>
                  <a:pt x="442823" y="4079848"/>
                  <a:pt x="441424" y="4075753"/>
                  <a:pt x="440893" y="4069862"/>
                </a:cubicBezTo>
                <a:cubicBezTo>
                  <a:pt x="440540" y="4066151"/>
                  <a:pt x="439686" y="4063559"/>
                  <a:pt x="438331" y="4062086"/>
                </a:cubicBezTo>
                <a:cubicBezTo>
                  <a:pt x="436976" y="4060613"/>
                  <a:pt x="435385" y="4059877"/>
                  <a:pt x="433559" y="4059877"/>
                </a:cubicBezTo>
                <a:cubicBezTo>
                  <a:pt x="430731" y="4059877"/>
                  <a:pt x="428316" y="4061379"/>
                  <a:pt x="426313" y="4064383"/>
                </a:cubicBezTo>
                <a:cubicBezTo>
                  <a:pt x="423249" y="4068920"/>
                  <a:pt x="421718" y="4075871"/>
                  <a:pt x="421718" y="4085238"/>
                </a:cubicBezTo>
                <a:cubicBezTo>
                  <a:pt x="421718" y="4093014"/>
                  <a:pt x="422955" y="4100452"/>
                  <a:pt x="425429" y="4107551"/>
                </a:cubicBezTo>
                <a:cubicBezTo>
                  <a:pt x="427904" y="4114649"/>
                  <a:pt x="431291" y="4119937"/>
                  <a:pt x="435591" y="4123412"/>
                </a:cubicBezTo>
                <a:cubicBezTo>
                  <a:pt x="438832" y="4125946"/>
                  <a:pt x="442661" y="4127212"/>
                  <a:pt x="447079" y="4127212"/>
                </a:cubicBezTo>
                <a:cubicBezTo>
                  <a:pt x="449966" y="4127212"/>
                  <a:pt x="452705" y="4126535"/>
                  <a:pt x="455297" y="4125180"/>
                </a:cubicBezTo>
                <a:cubicBezTo>
                  <a:pt x="457889" y="4123825"/>
                  <a:pt x="460953" y="4121262"/>
                  <a:pt x="464487" y="4117492"/>
                </a:cubicBezTo>
                <a:lnTo>
                  <a:pt x="467227" y="4119613"/>
                </a:lnTo>
                <a:cubicBezTo>
                  <a:pt x="463338" y="4126918"/>
                  <a:pt x="458493" y="4132352"/>
                  <a:pt x="452690" y="4135916"/>
                </a:cubicBezTo>
                <a:cubicBezTo>
                  <a:pt x="446888" y="4139480"/>
                  <a:pt x="440717" y="4141262"/>
                  <a:pt x="434178" y="4141262"/>
                </a:cubicBezTo>
                <a:cubicBezTo>
                  <a:pt x="423161" y="4141262"/>
                  <a:pt x="414354" y="4137109"/>
                  <a:pt x="407756" y="4128803"/>
                </a:cubicBezTo>
                <a:cubicBezTo>
                  <a:pt x="401158" y="4120496"/>
                  <a:pt x="397859" y="4110511"/>
                  <a:pt x="397859" y="4098846"/>
                </a:cubicBezTo>
                <a:cubicBezTo>
                  <a:pt x="397859" y="4087594"/>
                  <a:pt x="400864" y="4077697"/>
                  <a:pt x="406872" y="4069155"/>
                </a:cubicBezTo>
                <a:cubicBezTo>
                  <a:pt x="414118" y="4058846"/>
                  <a:pt x="424104" y="4053691"/>
                  <a:pt x="436829" y="4053691"/>
                </a:cubicBezTo>
                <a:close/>
                <a:moveTo>
                  <a:pt x="299925" y="4053691"/>
                </a:moveTo>
                <a:cubicBezTo>
                  <a:pt x="304403" y="4053691"/>
                  <a:pt x="308732" y="4054781"/>
                  <a:pt x="312915" y="4056961"/>
                </a:cubicBezTo>
                <a:cubicBezTo>
                  <a:pt x="314506" y="4057844"/>
                  <a:pt x="315802" y="4058286"/>
                  <a:pt x="316803" y="4058286"/>
                </a:cubicBezTo>
                <a:cubicBezTo>
                  <a:pt x="317864" y="4058286"/>
                  <a:pt x="318718" y="4058065"/>
                  <a:pt x="319366" y="4057623"/>
                </a:cubicBezTo>
                <a:cubicBezTo>
                  <a:pt x="320014" y="4057182"/>
                  <a:pt x="321045" y="4055930"/>
                  <a:pt x="322459" y="4053868"/>
                </a:cubicBezTo>
                <a:lnTo>
                  <a:pt x="325463" y="4053868"/>
                </a:lnTo>
                <a:lnTo>
                  <a:pt x="326789" y="4082057"/>
                </a:lnTo>
                <a:lnTo>
                  <a:pt x="323784" y="4082057"/>
                </a:lnTo>
                <a:cubicBezTo>
                  <a:pt x="320191" y="4073691"/>
                  <a:pt x="316465" y="4067977"/>
                  <a:pt x="312606" y="4064914"/>
                </a:cubicBezTo>
                <a:cubicBezTo>
                  <a:pt x="308747" y="4061850"/>
                  <a:pt x="304903" y="4060319"/>
                  <a:pt x="301074" y="4060319"/>
                </a:cubicBezTo>
                <a:cubicBezTo>
                  <a:pt x="298659" y="4060319"/>
                  <a:pt x="296597" y="4061129"/>
                  <a:pt x="294889" y="4062749"/>
                </a:cubicBezTo>
                <a:cubicBezTo>
                  <a:pt x="293180" y="4064369"/>
                  <a:pt x="292326" y="4066239"/>
                  <a:pt x="292326" y="4068360"/>
                </a:cubicBezTo>
                <a:cubicBezTo>
                  <a:pt x="292326" y="4069951"/>
                  <a:pt x="292915" y="4071482"/>
                  <a:pt x="294093" y="4072955"/>
                </a:cubicBezTo>
                <a:cubicBezTo>
                  <a:pt x="295979" y="4075370"/>
                  <a:pt x="301251" y="4079509"/>
                  <a:pt x="309911" y="4085371"/>
                </a:cubicBezTo>
                <a:cubicBezTo>
                  <a:pt x="318571" y="4091232"/>
                  <a:pt x="324271" y="4096210"/>
                  <a:pt x="327009" y="4100305"/>
                </a:cubicBezTo>
                <a:cubicBezTo>
                  <a:pt x="329749" y="4104399"/>
                  <a:pt x="331119" y="4108979"/>
                  <a:pt x="331119" y="4114046"/>
                </a:cubicBezTo>
                <a:cubicBezTo>
                  <a:pt x="331119" y="4118641"/>
                  <a:pt x="329970" y="4123147"/>
                  <a:pt x="327672" y="4127566"/>
                </a:cubicBezTo>
                <a:cubicBezTo>
                  <a:pt x="325375" y="4131984"/>
                  <a:pt x="322135" y="4135371"/>
                  <a:pt x="317952" y="4137728"/>
                </a:cubicBezTo>
                <a:cubicBezTo>
                  <a:pt x="313769" y="4140084"/>
                  <a:pt x="309145" y="4141262"/>
                  <a:pt x="304079" y="4141262"/>
                </a:cubicBezTo>
                <a:cubicBezTo>
                  <a:pt x="300132" y="4141262"/>
                  <a:pt x="294859" y="4140025"/>
                  <a:pt x="288261" y="4137551"/>
                </a:cubicBezTo>
                <a:cubicBezTo>
                  <a:pt x="286494" y="4136903"/>
                  <a:pt x="285286" y="4136579"/>
                  <a:pt x="284638" y="4136579"/>
                </a:cubicBezTo>
                <a:cubicBezTo>
                  <a:pt x="282694" y="4136579"/>
                  <a:pt x="281074" y="4138052"/>
                  <a:pt x="279778" y="4140997"/>
                </a:cubicBezTo>
                <a:lnTo>
                  <a:pt x="276862" y="4140997"/>
                </a:lnTo>
                <a:lnTo>
                  <a:pt x="275448" y="4111306"/>
                </a:lnTo>
                <a:lnTo>
                  <a:pt x="278452" y="4111306"/>
                </a:lnTo>
                <a:cubicBezTo>
                  <a:pt x="281103" y="4119082"/>
                  <a:pt x="284741" y="4124915"/>
                  <a:pt x="289366" y="4128803"/>
                </a:cubicBezTo>
                <a:cubicBezTo>
                  <a:pt x="293990" y="4132691"/>
                  <a:pt x="298364" y="4134635"/>
                  <a:pt x="302488" y="4134635"/>
                </a:cubicBezTo>
                <a:cubicBezTo>
                  <a:pt x="305316" y="4134635"/>
                  <a:pt x="307628" y="4133766"/>
                  <a:pt x="309425" y="4132028"/>
                </a:cubicBezTo>
                <a:cubicBezTo>
                  <a:pt x="311222" y="4130290"/>
                  <a:pt x="312120" y="4128184"/>
                  <a:pt x="312120" y="4125710"/>
                </a:cubicBezTo>
                <a:cubicBezTo>
                  <a:pt x="312120" y="4122882"/>
                  <a:pt x="311236" y="4120437"/>
                  <a:pt x="309469" y="4118376"/>
                </a:cubicBezTo>
                <a:cubicBezTo>
                  <a:pt x="307702" y="4116314"/>
                  <a:pt x="303755" y="4113191"/>
                  <a:pt x="297628" y="4109009"/>
                </a:cubicBezTo>
                <a:cubicBezTo>
                  <a:pt x="288615" y="4102764"/>
                  <a:pt x="282782" y="4097992"/>
                  <a:pt x="280131" y="4094693"/>
                </a:cubicBezTo>
                <a:cubicBezTo>
                  <a:pt x="276243" y="4089863"/>
                  <a:pt x="274299" y="4084531"/>
                  <a:pt x="274299" y="4078699"/>
                </a:cubicBezTo>
                <a:cubicBezTo>
                  <a:pt x="274299" y="4072336"/>
                  <a:pt x="276493" y="4066578"/>
                  <a:pt x="280882" y="4061423"/>
                </a:cubicBezTo>
                <a:cubicBezTo>
                  <a:pt x="285271" y="4056268"/>
                  <a:pt x="291619" y="4053691"/>
                  <a:pt x="299925" y="4053691"/>
                </a:cubicBezTo>
                <a:close/>
                <a:moveTo>
                  <a:pt x="646007" y="4025944"/>
                </a:moveTo>
                <a:lnTo>
                  <a:pt x="648923" y="4025944"/>
                </a:lnTo>
                <a:lnTo>
                  <a:pt x="648923" y="4056165"/>
                </a:lnTo>
                <a:lnTo>
                  <a:pt x="668540" y="4056165"/>
                </a:lnTo>
                <a:lnTo>
                  <a:pt x="668540" y="4064914"/>
                </a:lnTo>
                <a:lnTo>
                  <a:pt x="648923" y="4064914"/>
                </a:lnTo>
                <a:lnTo>
                  <a:pt x="648923" y="4115901"/>
                </a:lnTo>
                <a:cubicBezTo>
                  <a:pt x="648923" y="4120673"/>
                  <a:pt x="649144" y="4123751"/>
                  <a:pt x="649585" y="4125136"/>
                </a:cubicBezTo>
                <a:cubicBezTo>
                  <a:pt x="650027" y="4126520"/>
                  <a:pt x="650808" y="4127639"/>
                  <a:pt x="651927" y="4128494"/>
                </a:cubicBezTo>
                <a:cubicBezTo>
                  <a:pt x="653046" y="4129348"/>
                  <a:pt x="654078" y="4129775"/>
                  <a:pt x="655020" y="4129775"/>
                </a:cubicBezTo>
                <a:cubicBezTo>
                  <a:pt x="658849" y="4129775"/>
                  <a:pt x="662472" y="4126859"/>
                  <a:pt x="665889" y="4121027"/>
                </a:cubicBezTo>
                <a:lnTo>
                  <a:pt x="668540" y="4122971"/>
                </a:lnTo>
                <a:cubicBezTo>
                  <a:pt x="663768" y="4134282"/>
                  <a:pt x="656021" y="4139937"/>
                  <a:pt x="645300" y="4139937"/>
                </a:cubicBezTo>
                <a:cubicBezTo>
                  <a:pt x="640057" y="4139937"/>
                  <a:pt x="635623" y="4138479"/>
                  <a:pt x="632000" y="4135563"/>
                </a:cubicBezTo>
                <a:cubicBezTo>
                  <a:pt x="628378" y="4132647"/>
                  <a:pt x="626065" y="4129392"/>
                  <a:pt x="625064" y="4125798"/>
                </a:cubicBezTo>
                <a:cubicBezTo>
                  <a:pt x="624475" y="4123795"/>
                  <a:pt x="624180" y="4118376"/>
                  <a:pt x="624180" y="4109539"/>
                </a:cubicBezTo>
                <a:lnTo>
                  <a:pt x="624180" y="4064914"/>
                </a:lnTo>
                <a:lnTo>
                  <a:pt x="613399" y="4064914"/>
                </a:lnTo>
                <a:lnTo>
                  <a:pt x="613399" y="4061821"/>
                </a:lnTo>
                <a:cubicBezTo>
                  <a:pt x="620822" y="4056578"/>
                  <a:pt x="627140" y="4051070"/>
                  <a:pt x="632354" y="4045296"/>
                </a:cubicBezTo>
                <a:cubicBezTo>
                  <a:pt x="637567" y="4039523"/>
                  <a:pt x="642118" y="4033072"/>
                  <a:pt x="646007" y="4025944"/>
                </a:cubicBezTo>
                <a:close/>
                <a:moveTo>
                  <a:pt x="4064" y="4018963"/>
                </a:moveTo>
                <a:lnTo>
                  <a:pt x="53020" y="4018963"/>
                </a:lnTo>
                <a:lnTo>
                  <a:pt x="86687" y="4097963"/>
                </a:lnTo>
                <a:lnTo>
                  <a:pt x="119206" y="4018963"/>
                </a:lnTo>
                <a:lnTo>
                  <a:pt x="167984" y="4018963"/>
                </a:lnTo>
                <a:lnTo>
                  <a:pt x="167984" y="4022233"/>
                </a:lnTo>
                <a:lnTo>
                  <a:pt x="164096" y="4022233"/>
                </a:lnTo>
                <a:cubicBezTo>
                  <a:pt x="160562" y="4022233"/>
                  <a:pt x="157734" y="4022851"/>
                  <a:pt x="155613" y="4024088"/>
                </a:cubicBezTo>
                <a:cubicBezTo>
                  <a:pt x="154141" y="4024913"/>
                  <a:pt x="152962" y="4026297"/>
                  <a:pt x="152079" y="4028241"/>
                </a:cubicBezTo>
                <a:cubicBezTo>
                  <a:pt x="151431" y="4029655"/>
                  <a:pt x="151107" y="4033337"/>
                  <a:pt x="151107" y="4039287"/>
                </a:cubicBezTo>
                <a:lnTo>
                  <a:pt x="151107" y="4118287"/>
                </a:lnTo>
                <a:cubicBezTo>
                  <a:pt x="151107" y="4124414"/>
                  <a:pt x="151431" y="4128243"/>
                  <a:pt x="152079" y="4129775"/>
                </a:cubicBezTo>
                <a:cubicBezTo>
                  <a:pt x="152727" y="4131307"/>
                  <a:pt x="154052" y="4132647"/>
                  <a:pt x="156055" y="4133796"/>
                </a:cubicBezTo>
                <a:cubicBezTo>
                  <a:pt x="158058" y="4134944"/>
                  <a:pt x="160739" y="4135519"/>
                  <a:pt x="164096" y="4135519"/>
                </a:cubicBezTo>
                <a:lnTo>
                  <a:pt x="167984" y="4135519"/>
                </a:lnTo>
                <a:lnTo>
                  <a:pt x="167984" y="4138788"/>
                </a:lnTo>
                <a:lnTo>
                  <a:pt x="105421" y="4138788"/>
                </a:lnTo>
                <a:lnTo>
                  <a:pt x="105421" y="4135519"/>
                </a:lnTo>
                <a:lnTo>
                  <a:pt x="109309" y="4135519"/>
                </a:lnTo>
                <a:cubicBezTo>
                  <a:pt x="112844" y="4135519"/>
                  <a:pt x="115672" y="4134900"/>
                  <a:pt x="117792" y="4133663"/>
                </a:cubicBezTo>
                <a:cubicBezTo>
                  <a:pt x="119265" y="4132838"/>
                  <a:pt x="120443" y="4131424"/>
                  <a:pt x="121327" y="4129421"/>
                </a:cubicBezTo>
                <a:cubicBezTo>
                  <a:pt x="121975" y="4128007"/>
                  <a:pt x="122299" y="4124296"/>
                  <a:pt x="122299" y="4118287"/>
                </a:cubicBezTo>
                <a:lnTo>
                  <a:pt x="122299" y="4029479"/>
                </a:lnTo>
                <a:lnTo>
                  <a:pt x="76348" y="4138788"/>
                </a:lnTo>
                <a:lnTo>
                  <a:pt x="74228" y="4138788"/>
                </a:lnTo>
                <a:lnTo>
                  <a:pt x="27570" y="4030274"/>
                </a:lnTo>
                <a:lnTo>
                  <a:pt x="27570" y="4114664"/>
                </a:lnTo>
                <a:cubicBezTo>
                  <a:pt x="27570" y="4120555"/>
                  <a:pt x="27717" y="4124178"/>
                  <a:pt x="28012" y="4125533"/>
                </a:cubicBezTo>
                <a:cubicBezTo>
                  <a:pt x="28778" y="4128479"/>
                  <a:pt x="30442" y="4130879"/>
                  <a:pt x="33005" y="4132735"/>
                </a:cubicBezTo>
                <a:cubicBezTo>
                  <a:pt x="35567" y="4134591"/>
                  <a:pt x="39588" y="4135519"/>
                  <a:pt x="45067" y="4135519"/>
                </a:cubicBezTo>
                <a:lnTo>
                  <a:pt x="45067" y="4138788"/>
                </a:lnTo>
                <a:lnTo>
                  <a:pt x="4064" y="4138788"/>
                </a:lnTo>
                <a:lnTo>
                  <a:pt x="4064" y="4135519"/>
                </a:lnTo>
                <a:lnTo>
                  <a:pt x="5302" y="4135519"/>
                </a:lnTo>
                <a:cubicBezTo>
                  <a:pt x="7952" y="4135578"/>
                  <a:pt x="10427" y="4135150"/>
                  <a:pt x="12725" y="4134237"/>
                </a:cubicBezTo>
                <a:cubicBezTo>
                  <a:pt x="15022" y="4133324"/>
                  <a:pt x="16760" y="4132102"/>
                  <a:pt x="17938" y="4130570"/>
                </a:cubicBezTo>
                <a:cubicBezTo>
                  <a:pt x="19116" y="4129038"/>
                  <a:pt x="20029" y="4126888"/>
                  <a:pt x="20677" y="4124119"/>
                </a:cubicBezTo>
                <a:cubicBezTo>
                  <a:pt x="20795" y="4123471"/>
                  <a:pt x="20854" y="4120467"/>
                  <a:pt x="20854" y="4115106"/>
                </a:cubicBezTo>
                <a:lnTo>
                  <a:pt x="20854" y="4039287"/>
                </a:lnTo>
                <a:cubicBezTo>
                  <a:pt x="20854" y="4033219"/>
                  <a:pt x="20530" y="4029434"/>
                  <a:pt x="19882" y="4027932"/>
                </a:cubicBezTo>
                <a:cubicBezTo>
                  <a:pt x="19234" y="4026430"/>
                  <a:pt x="17909" y="4025104"/>
                  <a:pt x="15905" y="4023956"/>
                </a:cubicBezTo>
                <a:cubicBezTo>
                  <a:pt x="13903" y="4022807"/>
                  <a:pt x="11222" y="4022233"/>
                  <a:pt x="7864" y="4022233"/>
                </a:cubicBezTo>
                <a:lnTo>
                  <a:pt x="4064" y="4022233"/>
                </a:lnTo>
                <a:close/>
                <a:moveTo>
                  <a:pt x="551747" y="4016224"/>
                </a:moveTo>
                <a:cubicBezTo>
                  <a:pt x="555635" y="4016224"/>
                  <a:pt x="559406" y="4016695"/>
                  <a:pt x="563058" y="4017637"/>
                </a:cubicBezTo>
                <a:cubicBezTo>
                  <a:pt x="565827" y="4018344"/>
                  <a:pt x="569200" y="4019655"/>
                  <a:pt x="573176" y="4021570"/>
                </a:cubicBezTo>
                <a:cubicBezTo>
                  <a:pt x="577153" y="4023484"/>
                  <a:pt x="579936" y="4024442"/>
                  <a:pt x="581527" y="4024442"/>
                </a:cubicBezTo>
                <a:cubicBezTo>
                  <a:pt x="583059" y="4024442"/>
                  <a:pt x="584266" y="4023970"/>
                  <a:pt x="585150" y="4023028"/>
                </a:cubicBezTo>
                <a:cubicBezTo>
                  <a:pt x="586033" y="4022085"/>
                  <a:pt x="586858" y="4019817"/>
                  <a:pt x="587624" y="4016224"/>
                </a:cubicBezTo>
                <a:lnTo>
                  <a:pt x="590275" y="4016224"/>
                </a:lnTo>
                <a:lnTo>
                  <a:pt x="591247" y="4056165"/>
                </a:lnTo>
                <a:lnTo>
                  <a:pt x="587624" y="4056165"/>
                </a:lnTo>
                <a:cubicBezTo>
                  <a:pt x="585916" y="4046150"/>
                  <a:pt x="581718" y="4038094"/>
                  <a:pt x="575032" y="4031997"/>
                </a:cubicBezTo>
                <a:cubicBezTo>
                  <a:pt x="568345" y="4025900"/>
                  <a:pt x="561114" y="4022851"/>
                  <a:pt x="553338" y="4022851"/>
                </a:cubicBezTo>
                <a:cubicBezTo>
                  <a:pt x="547329" y="4022851"/>
                  <a:pt x="542572" y="4024456"/>
                  <a:pt x="539067" y="4027667"/>
                </a:cubicBezTo>
                <a:cubicBezTo>
                  <a:pt x="535561" y="4030878"/>
                  <a:pt x="533809" y="4034574"/>
                  <a:pt x="533809" y="4038757"/>
                </a:cubicBezTo>
                <a:cubicBezTo>
                  <a:pt x="533809" y="4041408"/>
                  <a:pt x="534427" y="4043765"/>
                  <a:pt x="535664" y="4045826"/>
                </a:cubicBezTo>
                <a:cubicBezTo>
                  <a:pt x="537373" y="4048595"/>
                  <a:pt x="540112" y="4051335"/>
                  <a:pt x="543883" y="4054045"/>
                </a:cubicBezTo>
                <a:cubicBezTo>
                  <a:pt x="546651" y="4055989"/>
                  <a:pt x="553043" y="4059435"/>
                  <a:pt x="563058" y="4064383"/>
                </a:cubicBezTo>
                <a:cubicBezTo>
                  <a:pt x="577079" y="4071276"/>
                  <a:pt x="586534" y="4077786"/>
                  <a:pt x="591424" y="4083913"/>
                </a:cubicBezTo>
                <a:cubicBezTo>
                  <a:pt x="596254" y="4090039"/>
                  <a:pt x="598670" y="4097050"/>
                  <a:pt x="598670" y="4104944"/>
                </a:cubicBezTo>
                <a:cubicBezTo>
                  <a:pt x="598670" y="4114959"/>
                  <a:pt x="594767" y="4123574"/>
                  <a:pt x="586962" y="4130791"/>
                </a:cubicBezTo>
                <a:cubicBezTo>
                  <a:pt x="579156" y="4138008"/>
                  <a:pt x="569244" y="4141616"/>
                  <a:pt x="557226" y="4141616"/>
                </a:cubicBezTo>
                <a:cubicBezTo>
                  <a:pt x="553455" y="4141616"/>
                  <a:pt x="549892" y="4141233"/>
                  <a:pt x="546533" y="4140467"/>
                </a:cubicBezTo>
                <a:cubicBezTo>
                  <a:pt x="543176" y="4139701"/>
                  <a:pt x="538964" y="4138258"/>
                  <a:pt x="533897" y="4136137"/>
                </a:cubicBezTo>
                <a:cubicBezTo>
                  <a:pt x="531070" y="4134959"/>
                  <a:pt x="528742" y="4134370"/>
                  <a:pt x="526916" y="4134370"/>
                </a:cubicBezTo>
                <a:cubicBezTo>
                  <a:pt x="525384" y="4134370"/>
                  <a:pt x="523765" y="4134959"/>
                  <a:pt x="522056" y="4136137"/>
                </a:cubicBezTo>
                <a:cubicBezTo>
                  <a:pt x="520347" y="4137315"/>
                  <a:pt x="518963" y="4139112"/>
                  <a:pt x="517903" y="4141528"/>
                </a:cubicBezTo>
                <a:lnTo>
                  <a:pt x="514633" y="4141528"/>
                </a:lnTo>
                <a:lnTo>
                  <a:pt x="514633" y="4096284"/>
                </a:lnTo>
                <a:lnTo>
                  <a:pt x="517903" y="4096284"/>
                </a:lnTo>
                <a:cubicBezTo>
                  <a:pt x="520495" y="4109009"/>
                  <a:pt x="525487" y="4118714"/>
                  <a:pt x="532881" y="4125401"/>
                </a:cubicBezTo>
                <a:cubicBezTo>
                  <a:pt x="540274" y="4132087"/>
                  <a:pt x="548242" y="4135430"/>
                  <a:pt x="556784" y="4135430"/>
                </a:cubicBezTo>
                <a:cubicBezTo>
                  <a:pt x="563382" y="4135430"/>
                  <a:pt x="568640" y="4133634"/>
                  <a:pt x="572557" y="4130040"/>
                </a:cubicBezTo>
                <a:cubicBezTo>
                  <a:pt x="576475" y="4126446"/>
                  <a:pt x="578434" y="4122264"/>
                  <a:pt x="578434" y="4117492"/>
                </a:cubicBezTo>
                <a:cubicBezTo>
                  <a:pt x="578434" y="4114664"/>
                  <a:pt x="577683" y="4111925"/>
                  <a:pt x="576180" y="4109274"/>
                </a:cubicBezTo>
                <a:cubicBezTo>
                  <a:pt x="574678" y="4106623"/>
                  <a:pt x="572396" y="4104104"/>
                  <a:pt x="569332" y="4101718"/>
                </a:cubicBezTo>
                <a:cubicBezTo>
                  <a:pt x="566269" y="4099332"/>
                  <a:pt x="560849" y="4096225"/>
                  <a:pt x="553073" y="4092396"/>
                </a:cubicBezTo>
                <a:cubicBezTo>
                  <a:pt x="542174" y="4087035"/>
                  <a:pt x="534339" y="4082469"/>
                  <a:pt x="529567" y="4078699"/>
                </a:cubicBezTo>
                <a:cubicBezTo>
                  <a:pt x="524795" y="4074929"/>
                  <a:pt x="521128" y="4070716"/>
                  <a:pt x="518565" y="4066062"/>
                </a:cubicBezTo>
                <a:cubicBezTo>
                  <a:pt x="516003" y="4061408"/>
                  <a:pt x="514721" y="4056283"/>
                  <a:pt x="514721" y="4050687"/>
                </a:cubicBezTo>
                <a:cubicBezTo>
                  <a:pt x="514721" y="4041143"/>
                  <a:pt x="518227" y="4033013"/>
                  <a:pt x="525237" y="4026297"/>
                </a:cubicBezTo>
                <a:cubicBezTo>
                  <a:pt x="532247" y="4019582"/>
                  <a:pt x="541084" y="4016224"/>
                  <a:pt x="551747" y="4016224"/>
                </a:cubicBezTo>
                <a:close/>
                <a:moveTo>
                  <a:pt x="369321" y="4016135"/>
                </a:moveTo>
                <a:cubicBezTo>
                  <a:pt x="373150" y="4016135"/>
                  <a:pt x="376390" y="4017475"/>
                  <a:pt x="379041" y="4020156"/>
                </a:cubicBezTo>
                <a:cubicBezTo>
                  <a:pt x="381692" y="4022836"/>
                  <a:pt x="383018" y="4026062"/>
                  <a:pt x="383018" y="4029832"/>
                </a:cubicBezTo>
                <a:cubicBezTo>
                  <a:pt x="383018" y="4033602"/>
                  <a:pt x="381678" y="4036813"/>
                  <a:pt x="378997" y="4039464"/>
                </a:cubicBezTo>
                <a:cubicBezTo>
                  <a:pt x="376317" y="4042115"/>
                  <a:pt x="373091" y="4043441"/>
                  <a:pt x="369321" y="4043441"/>
                </a:cubicBezTo>
                <a:cubicBezTo>
                  <a:pt x="365551" y="4043441"/>
                  <a:pt x="362340" y="4042115"/>
                  <a:pt x="359689" y="4039464"/>
                </a:cubicBezTo>
                <a:cubicBezTo>
                  <a:pt x="357038" y="4036813"/>
                  <a:pt x="355713" y="4033602"/>
                  <a:pt x="355713" y="4029832"/>
                </a:cubicBezTo>
                <a:cubicBezTo>
                  <a:pt x="355713" y="4026062"/>
                  <a:pt x="357038" y="4022836"/>
                  <a:pt x="359689" y="4020156"/>
                </a:cubicBezTo>
                <a:cubicBezTo>
                  <a:pt x="362340" y="4017475"/>
                  <a:pt x="365551" y="4016135"/>
                  <a:pt x="369321" y="4016135"/>
                </a:cubicBezTo>
                <a:close/>
                <a:moveTo>
                  <a:pt x="10068913" y="3998691"/>
                </a:moveTo>
                <a:cubicBezTo>
                  <a:pt x="10060017" y="4002226"/>
                  <a:pt x="10054273" y="4004729"/>
                  <a:pt x="10051681" y="4006202"/>
                </a:cubicBezTo>
                <a:cubicBezTo>
                  <a:pt x="10047027" y="4008794"/>
                  <a:pt x="10043699" y="4011504"/>
                  <a:pt x="10041696" y="4014332"/>
                </a:cubicBezTo>
                <a:cubicBezTo>
                  <a:pt x="10039693" y="4017160"/>
                  <a:pt x="10038691" y="4020252"/>
                  <a:pt x="10038691" y="4023610"/>
                </a:cubicBezTo>
                <a:cubicBezTo>
                  <a:pt x="10038691" y="4027852"/>
                  <a:pt x="10039958" y="4031372"/>
                  <a:pt x="10042491" y="4034170"/>
                </a:cubicBezTo>
                <a:cubicBezTo>
                  <a:pt x="10045024" y="4036969"/>
                  <a:pt x="10047940" y="4038368"/>
                  <a:pt x="10051239" y="4038368"/>
                </a:cubicBezTo>
                <a:cubicBezTo>
                  <a:pt x="10055717" y="4038368"/>
                  <a:pt x="10061608" y="4035422"/>
                  <a:pt x="10068913" y="4029531"/>
                </a:cubicBezTo>
                <a:close/>
                <a:moveTo>
                  <a:pt x="9735538" y="3998691"/>
                </a:moveTo>
                <a:cubicBezTo>
                  <a:pt x="9726642" y="4002226"/>
                  <a:pt x="9720898" y="4004729"/>
                  <a:pt x="9718306" y="4006202"/>
                </a:cubicBezTo>
                <a:cubicBezTo>
                  <a:pt x="9713652" y="4008794"/>
                  <a:pt x="9710324" y="4011504"/>
                  <a:pt x="9708321" y="4014332"/>
                </a:cubicBezTo>
                <a:cubicBezTo>
                  <a:pt x="9706318" y="4017160"/>
                  <a:pt x="9705316" y="4020252"/>
                  <a:pt x="9705316" y="4023610"/>
                </a:cubicBezTo>
                <a:cubicBezTo>
                  <a:pt x="9705316" y="4027852"/>
                  <a:pt x="9706583" y="4031372"/>
                  <a:pt x="9709116" y="4034170"/>
                </a:cubicBezTo>
                <a:cubicBezTo>
                  <a:pt x="9711649" y="4036969"/>
                  <a:pt x="9714565" y="4038368"/>
                  <a:pt x="9717864" y="4038368"/>
                </a:cubicBezTo>
                <a:cubicBezTo>
                  <a:pt x="9722342" y="4038368"/>
                  <a:pt x="9728233" y="4035422"/>
                  <a:pt x="9735538" y="4029531"/>
                </a:cubicBezTo>
                <a:close/>
                <a:moveTo>
                  <a:pt x="11097102" y="3991400"/>
                </a:moveTo>
                <a:lnTo>
                  <a:pt x="11421696" y="3991400"/>
                </a:lnTo>
                <a:lnTo>
                  <a:pt x="11421696" y="4008367"/>
                </a:lnTo>
                <a:lnTo>
                  <a:pt x="11219885" y="4609335"/>
                </a:lnTo>
                <a:lnTo>
                  <a:pt x="11169879" y="4609335"/>
                </a:lnTo>
                <a:lnTo>
                  <a:pt x="11350705" y="4064177"/>
                </a:lnTo>
                <a:lnTo>
                  <a:pt x="11184166" y="4064177"/>
                </a:lnTo>
                <a:cubicBezTo>
                  <a:pt x="11150531" y="4064177"/>
                  <a:pt x="11126570" y="4068196"/>
                  <a:pt x="11112282" y="4076232"/>
                </a:cubicBezTo>
                <a:cubicBezTo>
                  <a:pt x="11087279" y="4089925"/>
                  <a:pt x="11067187" y="4111058"/>
                  <a:pt x="11052007" y="4139633"/>
                </a:cubicBezTo>
                <a:lnTo>
                  <a:pt x="11039059" y="4134722"/>
                </a:lnTo>
                <a:close/>
                <a:moveTo>
                  <a:pt x="9578631" y="3976423"/>
                </a:moveTo>
                <a:cubicBezTo>
                  <a:pt x="9575803" y="3976423"/>
                  <a:pt x="9573005" y="3977130"/>
                  <a:pt x="9570236" y="3978543"/>
                </a:cubicBezTo>
                <a:cubicBezTo>
                  <a:pt x="9568115" y="3979604"/>
                  <a:pt x="9564610" y="3982785"/>
                  <a:pt x="9559721" y="3988087"/>
                </a:cubicBezTo>
                <a:lnTo>
                  <a:pt x="9559721" y="4018308"/>
                </a:lnTo>
                <a:cubicBezTo>
                  <a:pt x="9559721" y="4024848"/>
                  <a:pt x="9559986" y="4029148"/>
                  <a:pt x="9560516" y="4031210"/>
                </a:cubicBezTo>
                <a:cubicBezTo>
                  <a:pt x="9561341" y="4034627"/>
                  <a:pt x="9563358" y="4037631"/>
                  <a:pt x="9566569" y="4040223"/>
                </a:cubicBezTo>
                <a:cubicBezTo>
                  <a:pt x="9569780" y="4042815"/>
                  <a:pt x="9573830" y="4044111"/>
                  <a:pt x="9578719" y="4044111"/>
                </a:cubicBezTo>
                <a:cubicBezTo>
                  <a:pt x="9584611" y="4044111"/>
                  <a:pt x="9589382" y="4041814"/>
                  <a:pt x="9593035" y="4037219"/>
                </a:cubicBezTo>
                <a:cubicBezTo>
                  <a:pt x="9597807" y="4031210"/>
                  <a:pt x="9600193" y="4022756"/>
                  <a:pt x="9600193" y="4011858"/>
                </a:cubicBezTo>
                <a:cubicBezTo>
                  <a:pt x="9600193" y="3999486"/>
                  <a:pt x="9597483" y="3989972"/>
                  <a:pt x="9592063" y="3983315"/>
                </a:cubicBezTo>
                <a:cubicBezTo>
                  <a:pt x="9588293" y="3978720"/>
                  <a:pt x="9583815" y="3976423"/>
                  <a:pt x="9578631" y="3976423"/>
                </a:cubicBezTo>
                <a:close/>
                <a:moveTo>
                  <a:pt x="10389916" y="3969795"/>
                </a:moveTo>
                <a:cubicBezTo>
                  <a:pt x="10385027" y="3969795"/>
                  <a:pt x="10380653" y="3971695"/>
                  <a:pt x="10376794" y="3975495"/>
                </a:cubicBezTo>
                <a:cubicBezTo>
                  <a:pt x="10372935" y="3979295"/>
                  <a:pt x="10370682" y="3984582"/>
                  <a:pt x="10370034" y="3991357"/>
                </a:cubicBezTo>
                <a:lnTo>
                  <a:pt x="10407501" y="3991357"/>
                </a:lnTo>
                <a:cubicBezTo>
                  <a:pt x="10407207" y="3986172"/>
                  <a:pt x="10406588" y="3982520"/>
                  <a:pt x="10405646" y="3980399"/>
                </a:cubicBezTo>
                <a:cubicBezTo>
                  <a:pt x="10404173" y="3977100"/>
                  <a:pt x="10401979" y="3974508"/>
                  <a:pt x="10399062" y="3972623"/>
                </a:cubicBezTo>
                <a:cubicBezTo>
                  <a:pt x="10396146" y="3970738"/>
                  <a:pt x="10393098" y="3969795"/>
                  <a:pt x="10389916" y="3969795"/>
                </a:cubicBezTo>
                <a:close/>
                <a:moveTo>
                  <a:pt x="10517099" y="3969353"/>
                </a:moveTo>
                <a:cubicBezTo>
                  <a:pt x="10513977" y="3969353"/>
                  <a:pt x="10510840" y="3970281"/>
                  <a:pt x="10507688" y="3972137"/>
                </a:cubicBezTo>
                <a:cubicBezTo>
                  <a:pt x="10504537" y="3973993"/>
                  <a:pt x="10501989" y="3977247"/>
                  <a:pt x="10500045" y="3981901"/>
                </a:cubicBezTo>
                <a:cubicBezTo>
                  <a:pt x="10498101" y="3986555"/>
                  <a:pt x="10497129" y="3992535"/>
                  <a:pt x="10497129" y="3999840"/>
                </a:cubicBezTo>
                <a:cubicBezTo>
                  <a:pt x="10497129" y="4011622"/>
                  <a:pt x="10499470" y="4021784"/>
                  <a:pt x="10504154" y="4030326"/>
                </a:cubicBezTo>
                <a:cubicBezTo>
                  <a:pt x="10508837" y="4038868"/>
                  <a:pt x="10515008" y="4043139"/>
                  <a:pt x="10522667" y="4043139"/>
                </a:cubicBezTo>
                <a:cubicBezTo>
                  <a:pt x="10528381" y="4043139"/>
                  <a:pt x="10533094" y="4040783"/>
                  <a:pt x="10536805" y="4036070"/>
                </a:cubicBezTo>
                <a:cubicBezTo>
                  <a:pt x="10540517" y="4031357"/>
                  <a:pt x="10542372" y="4023257"/>
                  <a:pt x="10542372" y="4011769"/>
                </a:cubicBezTo>
                <a:cubicBezTo>
                  <a:pt x="10542372" y="3997395"/>
                  <a:pt x="10539279" y="3986084"/>
                  <a:pt x="10533094" y="3977836"/>
                </a:cubicBezTo>
                <a:cubicBezTo>
                  <a:pt x="10528911" y="3972181"/>
                  <a:pt x="10523580" y="3969353"/>
                  <a:pt x="10517099" y="3969353"/>
                </a:cubicBezTo>
                <a:close/>
                <a:moveTo>
                  <a:pt x="10189022" y="3965995"/>
                </a:moveTo>
                <a:lnTo>
                  <a:pt x="10217387" y="3965995"/>
                </a:lnTo>
                <a:lnTo>
                  <a:pt x="10217387" y="4020164"/>
                </a:lnTo>
                <a:cubicBezTo>
                  <a:pt x="10217387" y="4027705"/>
                  <a:pt x="10218698" y="4032653"/>
                  <a:pt x="10221320" y="4035010"/>
                </a:cubicBezTo>
                <a:cubicBezTo>
                  <a:pt x="10223941" y="4037366"/>
                  <a:pt x="10227108" y="4038544"/>
                  <a:pt x="10230819" y="4038544"/>
                </a:cubicBezTo>
                <a:cubicBezTo>
                  <a:pt x="10233352" y="4038544"/>
                  <a:pt x="10236224" y="4037749"/>
                  <a:pt x="10239435" y="4036158"/>
                </a:cubicBezTo>
                <a:cubicBezTo>
                  <a:pt x="10242646" y="4034568"/>
                  <a:pt x="10246460" y="4031534"/>
                  <a:pt x="10250878" y="4027057"/>
                </a:cubicBezTo>
                <a:lnTo>
                  <a:pt x="10250878" y="3981194"/>
                </a:lnTo>
                <a:cubicBezTo>
                  <a:pt x="10250878" y="3976599"/>
                  <a:pt x="10250039" y="3973492"/>
                  <a:pt x="10248360" y="3971872"/>
                </a:cubicBezTo>
                <a:cubicBezTo>
                  <a:pt x="10246681" y="3970252"/>
                  <a:pt x="10243191" y="3969383"/>
                  <a:pt x="10237889" y="3969265"/>
                </a:cubicBezTo>
                <a:lnTo>
                  <a:pt x="10237889" y="3965995"/>
                </a:lnTo>
                <a:lnTo>
                  <a:pt x="10265459" y="3965995"/>
                </a:lnTo>
                <a:lnTo>
                  <a:pt x="10265459" y="4015039"/>
                </a:lnTo>
                <a:cubicBezTo>
                  <a:pt x="10265459" y="4024406"/>
                  <a:pt x="10265680" y="4030135"/>
                  <a:pt x="10266122" y="4032226"/>
                </a:cubicBezTo>
                <a:cubicBezTo>
                  <a:pt x="10266563" y="4034318"/>
                  <a:pt x="10267270" y="4035776"/>
                  <a:pt x="10268242" y="4036600"/>
                </a:cubicBezTo>
                <a:cubicBezTo>
                  <a:pt x="10269215" y="4037425"/>
                  <a:pt x="10270349" y="4037837"/>
                  <a:pt x="10271645" y="4037837"/>
                </a:cubicBezTo>
                <a:cubicBezTo>
                  <a:pt x="10273471" y="4037837"/>
                  <a:pt x="10275533" y="4037337"/>
                  <a:pt x="10277830" y="4036335"/>
                </a:cubicBezTo>
                <a:lnTo>
                  <a:pt x="10279067" y="4039428"/>
                </a:lnTo>
                <a:lnTo>
                  <a:pt x="10254855" y="4049413"/>
                </a:lnTo>
                <a:lnTo>
                  <a:pt x="10250878" y="4049413"/>
                </a:lnTo>
                <a:lnTo>
                  <a:pt x="10250878" y="4032270"/>
                </a:lnTo>
                <a:cubicBezTo>
                  <a:pt x="10243927" y="4039811"/>
                  <a:pt x="10238625" y="4044553"/>
                  <a:pt x="10234972" y="4046497"/>
                </a:cubicBezTo>
                <a:cubicBezTo>
                  <a:pt x="10231320" y="4048441"/>
                  <a:pt x="10227461" y="4049413"/>
                  <a:pt x="10223396" y="4049413"/>
                </a:cubicBezTo>
                <a:cubicBezTo>
                  <a:pt x="10218860" y="4049413"/>
                  <a:pt x="10214928" y="4048103"/>
                  <a:pt x="10211599" y="4045481"/>
                </a:cubicBezTo>
                <a:cubicBezTo>
                  <a:pt x="10208271" y="4042860"/>
                  <a:pt x="10205959" y="4039487"/>
                  <a:pt x="10204663" y="4035363"/>
                </a:cubicBezTo>
                <a:cubicBezTo>
                  <a:pt x="10203367" y="4031239"/>
                  <a:pt x="10202719" y="4025407"/>
                  <a:pt x="10202719" y="4017867"/>
                </a:cubicBezTo>
                <a:lnTo>
                  <a:pt x="10202719" y="3981725"/>
                </a:lnTo>
                <a:cubicBezTo>
                  <a:pt x="10202719" y="3977895"/>
                  <a:pt x="10202306" y="3975244"/>
                  <a:pt x="10201481" y="3973772"/>
                </a:cubicBezTo>
                <a:cubicBezTo>
                  <a:pt x="10200657" y="3972299"/>
                  <a:pt x="10199434" y="3971165"/>
                  <a:pt x="10197814" y="3970369"/>
                </a:cubicBezTo>
                <a:cubicBezTo>
                  <a:pt x="10196194" y="3969574"/>
                  <a:pt x="10193263" y="3969206"/>
                  <a:pt x="10189022" y="3969265"/>
                </a:cubicBezTo>
                <a:close/>
                <a:moveTo>
                  <a:pt x="10519839" y="3963609"/>
                </a:moveTo>
                <a:cubicBezTo>
                  <a:pt x="10532092" y="3963609"/>
                  <a:pt x="10541930" y="3968263"/>
                  <a:pt x="10549353" y="3977571"/>
                </a:cubicBezTo>
                <a:cubicBezTo>
                  <a:pt x="10555657" y="3985524"/>
                  <a:pt x="10558809" y="3994656"/>
                  <a:pt x="10558809" y="4004965"/>
                </a:cubicBezTo>
                <a:cubicBezTo>
                  <a:pt x="10558809" y="4012211"/>
                  <a:pt x="10557071" y="4019546"/>
                  <a:pt x="10553595" y="4026968"/>
                </a:cubicBezTo>
                <a:cubicBezTo>
                  <a:pt x="10550119" y="4034391"/>
                  <a:pt x="10545333" y="4039988"/>
                  <a:pt x="10539235" y="4043758"/>
                </a:cubicBezTo>
                <a:cubicBezTo>
                  <a:pt x="10533138" y="4047528"/>
                  <a:pt x="10526348" y="4049413"/>
                  <a:pt x="10518867" y="4049413"/>
                </a:cubicBezTo>
                <a:cubicBezTo>
                  <a:pt x="10506672" y="4049413"/>
                  <a:pt x="10496981" y="4044553"/>
                  <a:pt x="10489794" y="4034833"/>
                </a:cubicBezTo>
                <a:cubicBezTo>
                  <a:pt x="10483726" y="4026644"/>
                  <a:pt x="10480692" y="4017454"/>
                  <a:pt x="10480692" y="4007263"/>
                </a:cubicBezTo>
                <a:cubicBezTo>
                  <a:pt x="10480692" y="3999840"/>
                  <a:pt x="10482533" y="3992461"/>
                  <a:pt x="10486215" y="3985127"/>
                </a:cubicBezTo>
                <a:cubicBezTo>
                  <a:pt x="10489897" y="3977792"/>
                  <a:pt x="10494743" y="3972372"/>
                  <a:pt x="10500751" y="3968867"/>
                </a:cubicBezTo>
                <a:cubicBezTo>
                  <a:pt x="10506761" y="3965362"/>
                  <a:pt x="10513123" y="3963609"/>
                  <a:pt x="10519839" y="3963609"/>
                </a:cubicBezTo>
                <a:close/>
                <a:moveTo>
                  <a:pt x="10307973" y="3963609"/>
                </a:moveTo>
                <a:cubicBezTo>
                  <a:pt x="10311154" y="3963609"/>
                  <a:pt x="10315013" y="3964287"/>
                  <a:pt x="10319549" y="3965642"/>
                </a:cubicBezTo>
                <a:cubicBezTo>
                  <a:pt x="10322553" y="3966526"/>
                  <a:pt x="10324556" y="3966967"/>
                  <a:pt x="10325558" y="3966967"/>
                </a:cubicBezTo>
                <a:cubicBezTo>
                  <a:pt x="10326500" y="3966967"/>
                  <a:pt x="10327237" y="3966761"/>
                  <a:pt x="10327767" y="3966349"/>
                </a:cubicBezTo>
                <a:cubicBezTo>
                  <a:pt x="10328297" y="3965936"/>
                  <a:pt x="10328915" y="3965023"/>
                  <a:pt x="10329622" y="3963609"/>
                </a:cubicBezTo>
                <a:lnTo>
                  <a:pt x="10332539" y="3963609"/>
                </a:lnTo>
                <a:lnTo>
                  <a:pt x="10332539" y="3991180"/>
                </a:lnTo>
                <a:lnTo>
                  <a:pt x="10329622" y="3991180"/>
                </a:lnTo>
                <a:cubicBezTo>
                  <a:pt x="10327384" y="3982520"/>
                  <a:pt x="10324512" y="3976629"/>
                  <a:pt x="10321007" y="3973507"/>
                </a:cubicBezTo>
                <a:cubicBezTo>
                  <a:pt x="10317501" y="3970384"/>
                  <a:pt x="10313039" y="3968823"/>
                  <a:pt x="10307619" y="3968823"/>
                </a:cubicBezTo>
                <a:cubicBezTo>
                  <a:pt x="10303495" y="3968823"/>
                  <a:pt x="10300167" y="3969913"/>
                  <a:pt x="10297634" y="3972093"/>
                </a:cubicBezTo>
                <a:cubicBezTo>
                  <a:pt x="10295101" y="3974272"/>
                  <a:pt x="10293834" y="3976688"/>
                  <a:pt x="10293834" y="3979339"/>
                </a:cubicBezTo>
                <a:cubicBezTo>
                  <a:pt x="10293834" y="3982638"/>
                  <a:pt x="10294777" y="3985465"/>
                  <a:pt x="10296662" y="3987822"/>
                </a:cubicBezTo>
                <a:cubicBezTo>
                  <a:pt x="10298488" y="3990237"/>
                  <a:pt x="10302199" y="3992800"/>
                  <a:pt x="10307796" y="3995510"/>
                </a:cubicBezTo>
                <a:lnTo>
                  <a:pt x="10320697" y="4001784"/>
                </a:lnTo>
                <a:cubicBezTo>
                  <a:pt x="10332656" y="4007616"/>
                  <a:pt x="10338636" y="4015304"/>
                  <a:pt x="10338636" y="4024848"/>
                </a:cubicBezTo>
                <a:cubicBezTo>
                  <a:pt x="10338636" y="4032211"/>
                  <a:pt x="10335852" y="4038147"/>
                  <a:pt x="10330285" y="4042653"/>
                </a:cubicBezTo>
                <a:cubicBezTo>
                  <a:pt x="10324718" y="4047160"/>
                  <a:pt x="10318488" y="4049413"/>
                  <a:pt x="10311596" y="4049413"/>
                </a:cubicBezTo>
                <a:cubicBezTo>
                  <a:pt x="10306647" y="4049413"/>
                  <a:pt x="10300992" y="4048530"/>
                  <a:pt x="10294629" y="4046762"/>
                </a:cubicBezTo>
                <a:cubicBezTo>
                  <a:pt x="10292685" y="4046173"/>
                  <a:pt x="10291095" y="4045879"/>
                  <a:pt x="10289857" y="4045879"/>
                </a:cubicBezTo>
                <a:cubicBezTo>
                  <a:pt x="10288503" y="4045879"/>
                  <a:pt x="10287442" y="4046645"/>
                  <a:pt x="10286676" y="4048176"/>
                </a:cubicBezTo>
                <a:lnTo>
                  <a:pt x="10283760" y="4048176"/>
                </a:lnTo>
                <a:lnTo>
                  <a:pt x="10283760" y="4019280"/>
                </a:lnTo>
                <a:lnTo>
                  <a:pt x="10286676" y="4019280"/>
                </a:lnTo>
                <a:cubicBezTo>
                  <a:pt x="10288326" y="4027528"/>
                  <a:pt x="10291477" y="4033743"/>
                  <a:pt x="10296131" y="4037926"/>
                </a:cubicBezTo>
                <a:cubicBezTo>
                  <a:pt x="10300785" y="4042109"/>
                  <a:pt x="10305999" y="4044200"/>
                  <a:pt x="10311772" y="4044200"/>
                </a:cubicBezTo>
                <a:cubicBezTo>
                  <a:pt x="10315837" y="4044200"/>
                  <a:pt x="10319151" y="4043007"/>
                  <a:pt x="10321714" y="4040621"/>
                </a:cubicBezTo>
                <a:cubicBezTo>
                  <a:pt x="10324276" y="4038235"/>
                  <a:pt x="10325558" y="4035363"/>
                  <a:pt x="10325558" y="4032005"/>
                </a:cubicBezTo>
                <a:cubicBezTo>
                  <a:pt x="10325558" y="4027940"/>
                  <a:pt x="10324129" y="4024524"/>
                  <a:pt x="10321272" y="4021755"/>
                </a:cubicBezTo>
                <a:cubicBezTo>
                  <a:pt x="10318415" y="4018986"/>
                  <a:pt x="10312715" y="4015481"/>
                  <a:pt x="10304173" y="4011239"/>
                </a:cubicBezTo>
                <a:cubicBezTo>
                  <a:pt x="10295631" y="4006997"/>
                  <a:pt x="10290034" y="4003168"/>
                  <a:pt x="10287383" y="3999751"/>
                </a:cubicBezTo>
                <a:cubicBezTo>
                  <a:pt x="10284732" y="3996393"/>
                  <a:pt x="10283407" y="3992152"/>
                  <a:pt x="10283407" y="3987027"/>
                </a:cubicBezTo>
                <a:cubicBezTo>
                  <a:pt x="10283407" y="3980370"/>
                  <a:pt x="10285689" y="3974803"/>
                  <a:pt x="10290255" y="3970325"/>
                </a:cubicBezTo>
                <a:cubicBezTo>
                  <a:pt x="10294821" y="3965848"/>
                  <a:pt x="10300727" y="3963609"/>
                  <a:pt x="10307973" y="3963609"/>
                </a:cubicBezTo>
                <a:close/>
                <a:moveTo>
                  <a:pt x="10056541" y="3963609"/>
                </a:moveTo>
                <a:cubicBezTo>
                  <a:pt x="10063729" y="3963609"/>
                  <a:pt x="10069620" y="3964817"/>
                  <a:pt x="10074215" y="3967232"/>
                </a:cubicBezTo>
                <a:cubicBezTo>
                  <a:pt x="10077691" y="3969059"/>
                  <a:pt x="10080253" y="3971916"/>
                  <a:pt x="10081903" y="3975804"/>
                </a:cubicBezTo>
                <a:cubicBezTo>
                  <a:pt x="10082963" y="3978337"/>
                  <a:pt x="10083493" y="3983521"/>
                  <a:pt x="10083493" y="3991357"/>
                </a:cubicBezTo>
                <a:lnTo>
                  <a:pt x="10083493" y="4018839"/>
                </a:lnTo>
                <a:cubicBezTo>
                  <a:pt x="10083493" y="4026556"/>
                  <a:pt x="10083641" y="4031284"/>
                  <a:pt x="10083935" y="4033021"/>
                </a:cubicBezTo>
                <a:cubicBezTo>
                  <a:pt x="10084230" y="4034759"/>
                  <a:pt x="10084716" y="4035923"/>
                  <a:pt x="10085393" y="4036512"/>
                </a:cubicBezTo>
                <a:cubicBezTo>
                  <a:pt x="10086071" y="4037101"/>
                  <a:pt x="10086851" y="4037396"/>
                  <a:pt x="10087735" y="4037396"/>
                </a:cubicBezTo>
                <a:cubicBezTo>
                  <a:pt x="10088677" y="4037396"/>
                  <a:pt x="10089502" y="4037189"/>
                  <a:pt x="10090209" y="4036777"/>
                </a:cubicBezTo>
                <a:cubicBezTo>
                  <a:pt x="10091446" y="4036011"/>
                  <a:pt x="10093832" y="4033861"/>
                  <a:pt x="10097367" y="4030326"/>
                </a:cubicBezTo>
                <a:lnTo>
                  <a:pt x="10097367" y="4035275"/>
                </a:lnTo>
                <a:cubicBezTo>
                  <a:pt x="10090769" y="4044111"/>
                  <a:pt x="10084465" y="4048530"/>
                  <a:pt x="10078456" y="4048530"/>
                </a:cubicBezTo>
                <a:cubicBezTo>
                  <a:pt x="10075570" y="4048530"/>
                  <a:pt x="10073272" y="4047528"/>
                  <a:pt x="10071564" y="4045525"/>
                </a:cubicBezTo>
                <a:cubicBezTo>
                  <a:pt x="10069855" y="4043522"/>
                  <a:pt x="10068972" y="4040106"/>
                  <a:pt x="10068913" y="4035275"/>
                </a:cubicBezTo>
                <a:cubicBezTo>
                  <a:pt x="10060606" y="4041696"/>
                  <a:pt x="10055393" y="4045408"/>
                  <a:pt x="10053272" y="4046409"/>
                </a:cubicBezTo>
                <a:cubicBezTo>
                  <a:pt x="10050091" y="4047882"/>
                  <a:pt x="10046703" y="4048618"/>
                  <a:pt x="10043110" y="4048618"/>
                </a:cubicBezTo>
                <a:cubicBezTo>
                  <a:pt x="10037513" y="4048618"/>
                  <a:pt x="10032903" y="4046704"/>
                  <a:pt x="10029280" y="4042874"/>
                </a:cubicBezTo>
                <a:cubicBezTo>
                  <a:pt x="10025657" y="4039045"/>
                  <a:pt x="10023846" y="4034008"/>
                  <a:pt x="10023846" y="4027764"/>
                </a:cubicBezTo>
                <a:cubicBezTo>
                  <a:pt x="10023846" y="4023817"/>
                  <a:pt x="10024729" y="4020400"/>
                  <a:pt x="10026497" y="4017513"/>
                </a:cubicBezTo>
                <a:cubicBezTo>
                  <a:pt x="10028912" y="4013507"/>
                  <a:pt x="10033110" y="4009737"/>
                  <a:pt x="10039089" y="4006202"/>
                </a:cubicBezTo>
                <a:cubicBezTo>
                  <a:pt x="10045069" y="4002668"/>
                  <a:pt x="10055010" y="3998367"/>
                  <a:pt x="10068913" y="3993301"/>
                </a:cubicBezTo>
                <a:lnTo>
                  <a:pt x="10068913" y="3990119"/>
                </a:lnTo>
                <a:cubicBezTo>
                  <a:pt x="10068913" y="3982049"/>
                  <a:pt x="10067631" y="3976511"/>
                  <a:pt x="10065069" y="3973507"/>
                </a:cubicBezTo>
                <a:cubicBezTo>
                  <a:pt x="10062506" y="3970502"/>
                  <a:pt x="10058780" y="3969000"/>
                  <a:pt x="10053891" y="3969000"/>
                </a:cubicBezTo>
                <a:cubicBezTo>
                  <a:pt x="10050179" y="3969000"/>
                  <a:pt x="10047233" y="3970001"/>
                  <a:pt x="10045054" y="3972004"/>
                </a:cubicBezTo>
                <a:cubicBezTo>
                  <a:pt x="10042815" y="3974007"/>
                  <a:pt x="10041696" y="3976305"/>
                  <a:pt x="10041696" y="3978897"/>
                </a:cubicBezTo>
                <a:lnTo>
                  <a:pt x="10041873" y="3984022"/>
                </a:lnTo>
                <a:cubicBezTo>
                  <a:pt x="10041873" y="3986732"/>
                  <a:pt x="10041180" y="3988823"/>
                  <a:pt x="10039796" y="3990296"/>
                </a:cubicBezTo>
                <a:cubicBezTo>
                  <a:pt x="10038412" y="3991769"/>
                  <a:pt x="10036600" y="3992505"/>
                  <a:pt x="10034361" y="3992505"/>
                </a:cubicBezTo>
                <a:cubicBezTo>
                  <a:pt x="10032182" y="3992505"/>
                  <a:pt x="10030400" y="3991740"/>
                  <a:pt x="10029015" y="3990208"/>
                </a:cubicBezTo>
                <a:cubicBezTo>
                  <a:pt x="10027631" y="3988676"/>
                  <a:pt x="10026939" y="3986585"/>
                  <a:pt x="10026939" y="3983934"/>
                </a:cubicBezTo>
                <a:cubicBezTo>
                  <a:pt x="10026939" y="3978867"/>
                  <a:pt x="10029531" y="3974213"/>
                  <a:pt x="10034715" y="3969972"/>
                </a:cubicBezTo>
                <a:cubicBezTo>
                  <a:pt x="10039899" y="3965730"/>
                  <a:pt x="10047175" y="3963609"/>
                  <a:pt x="10056541" y="3963609"/>
                </a:cubicBezTo>
                <a:close/>
                <a:moveTo>
                  <a:pt x="9976472" y="3963609"/>
                </a:moveTo>
                <a:cubicBezTo>
                  <a:pt x="9984425" y="3963609"/>
                  <a:pt x="9990964" y="3965716"/>
                  <a:pt x="9996089" y="3969928"/>
                </a:cubicBezTo>
                <a:cubicBezTo>
                  <a:pt x="10001215" y="3974140"/>
                  <a:pt x="10003777" y="3978514"/>
                  <a:pt x="10003777" y="3983050"/>
                </a:cubicBezTo>
                <a:cubicBezTo>
                  <a:pt x="10003777" y="3985289"/>
                  <a:pt x="10003056" y="3987100"/>
                  <a:pt x="10001612" y="3988485"/>
                </a:cubicBezTo>
                <a:cubicBezTo>
                  <a:pt x="10000169" y="3989869"/>
                  <a:pt x="9998151" y="3990561"/>
                  <a:pt x="9995559" y="3990561"/>
                </a:cubicBezTo>
                <a:cubicBezTo>
                  <a:pt x="9992083" y="3990561"/>
                  <a:pt x="9989462" y="3989442"/>
                  <a:pt x="9987695" y="3987203"/>
                </a:cubicBezTo>
                <a:cubicBezTo>
                  <a:pt x="9986693" y="3985966"/>
                  <a:pt x="9986030" y="3983610"/>
                  <a:pt x="9985706" y="3980134"/>
                </a:cubicBezTo>
                <a:cubicBezTo>
                  <a:pt x="9985382" y="3976658"/>
                  <a:pt x="9984189" y="3974007"/>
                  <a:pt x="9982127" y="3972181"/>
                </a:cubicBezTo>
                <a:cubicBezTo>
                  <a:pt x="9980066" y="3970414"/>
                  <a:pt x="9977208" y="3969530"/>
                  <a:pt x="9973556" y="3969530"/>
                </a:cubicBezTo>
                <a:cubicBezTo>
                  <a:pt x="9967665" y="3969530"/>
                  <a:pt x="9962922" y="3971710"/>
                  <a:pt x="9959329" y="3976069"/>
                </a:cubicBezTo>
                <a:cubicBezTo>
                  <a:pt x="9954557" y="3981842"/>
                  <a:pt x="9952171" y="3989471"/>
                  <a:pt x="9952171" y="3998956"/>
                </a:cubicBezTo>
                <a:cubicBezTo>
                  <a:pt x="9952171" y="4008618"/>
                  <a:pt x="9954542" y="4017145"/>
                  <a:pt x="9959285" y="4024538"/>
                </a:cubicBezTo>
                <a:cubicBezTo>
                  <a:pt x="9964027" y="4031932"/>
                  <a:pt x="9970434" y="4035628"/>
                  <a:pt x="9978504" y="4035628"/>
                </a:cubicBezTo>
                <a:cubicBezTo>
                  <a:pt x="9984278" y="4035628"/>
                  <a:pt x="9989462" y="4033655"/>
                  <a:pt x="9994057" y="4029708"/>
                </a:cubicBezTo>
                <a:cubicBezTo>
                  <a:pt x="9997297" y="4026998"/>
                  <a:pt x="10000449" y="4022079"/>
                  <a:pt x="10003512" y="4014950"/>
                </a:cubicBezTo>
                <a:lnTo>
                  <a:pt x="10006075" y="4016188"/>
                </a:lnTo>
                <a:cubicBezTo>
                  <a:pt x="10003895" y="4026851"/>
                  <a:pt x="9999624" y="4035054"/>
                  <a:pt x="9993262" y="4040798"/>
                </a:cubicBezTo>
                <a:cubicBezTo>
                  <a:pt x="9986899" y="4046542"/>
                  <a:pt x="9979859" y="4049413"/>
                  <a:pt x="9972142" y="4049413"/>
                </a:cubicBezTo>
                <a:cubicBezTo>
                  <a:pt x="9962952" y="4049413"/>
                  <a:pt x="9954940" y="4045555"/>
                  <a:pt x="9948106" y="4037837"/>
                </a:cubicBezTo>
                <a:cubicBezTo>
                  <a:pt x="9941273" y="4030120"/>
                  <a:pt x="9937856" y="4019693"/>
                  <a:pt x="9937856" y="4006556"/>
                </a:cubicBezTo>
                <a:cubicBezTo>
                  <a:pt x="9937856" y="3993831"/>
                  <a:pt x="9941641" y="3983492"/>
                  <a:pt x="9949211" y="3975539"/>
                </a:cubicBezTo>
                <a:cubicBezTo>
                  <a:pt x="9956781" y="3967586"/>
                  <a:pt x="9965868" y="3963609"/>
                  <a:pt x="9976472" y="3963609"/>
                </a:cubicBezTo>
                <a:close/>
                <a:moveTo>
                  <a:pt x="9923261" y="3963609"/>
                </a:moveTo>
                <a:lnTo>
                  <a:pt x="9927149" y="3963609"/>
                </a:lnTo>
                <a:lnTo>
                  <a:pt x="9927149" y="4028647"/>
                </a:lnTo>
                <a:cubicBezTo>
                  <a:pt x="9927149" y="4033714"/>
                  <a:pt x="9927518" y="4037086"/>
                  <a:pt x="9928254" y="4038765"/>
                </a:cubicBezTo>
                <a:cubicBezTo>
                  <a:pt x="9928990" y="4040444"/>
                  <a:pt x="9930080" y="4041696"/>
                  <a:pt x="9931523" y="4042521"/>
                </a:cubicBezTo>
                <a:cubicBezTo>
                  <a:pt x="9932967" y="4043346"/>
                  <a:pt x="9935603" y="4043758"/>
                  <a:pt x="9939432" y="4043758"/>
                </a:cubicBezTo>
                <a:lnTo>
                  <a:pt x="9939432" y="4046939"/>
                </a:lnTo>
                <a:lnTo>
                  <a:pt x="9900109" y="4046939"/>
                </a:lnTo>
                <a:lnTo>
                  <a:pt x="9900109" y="4043758"/>
                </a:lnTo>
                <a:cubicBezTo>
                  <a:pt x="9904056" y="4043758"/>
                  <a:pt x="9906707" y="4043375"/>
                  <a:pt x="9908062" y="4042609"/>
                </a:cubicBezTo>
                <a:cubicBezTo>
                  <a:pt x="9909417" y="4041843"/>
                  <a:pt x="9910492" y="4040577"/>
                  <a:pt x="9911288" y="4038809"/>
                </a:cubicBezTo>
                <a:cubicBezTo>
                  <a:pt x="9912083" y="4037042"/>
                  <a:pt x="9912480" y="4033655"/>
                  <a:pt x="9912480" y="4028647"/>
                </a:cubicBezTo>
                <a:lnTo>
                  <a:pt x="9912480" y="3997454"/>
                </a:lnTo>
                <a:cubicBezTo>
                  <a:pt x="9912480" y="3988676"/>
                  <a:pt x="9912215" y="3982991"/>
                  <a:pt x="9911685" y="3980399"/>
                </a:cubicBezTo>
                <a:cubicBezTo>
                  <a:pt x="9911273" y="3978514"/>
                  <a:pt x="9910625" y="3977203"/>
                  <a:pt x="9909741" y="3976467"/>
                </a:cubicBezTo>
                <a:cubicBezTo>
                  <a:pt x="9908857" y="3975730"/>
                  <a:pt x="9907650" y="3975362"/>
                  <a:pt x="9906118" y="3975362"/>
                </a:cubicBezTo>
                <a:cubicBezTo>
                  <a:pt x="9904469" y="3975362"/>
                  <a:pt x="9902466" y="3975804"/>
                  <a:pt x="9900109" y="3976688"/>
                </a:cubicBezTo>
                <a:lnTo>
                  <a:pt x="9898872" y="3973507"/>
                </a:lnTo>
                <a:close/>
                <a:moveTo>
                  <a:pt x="9805022" y="3963609"/>
                </a:moveTo>
                <a:cubicBezTo>
                  <a:pt x="9812975" y="3963609"/>
                  <a:pt x="9819514" y="3965716"/>
                  <a:pt x="9824639" y="3969928"/>
                </a:cubicBezTo>
                <a:cubicBezTo>
                  <a:pt x="9829765" y="3974140"/>
                  <a:pt x="9832327" y="3978514"/>
                  <a:pt x="9832327" y="3983050"/>
                </a:cubicBezTo>
                <a:cubicBezTo>
                  <a:pt x="9832327" y="3985289"/>
                  <a:pt x="9831606" y="3987100"/>
                  <a:pt x="9830162" y="3988485"/>
                </a:cubicBezTo>
                <a:cubicBezTo>
                  <a:pt x="9828719" y="3989869"/>
                  <a:pt x="9826701" y="3990561"/>
                  <a:pt x="9824109" y="3990561"/>
                </a:cubicBezTo>
                <a:cubicBezTo>
                  <a:pt x="9820633" y="3990561"/>
                  <a:pt x="9818012" y="3989442"/>
                  <a:pt x="9816245" y="3987203"/>
                </a:cubicBezTo>
                <a:cubicBezTo>
                  <a:pt x="9815243" y="3985966"/>
                  <a:pt x="9814580" y="3983610"/>
                  <a:pt x="9814256" y="3980134"/>
                </a:cubicBezTo>
                <a:cubicBezTo>
                  <a:pt x="9813932" y="3976658"/>
                  <a:pt x="9812739" y="3974007"/>
                  <a:pt x="9810677" y="3972181"/>
                </a:cubicBezTo>
                <a:cubicBezTo>
                  <a:pt x="9808615" y="3970414"/>
                  <a:pt x="9805758" y="3969530"/>
                  <a:pt x="9802106" y="3969530"/>
                </a:cubicBezTo>
                <a:cubicBezTo>
                  <a:pt x="9796215" y="3969530"/>
                  <a:pt x="9791472" y="3971710"/>
                  <a:pt x="9787879" y="3976069"/>
                </a:cubicBezTo>
                <a:cubicBezTo>
                  <a:pt x="9783107" y="3981842"/>
                  <a:pt x="9780721" y="3989471"/>
                  <a:pt x="9780721" y="3998956"/>
                </a:cubicBezTo>
                <a:cubicBezTo>
                  <a:pt x="9780721" y="4008618"/>
                  <a:pt x="9783092" y="4017145"/>
                  <a:pt x="9787835" y="4024538"/>
                </a:cubicBezTo>
                <a:cubicBezTo>
                  <a:pt x="9792577" y="4031932"/>
                  <a:pt x="9798984" y="4035628"/>
                  <a:pt x="9807054" y="4035628"/>
                </a:cubicBezTo>
                <a:cubicBezTo>
                  <a:pt x="9812828" y="4035628"/>
                  <a:pt x="9818012" y="4033655"/>
                  <a:pt x="9822607" y="4029708"/>
                </a:cubicBezTo>
                <a:cubicBezTo>
                  <a:pt x="9825847" y="4026998"/>
                  <a:pt x="9828999" y="4022079"/>
                  <a:pt x="9832062" y="4014950"/>
                </a:cubicBezTo>
                <a:lnTo>
                  <a:pt x="9834625" y="4016188"/>
                </a:lnTo>
                <a:cubicBezTo>
                  <a:pt x="9832445" y="4026851"/>
                  <a:pt x="9828174" y="4035054"/>
                  <a:pt x="9821812" y="4040798"/>
                </a:cubicBezTo>
                <a:cubicBezTo>
                  <a:pt x="9815449" y="4046542"/>
                  <a:pt x="9808409" y="4049413"/>
                  <a:pt x="9800692" y="4049413"/>
                </a:cubicBezTo>
                <a:cubicBezTo>
                  <a:pt x="9791502" y="4049413"/>
                  <a:pt x="9783490" y="4045555"/>
                  <a:pt x="9776656" y="4037837"/>
                </a:cubicBezTo>
                <a:cubicBezTo>
                  <a:pt x="9769823" y="4030120"/>
                  <a:pt x="9766406" y="4019693"/>
                  <a:pt x="9766406" y="4006556"/>
                </a:cubicBezTo>
                <a:cubicBezTo>
                  <a:pt x="9766406" y="3993831"/>
                  <a:pt x="9770191" y="3983492"/>
                  <a:pt x="9777761" y="3975539"/>
                </a:cubicBezTo>
                <a:cubicBezTo>
                  <a:pt x="9785331" y="3967586"/>
                  <a:pt x="9794418" y="3963609"/>
                  <a:pt x="9805022" y="3963609"/>
                </a:cubicBezTo>
                <a:close/>
                <a:moveTo>
                  <a:pt x="9723166" y="3963609"/>
                </a:moveTo>
                <a:cubicBezTo>
                  <a:pt x="9730354" y="3963609"/>
                  <a:pt x="9736245" y="3964817"/>
                  <a:pt x="9740840" y="3967232"/>
                </a:cubicBezTo>
                <a:cubicBezTo>
                  <a:pt x="9744316" y="3969059"/>
                  <a:pt x="9746878" y="3971916"/>
                  <a:pt x="9748528" y="3975804"/>
                </a:cubicBezTo>
                <a:cubicBezTo>
                  <a:pt x="9749588" y="3978337"/>
                  <a:pt x="9750118" y="3983521"/>
                  <a:pt x="9750118" y="3991357"/>
                </a:cubicBezTo>
                <a:lnTo>
                  <a:pt x="9750118" y="4018839"/>
                </a:lnTo>
                <a:cubicBezTo>
                  <a:pt x="9750118" y="4026556"/>
                  <a:pt x="9750266" y="4031284"/>
                  <a:pt x="9750560" y="4033021"/>
                </a:cubicBezTo>
                <a:cubicBezTo>
                  <a:pt x="9750855" y="4034759"/>
                  <a:pt x="9751341" y="4035923"/>
                  <a:pt x="9752018" y="4036512"/>
                </a:cubicBezTo>
                <a:cubicBezTo>
                  <a:pt x="9752696" y="4037101"/>
                  <a:pt x="9753476" y="4037396"/>
                  <a:pt x="9754360" y="4037396"/>
                </a:cubicBezTo>
                <a:cubicBezTo>
                  <a:pt x="9755302" y="4037396"/>
                  <a:pt x="9756127" y="4037189"/>
                  <a:pt x="9756834" y="4036777"/>
                </a:cubicBezTo>
                <a:cubicBezTo>
                  <a:pt x="9758071" y="4036011"/>
                  <a:pt x="9760457" y="4033861"/>
                  <a:pt x="9763992" y="4030326"/>
                </a:cubicBezTo>
                <a:lnTo>
                  <a:pt x="9763992" y="4035275"/>
                </a:lnTo>
                <a:cubicBezTo>
                  <a:pt x="9757394" y="4044111"/>
                  <a:pt x="9751090" y="4048530"/>
                  <a:pt x="9745081" y="4048530"/>
                </a:cubicBezTo>
                <a:cubicBezTo>
                  <a:pt x="9742195" y="4048530"/>
                  <a:pt x="9739897" y="4047528"/>
                  <a:pt x="9738189" y="4045525"/>
                </a:cubicBezTo>
                <a:cubicBezTo>
                  <a:pt x="9736480" y="4043522"/>
                  <a:pt x="9735597" y="4040106"/>
                  <a:pt x="9735538" y="4035275"/>
                </a:cubicBezTo>
                <a:cubicBezTo>
                  <a:pt x="9727231" y="4041696"/>
                  <a:pt x="9722018" y="4045408"/>
                  <a:pt x="9719897" y="4046409"/>
                </a:cubicBezTo>
                <a:cubicBezTo>
                  <a:pt x="9716716" y="4047882"/>
                  <a:pt x="9713328" y="4048618"/>
                  <a:pt x="9709735" y="4048618"/>
                </a:cubicBezTo>
                <a:cubicBezTo>
                  <a:pt x="9704138" y="4048618"/>
                  <a:pt x="9699528" y="4046704"/>
                  <a:pt x="9695905" y="4042874"/>
                </a:cubicBezTo>
                <a:cubicBezTo>
                  <a:pt x="9692282" y="4039045"/>
                  <a:pt x="9690471" y="4034008"/>
                  <a:pt x="9690471" y="4027764"/>
                </a:cubicBezTo>
                <a:cubicBezTo>
                  <a:pt x="9690471" y="4023817"/>
                  <a:pt x="9691354" y="4020400"/>
                  <a:pt x="9693122" y="4017513"/>
                </a:cubicBezTo>
                <a:cubicBezTo>
                  <a:pt x="9695537" y="4013507"/>
                  <a:pt x="9699735" y="4009737"/>
                  <a:pt x="9705714" y="4006202"/>
                </a:cubicBezTo>
                <a:cubicBezTo>
                  <a:pt x="9711694" y="4002668"/>
                  <a:pt x="9721635" y="3998367"/>
                  <a:pt x="9735538" y="3993301"/>
                </a:cubicBezTo>
                <a:lnTo>
                  <a:pt x="9735538" y="3990119"/>
                </a:lnTo>
                <a:cubicBezTo>
                  <a:pt x="9735538" y="3982049"/>
                  <a:pt x="9734257" y="3976511"/>
                  <a:pt x="9731694" y="3973507"/>
                </a:cubicBezTo>
                <a:cubicBezTo>
                  <a:pt x="9729131" y="3970502"/>
                  <a:pt x="9725405" y="3969000"/>
                  <a:pt x="9720515" y="3969000"/>
                </a:cubicBezTo>
                <a:cubicBezTo>
                  <a:pt x="9716804" y="3969000"/>
                  <a:pt x="9713859" y="3970001"/>
                  <a:pt x="9711679" y="3972004"/>
                </a:cubicBezTo>
                <a:cubicBezTo>
                  <a:pt x="9709440" y="3974007"/>
                  <a:pt x="9708321" y="3976305"/>
                  <a:pt x="9708321" y="3978897"/>
                </a:cubicBezTo>
                <a:lnTo>
                  <a:pt x="9708498" y="3984022"/>
                </a:lnTo>
                <a:cubicBezTo>
                  <a:pt x="9708498" y="3986732"/>
                  <a:pt x="9707805" y="3988823"/>
                  <a:pt x="9706421" y="3990296"/>
                </a:cubicBezTo>
                <a:cubicBezTo>
                  <a:pt x="9705037" y="3991769"/>
                  <a:pt x="9703225" y="3992505"/>
                  <a:pt x="9700986" y="3992505"/>
                </a:cubicBezTo>
                <a:cubicBezTo>
                  <a:pt x="9698807" y="3992505"/>
                  <a:pt x="9697025" y="3991740"/>
                  <a:pt x="9695640" y="3990208"/>
                </a:cubicBezTo>
                <a:cubicBezTo>
                  <a:pt x="9694256" y="3988676"/>
                  <a:pt x="9693564" y="3986585"/>
                  <a:pt x="9693564" y="3983934"/>
                </a:cubicBezTo>
                <a:cubicBezTo>
                  <a:pt x="9693564" y="3978867"/>
                  <a:pt x="9696156" y="3974213"/>
                  <a:pt x="9701340" y="3969972"/>
                </a:cubicBezTo>
                <a:cubicBezTo>
                  <a:pt x="9706524" y="3965730"/>
                  <a:pt x="9713800" y="3963609"/>
                  <a:pt x="9723166" y="3963609"/>
                </a:cubicBezTo>
                <a:close/>
                <a:moveTo>
                  <a:pt x="9652496" y="3963609"/>
                </a:moveTo>
                <a:lnTo>
                  <a:pt x="9656208" y="3963609"/>
                </a:lnTo>
                <a:lnTo>
                  <a:pt x="9656208" y="3981813"/>
                </a:lnTo>
                <a:cubicBezTo>
                  <a:pt x="9662983" y="3969677"/>
                  <a:pt x="9669934" y="3963609"/>
                  <a:pt x="9677062" y="3963609"/>
                </a:cubicBezTo>
                <a:cubicBezTo>
                  <a:pt x="9680302" y="3963609"/>
                  <a:pt x="9682983" y="3964596"/>
                  <a:pt x="9685104" y="3966570"/>
                </a:cubicBezTo>
                <a:cubicBezTo>
                  <a:pt x="9687224" y="3968543"/>
                  <a:pt x="9688285" y="3970826"/>
                  <a:pt x="9688285" y="3973418"/>
                </a:cubicBezTo>
                <a:cubicBezTo>
                  <a:pt x="9688285" y="3975716"/>
                  <a:pt x="9687519" y="3977660"/>
                  <a:pt x="9685987" y="3979250"/>
                </a:cubicBezTo>
                <a:cubicBezTo>
                  <a:pt x="9684456" y="3980841"/>
                  <a:pt x="9682629" y="3981636"/>
                  <a:pt x="9680509" y="3981636"/>
                </a:cubicBezTo>
                <a:cubicBezTo>
                  <a:pt x="9678447" y="3981636"/>
                  <a:pt x="9676134" y="3980620"/>
                  <a:pt x="9673572" y="3978588"/>
                </a:cubicBezTo>
                <a:cubicBezTo>
                  <a:pt x="9671009" y="3976555"/>
                  <a:pt x="9669109" y="3975539"/>
                  <a:pt x="9667872" y="3975539"/>
                </a:cubicBezTo>
                <a:cubicBezTo>
                  <a:pt x="9666812" y="3975539"/>
                  <a:pt x="9665663" y="3976128"/>
                  <a:pt x="9664426" y="3977306"/>
                </a:cubicBezTo>
                <a:cubicBezTo>
                  <a:pt x="9661775" y="3979722"/>
                  <a:pt x="9659035" y="3983698"/>
                  <a:pt x="9656208" y="3989236"/>
                </a:cubicBezTo>
                <a:lnTo>
                  <a:pt x="9656208" y="4028029"/>
                </a:lnTo>
                <a:cubicBezTo>
                  <a:pt x="9656208" y="4032506"/>
                  <a:pt x="9656767" y="4035893"/>
                  <a:pt x="9657887" y="4038191"/>
                </a:cubicBezTo>
                <a:cubicBezTo>
                  <a:pt x="9658653" y="4039782"/>
                  <a:pt x="9660008" y="4041107"/>
                  <a:pt x="9661952" y="4042167"/>
                </a:cubicBezTo>
                <a:cubicBezTo>
                  <a:pt x="9663896" y="4043228"/>
                  <a:pt x="9666694" y="4043758"/>
                  <a:pt x="9670346" y="4043758"/>
                </a:cubicBezTo>
                <a:lnTo>
                  <a:pt x="9670346" y="4046939"/>
                </a:lnTo>
                <a:lnTo>
                  <a:pt x="9628902" y="4046939"/>
                </a:lnTo>
                <a:lnTo>
                  <a:pt x="9628902" y="4043758"/>
                </a:lnTo>
                <a:cubicBezTo>
                  <a:pt x="9633026" y="4043758"/>
                  <a:pt x="9636090" y="4043110"/>
                  <a:pt x="9638093" y="4041814"/>
                </a:cubicBezTo>
                <a:cubicBezTo>
                  <a:pt x="9639565" y="4040871"/>
                  <a:pt x="9640596" y="4039369"/>
                  <a:pt x="9641185" y="4037307"/>
                </a:cubicBezTo>
                <a:cubicBezTo>
                  <a:pt x="9641480" y="4036306"/>
                  <a:pt x="9641627" y="4033449"/>
                  <a:pt x="9641627" y="4028736"/>
                </a:cubicBezTo>
                <a:lnTo>
                  <a:pt x="9641627" y="3997366"/>
                </a:lnTo>
                <a:cubicBezTo>
                  <a:pt x="9641627" y="3987940"/>
                  <a:pt x="9641436" y="3982328"/>
                  <a:pt x="9641053" y="3980532"/>
                </a:cubicBezTo>
                <a:cubicBezTo>
                  <a:pt x="9640670" y="3978735"/>
                  <a:pt x="9639963" y="3977424"/>
                  <a:pt x="9638932" y="3976599"/>
                </a:cubicBezTo>
                <a:cubicBezTo>
                  <a:pt x="9637901" y="3975775"/>
                  <a:pt x="9636620" y="3975362"/>
                  <a:pt x="9635088" y="3975362"/>
                </a:cubicBezTo>
                <a:cubicBezTo>
                  <a:pt x="9633262" y="3975362"/>
                  <a:pt x="9631200" y="3975804"/>
                  <a:pt x="9628902" y="3976688"/>
                </a:cubicBezTo>
                <a:lnTo>
                  <a:pt x="9628019" y="3973507"/>
                </a:lnTo>
                <a:close/>
                <a:moveTo>
                  <a:pt x="9585612" y="3963609"/>
                </a:moveTo>
                <a:cubicBezTo>
                  <a:pt x="9593742" y="3963609"/>
                  <a:pt x="9600517" y="3966791"/>
                  <a:pt x="9605936" y="3973153"/>
                </a:cubicBezTo>
                <a:cubicBezTo>
                  <a:pt x="9612593" y="3980929"/>
                  <a:pt x="9615922" y="3991062"/>
                  <a:pt x="9615922" y="4003551"/>
                </a:cubicBezTo>
                <a:cubicBezTo>
                  <a:pt x="9615922" y="4017513"/>
                  <a:pt x="9611916" y="4029060"/>
                  <a:pt x="9603904" y="4038191"/>
                </a:cubicBezTo>
                <a:cubicBezTo>
                  <a:pt x="9597306" y="4045673"/>
                  <a:pt x="9588999" y="4049413"/>
                  <a:pt x="9578985" y="4049413"/>
                </a:cubicBezTo>
                <a:cubicBezTo>
                  <a:pt x="9574625" y="4049413"/>
                  <a:pt x="9570855" y="4048795"/>
                  <a:pt x="9567674" y="4047558"/>
                </a:cubicBezTo>
                <a:cubicBezTo>
                  <a:pt x="9565317" y="4046674"/>
                  <a:pt x="9562666" y="4044907"/>
                  <a:pt x="9559721" y="4042256"/>
                </a:cubicBezTo>
                <a:lnTo>
                  <a:pt x="9559721" y="4066910"/>
                </a:lnTo>
                <a:cubicBezTo>
                  <a:pt x="9559721" y="4072448"/>
                  <a:pt x="9560059" y="4075968"/>
                  <a:pt x="9560737" y="4077470"/>
                </a:cubicBezTo>
                <a:cubicBezTo>
                  <a:pt x="9561414" y="4078972"/>
                  <a:pt x="9562593" y="4080165"/>
                  <a:pt x="9564272" y="4081049"/>
                </a:cubicBezTo>
                <a:cubicBezTo>
                  <a:pt x="9565950" y="4081932"/>
                  <a:pt x="9568999" y="4082374"/>
                  <a:pt x="9573417" y="4082374"/>
                </a:cubicBezTo>
                <a:lnTo>
                  <a:pt x="9573417" y="4085644"/>
                </a:lnTo>
                <a:lnTo>
                  <a:pt x="9531001" y="4085644"/>
                </a:lnTo>
                <a:lnTo>
                  <a:pt x="9531001" y="4082374"/>
                </a:lnTo>
                <a:lnTo>
                  <a:pt x="9533211" y="4082374"/>
                </a:lnTo>
                <a:cubicBezTo>
                  <a:pt x="9536451" y="4082433"/>
                  <a:pt x="9539220" y="4081815"/>
                  <a:pt x="9541517" y="4080519"/>
                </a:cubicBezTo>
                <a:cubicBezTo>
                  <a:pt x="9542636" y="4079871"/>
                  <a:pt x="9543505" y="4078825"/>
                  <a:pt x="9544124" y="4077382"/>
                </a:cubicBezTo>
                <a:cubicBezTo>
                  <a:pt x="9544742" y="4075938"/>
                  <a:pt x="9545052" y="4072271"/>
                  <a:pt x="9545052" y="4066380"/>
                </a:cubicBezTo>
                <a:lnTo>
                  <a:pt x="9545052" y="3989854"/>
                </a:lnTo>
                <a:cubicBezTo>
                  <a:pt x="9545052" y="3984611"/>
                  <a:pt x="9544816" y="3981283"/>
                  <a:pt x="9544345" y="3979869"/>
                </a:cubicBezTo>
                <a:cubicBezTo>
                  <a:pt x="9543874" y="3978455"/>
                  <a:pt x="9543122" y="3977395"/>
                  <a:pt x="9542091" y="3976688"/>
                </a:cubicBezTo>
                <a:cubicBezTo>
                  <a:pt x="9541061" y="3975981"/>
                  <a:pt x="9539661" y="3975627"/>
                  <a:pt x="9537894" y="3975627"/>
                </a:cubicBezTo>
                <a:cubicBezTo>
                  <a:pt x="9536480" y="3975627"/>
                  <a:pt x="9534683" y="3976040"/>
                  <a:pt x="9532504" y="3976864"/>
                </a:cubicBezTo>
                <a:lnTo>
                  <a:pt x="9531443" y="3974037"/>
                </a:lnTo>
                <a:lnTo>
                  <a:pt x="9556363" y="3963963"/>
                </a:lnTo>
                <a:lnTo>
                  <a:pt x="9559721" y="3963963"/>
                </a:lnTo>
                <a:lnTo>
                  <a:pt x="9559721" y="3982873"/>
                </a:lnTo>
                <a:cubicBezTo>
                  <a:pt x="9563903" y="3975745"/>
                  <a:pt x="9568101" y="3970752"/>
                  <a:pt x="9572313" y="3967895"/>
                </a:cubicBezTo>
                <a:cubicBezTo>
                  <a:pt x="9576525" y="3965038"/>
                  <a:pt x="9580958" y="3963609"/>
                  <a:pt x="9585612" y="3963609"/>
                </a:cubicBezTo>
                <a:close/>
                <a:moveTo>
                  <a:pt x="10394865" y="3963521"/>
                </a:moveTo>
                <a:cubicBezTo>
                  <a:pt x="10403937" y="3963521"/>
                  <a:pt x="10411390" y="3966511"/>
                  <a:pt x="10417222" y="3972490"/>
                </a:cubicBezTo>
                <a:cubicBezTo>
                  <a:pt x="10423054" y="3978470"/>
                  <a:pt x="10425970" y="3986467"/>
                  <a:pt x="10425970" y="3996482"/>
                </a:cubicBezTo>
                <a:lnTo>
                  <a:pt x="10370034" y="3996482"/>
                </a:lnTo>
                <a:cubicBezTo>
                  <a:pt x="10369975" y="4008500"/>
                  <a:pt x="10372891" y="4017926"/>
                  <a:pt x="10378782" y="4024759"/>
                </a:cubicBezTo>
                <a:cubicBezTo>
                  <a:pt x="10384673" y="4031593"/>
                  <a:pt x="10391595" y="4035010"/>
                  <a:pt x="10399548" y="4035010"/>
                </a:cubicBezTo>
                <a:cubicBezTo>
                  <a:pt x="10404850" y="4035010"/>
                  <a:pt x="10409460" y="4033552"/>
                  <a:pt x="10413378" y="4030636"/>
                </a:cubicBezTo>
                <a:cubicBezTo>
                  <a:pt x="10417295" y="4027719"/>
                  <a:pt x="10420580" y="4022727"/>
                  <a:pt x="10423231" y="4015657"/>
                </a:cubicBezTo>
                <a:lnTo>
                  <a:pt x="10425970" y="4017425"/>
                </a:lnTo>
                <a:cubicBezTo>
                  <a:pt x="10424733" y="4025496"/>
                  <a:pt x="10421139" y="4032845"/>
                  <a:pt x="10415189" y="4039472"/>
                </a:cubicBezTo>
                <a:cubicBezTo>
                  <a:pt x="10409239" y="4046100"/>
                  <a:pt x="10401787" y="4049413"/>
                  <a:pt x="10392833" y="4049413"/>
                </a:cubicBezTo>
                <a:cubicBezTo>
                  <a:pt x="10383112" y="4049413"/>
                  <a:pt x="10374791" y="4045628"/>
                  <a:pt x="10367869" y="4038058"/>
                </a:cubicBezTo>
                <a:cubicBezTo>
                  <a:pt x="10360947" y="4030488"/>
                  <a:pt x="10357486" y="4020311"/>
                  <a:pt x="10357486" y="4007528"/>
                </a:cubicBezTo>
                <a:cubicBezTo>
                  <a:pt x="10357486" y="3993684"/>
                  <a:pt x="10361035" y="3982888"/>
                  <a:pt x="10368134" y="3975141"/>
                </a:cubicBezTo>
                <a:cubicBezTo>
                  <a:pt x="10375233" y="3967394"/>
                  <a:pt x="10384143" y="3963521"/>
                  <a:pt x="10394865" y="3963521"/>
                </a:cubicBezTo>
                <a:close/>
                <a:moveTo>
                  <a:pt x="9872367" y="3939397"/>
                </a:moveTo>
                <a:lnTo>
                  <a:pt x="9875106" y="3939397"/>
                </a:lnTo>
                <a:lnTo>
                  <a:pt x="9875106" y="3965995"/>
                </a:lnTo>
                <a:lnTo>
                  <a:pt x="9894016" y="3965995"/>
                </a:lnTo>
                <a:lnTo>
                  <a:pt x="9894016" y="3972181"/>
                </a:lnTo>
                <a:lnTo>
                  <a:pt x="9875106" y="3972181"/>
                </a:lnTo>
                <a:lnTo>
                  <a:pt x="9875106" y="4024671"/>
                </a:lnTo>
                <a:cubicBezTo>
                  <a:pt x="9875106" y="4029914"/>
                  <a:pt x="9875857" y="4033449"/>
                  <a:pt x="9877359" y="4035275"/>
                </a:cubicBezTo>
                <a:cubicBezTo>
                  <a:pt x="9878862" y="4037101"/>
                  <a:pt x="9880791" y="4038014"/>
                  <a:pt x="9883147" y="4038014"/>
                </a:cubicBezTo>
                <a:cubicBezTo>
                  <a:pt x="9885091" y="4038014"/>
                  <a:pt x="9886977" y="4037410"/>
                  <a:pt x="9888803" y="4036203"/>
                </a:cubicBezTo>
                <a:cubicBezTo>
                  <a:pt x="9890629" y="4034995"/>
                  <a:pt x="9892043" y="4033213"/>
                  <a:pt x="9893044" y="4030856"/>
                </a:cubicBezTo>
                <a:lnTo>
                  <a:pt x="9896491" y="4030856"/>
                </a:lnTo>
                <a:cubicBezTo>
                  <a:pt x="9894429" y="4036630"/>
                  <a:pt x="9891513" y="4040974"/>
                  <a:pt x="9887742" y="4043891"/>
                </a:cubicBezTo>
                <a:cubicBezTo>
                  <a:pt x="9883972" y="4046807"/>
                  <a:pt x="9880084" y="4048265"/>
                  <a:pt x="9876078" y="4048265"/>
                </a:cubicBezTo>
                <a:cubicBezTo>
                  <a:pt x="9873368" y="4048265"/>
                  <a:pt x="9870717" y="4047514"/>
                  <a:pt x="9868125" y="4046011"/>
                </a:cubicBezTo>
                <a:cubicBezTo>
                  <a:pt x="9865533" y="4044509"/>
                  <a:pt x="9863618" y="4042359"/>
                  <a:pt x="9862381" y="4039561"/>
                </a:cubicBezTo>
                <a:cubicBezTo>
                  <a:pt x="9861144" y="4036762"/>
                  <a:pt x="9860525" y="4032447"/>
                  <a:pt x="9860525" y="4026615"/>
                </a:cubicBezTo>
                <a:lnTo>
                  <a:pt x="9860525" y="3972181"/>
                </a:lnTo>
                <a:lnTo>
                  <a:pt x="9847712" y="3972181"/>
                </a:lnTo>
                <a:lnTo>
                  <a:pt x="9847712" y="3969265"/>
                </a:lnTo>
                <a:cubicBezTo>
                  <a:pt x="9850952" y="3967969"/>
                  <a:pt x="9854266" y="3965774"/>
                  <a:pt x="9857654" y="3962682"/>
                </a:cubicBezTo>
                <a:cubicBezTo>
                  <a:pt x="9861041" y="3959589"/>
                  <a:pt x="9864060" y="3955922"/>
                  <a:pt x="9866711" y="3951680"/>
                </a:cubicBezTo>
                <a:cubicBezTo>
                  <a:pt x="9868066" y="3949441"/>
                  <a:pt x="9869951" y="3945347"/>
                  <a:pt x="9872367" y="3939397"/>
                </a:cubicBezTo>
                <a:close/>
                <a:moveTo>
                  <a:pt x="10626311" y="3921459"/>
                </a:moveTo>
                <a:cubicBezTo>
                  <a:pt x="10632497" y="3921459"/>
                  <a:pt x="10638182" y="3923461"/>
                  <a:pt x="10643366" y="3927467"/>
                </a:cubicBezTo>
                <a:cubicBezTo>
                  <a:pt x="10646783" y="3930118"/>
                  <a:pt x="10648491" y="3933093"/>
                  <a:pt x="10648491" y="3936392"/>
                </a:cubicBezTo>
                <a:cubicBezTo>
                  <a:pt x="10648491" y="3938160"/>
                  <a:pt x="10647725" y="3939824"/>
                  <a:pt x="10646194" y="3941385"/>
                </a:cubicBezTo>
                <a:cubicBezTo>
                  <a:pt x="10644662" y="3942946"/>
                  <a:pt x="10643013" y="3943727"/>
                  <a:pt x="10641245" y="3943727"/>
                </a:cubicBezTo>
                <a:cubicBezTo>
                  <a:pt x="10639890" y="3943727"/>
                  <a:pt x="10638462" y="3943241"/>
                  <a:pt x="10636959" y="3942269"/>
                </a:cubicBezTo>
                <a:cubicBezTo>
                  <a:pt x="10635457" y="3941297"/>
                  <a:pt x="10633616" y="3939206"/>
                  <a:pt x="10631437" y="3935995"/>
                </a:cubicBezTo>
                <a:cubicBezTo>
                  <a:pt x="10629257" y="3932784"/>
                  <a:pt x="10627254" y="3930619"/>
                  <a:pt x="10625428" y="3929500"/>
                </a:cubicBezTo>
                <a:cubicBezTo>
                  <a:pt x="10623601" y="3928381"/>
                  <a:pt x="10621569" y="3927821"/>
                  <a:pt x="10619330" y="3927821"/>
                </a:cubicBezTo>
                <a:cubicBezTo>
                  <a:pt x="10616620" y="3927821"/>
                  <a:pt x="10614323" y="3928543"/>
                  <a:pt x="10612438" y="3929986"/>
                </a:cubicBezTo>
                <a:cubicBezTo>
                  <a:pt x="10610553" y="3931429"/>
                  <a:pt x="10609198" y="3933668"/>
                  <a:pt x="10608373" y="3936702"/>
                </a:cubicBezTo>
                <a:cubicBezTo>
                  <a:pt x="10607548" y="3939736"/>
                  <a:pt x="10607136" y="3947556"/>
                  <a:pt x="10607136" y="3960163"/>
                </a:cubicBezTo>
                <a:lnTo>
                  <a:pt x="10607136" y="3965995"/>
                </a:lnTo>
                <a:lnTo>
                  <a:pt x="10627990" y="3965995"/>
                </a:lnTo>
                <a:lnTo>
                  <a:pt x="10627990" y="3972358"/>
                </a:lnTo>
                <a:lnTo>
                  <a:pt x="10607136" y="3972358"/>
                </a:lnTo>
                <a:lnTo>
                  <a:pt x="10607136" y="4025554"/>
                </a:lnTo>
                <a:cubicBezTo>
                  <a:pt x="10607136" y="4033095"/>
                  <a:pt x="10607961" y="4037867"/>
                  <a:pt x="10609610" y="4039870"/>
                </a:cubicBezTo>
                <a:cubicBezTo>
                  <a:pt x="10611790" y="4042462"/>
                  <a:pt x="10614706" y="4043758"/>
                  <a:pt x="10618358" y="4043758"/>
                </a:cubicBezTo>
                <a:lnTo>
                  <a:pt x="10625693" y="4043758"/>
                </a:lnTo>
                <a:lnTo>
                  <a:pt x="10625693" y="4046939"/>
                </a:lnTo>
                <a:lnTo>
                  <a:pt x="10577356" y="4046939"/>
                </a:lnTo>
                <a:lnTo>
                  <a:pt x="10577356" y="4043758"/>
                </a:lnTo>
                <a:lnTo>
                  <a:pt x="10580979" y="4043758"/>
                </a:lnTo>
                <a:cubicBezTo>
                  <a:pt x="10583336" y="4043758"/>
                  <a:pt x="10585486" y="4043169"/>
                  <a:pt x="10587430" y="4041991"/>
                </a:cubicBezTo>
                <a:cubicBezTo>
                  <a:pt x="10589374" y="4040812"/>
                  <a:pt x="10590714" y="4039222"/>
                  <a:pt x="10591451" y="4037219"/>
                </a:cubicBezTo>
                <a:cubicBezTo>
                  <a:pt x="10592187" y="4035216"/>
                  <a:pt x="10592555" y="4031328"/>
                  <a:pt x="10592555" y="4025554"/>
                </a:cubicBezTo>
                <a:lnTo>
                  <a:pt x="10592555" y="3972358"/>
                </a:lnTo>
                <a:lnTo>
                  <a:pt x="10576826" y="3972358"/>
                </a:lnTo>
                <a:lnTo>
                  <a:pt x="10576826" y="3965995"/>
                </a:lnTo>
                <a:lnTo>
                  <a:pt x="10592555" y="3965995"/>
                </a:lnTo>
                <a:lnTo>
                  <a:pt x="10592555" y="3960693"/>
                </a:lnTo>
                <a:cubicBezTo>
                  <a:pt x="10592555" y="3952622"/>
                  <a:pt x="10593851" y="3945789"/>
                  <a:pt x="10596443" y="3940192"/>
                </a:cubicBezTo>
                <a:cubicBezTo>
                  <a:pt x="10599035" y="3934596"/>
                  <a:pt x="10602997" y="3930074"/>
                  <a:pt x="10608329" y="3926628"/>
                </a:cubicBezTo>
                <a:cubicBezTo>
                  <a:pt x="10613660" y="3923182"/>
                  <a:pt x="10619654" y="3921459"/>
                  <a:pt x="10626311" y="3921459"/>
                </a:cubicBezTo>
                <a:close/>
                <a:moveTo>
                  <a:pt x="10123109" y="3921282"/>
                </a:moveTo>
                <a:lnTo>
                  <a:pt x="10127086" y="3921282"/>
                </a:lnTo>
                <a:lnTo>
                  <a:pt x="10127086" y="4028647"/>
                </a:lnTo>
                <a:cubicBezTo>
                  <a:pt x="10127086" y="4033714"/>
                  <a:pt x="10127454" y="4037072"/>
                  <a:pt x="10128191" y="4038721"/>
                </a:cubicBezTo>
                <a:cubicBezTo>
                  <a:pt x="10128927" y="4040371"/>
                  <a:pt x="10130061" y="4041623"/>
                  <a:pt x="10131593" y="4042477"/>
                </a:cubicBezTo>
                <a:cubicBezTo>
                  <a:pt x="10133124" y="4043331"/>
                  <a:pt x="10135982" y="4043758"/>
                  <a:pt x="10140164" y="4043758"/>
                </a:cubicBezTo>
                <a:lnTo>
                  <a:pt x="10140164" y="4046939"/>
                </a:lnTo>
                <a:lnTo>
                  <a:pt x="10100488" y="4046939"/>
                </a:lnTo>
                <a:lnTo>
                  <a:pt x="10100488" y="4043758"/>
                </a:lnTo>
                <a:cubicBezTo>
                  <a:pt x="10104199" y="4043758"/>
                  <a:pt x="10106732" y="4043375"/>
                  <a:pt x="10108087" y="4042609"/>
                </a:cubicBezTo>
                <a:cubicBezTo>
                  <a:pt x="10109442" y="4041843"/>
                  <a:pt x="10110502" y="4040577"/>
                  <a:pt x="10111268" y="4038809"/>
                </a:cubicBezTo>
                <a:cubicBezTo>
                  <a:pt x="10112034" y="4037042"/>
                  <a:pt x="10112417" y="4033655"/>
                  <a:pt x="10112417" y="4028647"/>
                </a:cubicBezTo>
                <a:lnTo>
                  <a:pt x="10112417" y="3955126"/>
                </a:lnTo>
                <a:cubicBezTo>
                  <a:pt x="10112417" y="3945995"/>
                  <a:pt x="10112211" y="3940384"/>
                  <a:pt x="10111799" y="3938292"/>
                </a:cubicBezTo>
                <a:cubicBezTo>
                  <a:pt x="10111386" y="3936201"/>
                  <a:pt x="10110723" y="3934772"/>
                  <a:pt x="10109810" y="3934007"/>
                </a:cubicBezTo>
                <a:cubicBezTo>
                  <a:pt x="10108897" y="3933241"/>
                  <a:pt x="10107734" y="3932858"/>
                  <a:pt x="10106320" y="3932858"/>
                </a:cubicBezTo>
                <a:cubicBezTo>
                  <a:pt x="10104788" y="3932858"/>
                  <a:pt x="10102844" y="3933329"/>
                  <a:pt x="10100488" y="3934272"/>
                </a:cubicBezTo>
                <a:lnTo>
                  <a:pt x="10098985" y="3931179"/>
                </a:lnTo>
                <a:close/>
                <a:moveTo>
                  <a:pt x="9919815" y="3921282"/>
                </a:moveTo>
                <a:cubicBezTo>
                  <a:pt x="9922289" y="3921282"/>
                  <a:pt x="9924395" y="3922151"/>
                  <a:pt x="9926133" y="3923889"/>
                </a:cubicBezTo>
                <a:cubicBezTo>
                  <a:pt x="9927871" y="3925626"/>
                  <a:pt x="9928740" y="3927733"/>
                  <a:pt x="9928740" y="3930207"/>
                </a:cubicBezTo>
                <a:cubicBezTo>
                  <a:pt x="9928740" y="3932681"/>
                  <a:pt x="9927871" y="3934802"/>
                  <a:pt x="9926133" y="3936569"/>
                </a:cubicBezTo>
                <a:cubicBezTo>
                  <a:pt x="9924395" y="3938337"/>
                  <a:pt x="9922289" y="3939220"/>
                  <a:pt x="9919815" y="3939220"/>
                </a:cubicBezTo>
                <a:cubicBezTo>
                  <a:pt x="9917341" y="3939220"/>
                  <a:pt x="9915220" y="3938337"/>
                  <a:pt x="9913453" y="3936569"/>
                </a:cubicBezTo>
                <a:cubicBezTo>
                  <a:pt x="9911685" y="3934802"/>
                  <a:pt x="9910802" y="3932681"/>
                  <a:pt x="9910802" y="3930207"/>
                </a:cubicBezTo>
                <a:cubicBezTo>
                  <a:pt x="9910802" y="3927733"/>
                  <a:pt x="9911670" y="3925626"/>
                  <a:pt x="9913408" y="3923889"/>
                </a:cubicBezTo>
                <a:cubicBezTo>
                  <a:pt x="9915146" y="3922151"/>
                  <a:pt x="9917282" y="3921282"/>
                  <a:pt x="9919815" y="3921282"/>
                </a:cubicBezTo>
                <a:close/>
                <a:moveTo>
                  <a:pt x="452009" y="3880990"/>
                </a:moveTo>
                <a:cubicBezTo>
                  <a:pt x="443113" y="3884525"/>
                  <a:pt x="437370" y="3887028"/>
                  <a:pt x="434777" y="3888501"/>
                </a:cubicBezTo>
                <a:cubicBezTo>
                  <a:pt x="430124" y="3891093"/>
                  <a:pt x="426795" y="3893803"/>
                  <a:pt x="424792" y="3896631"/>
                </a:cubicBezTo>
                <a:cubicBezTo>
                  <a:pt x="422789" y="3899459"/>
                  <a:pt x="421788" y="3902551"/>
                  <a:pt x="421788" y="3905909"/>
                </a:cubicBezTo>
                <a:cubicBezTo>
                  <a:pt x="421788" y="3910151"/>
                  <a:pt x="423054" y="3913671"/>
                  <a:pt x="425587" y="3916469"/>
                </a:cubicBezTo>
                <a:cubicBezTo>
                  <a:pt x="428121" y="3919268"/>
                  <a:pt x="431036" y="3920667"/>
                  <a:pt x="434336" y="3920667"/>
                </a:cubicBezTo>
                <a:cubicBezTo>
                  <a:pt x="438813" y="3920667"/>
                  <a:pt x="444704" y="3917721"/>
                  <a:pt x="452009" y="3911830"/>
                </a:cubicBezTo>
                <a:close/>
                <a:moveTo>
                  <a:pt x="290084" y="3880990"/>
                </a:moveTo>
                <a:cubicBezTo>
                  <a:pt x="281189" y="3884525"/>
                  <a:pt x="275445" y="3887028"/>
                  <a:pt x="272853" y="3888501"/>
                </a:cubicBezTo>
                <a:cubicBezTo>
                  <a:pt x="268199" y="3891093"/>
                  <a:pt x="264870" y="3893803"/>
                  <a:pt x="262867" y="3896631"/>
                </a:cubicBezTo>
                <a:cubicBezTo>
                  <a:pt x="260864" y="3899459"/>
                  <a:pt x="259863" y="3902551"/>
                  <a:pt x="259863" y="3905909"/>
                </a:cubicBezTo>
                <a:cubicBezTo>
                  <a:pt x="259863" y="3910151"/>
                  <a:pt x="261129" y="3913671"/>
                  <a:pt x="263662" y="3916469"/>
                </a:cubicBezTo>
                <a:cubicBezTo>
                  <a:pt x="266196" y="3919268"/>
                  <a:pt x="269112" y="3920667"/>
                  <a:pt x="272411" y="3920667"/>
                </a:cubicBezTo>
                <a:cubicBezTo>
                  <a:pt x="276888" y="3920667"/>
                  <a:pt x="282779" y="3917721"/>
                  <a:pt x="290084" y="3911830"/>
                </a:cubicBezTo>
                <a:close/>
                <a:moveTo>
                  <a:pt x="1001612" y="3852094"/>
                </a:moveTo>
                <a:cubicBezTo>
                  <a:pt x="996723" y="3852094"/>
                  <a:pt x="992349" y="3853994"/>
                  <a:pt x="988490" y="3857794"/>
                </a:cubicBezTo>
                <a:cubicBezTo>
                  <a:pt x="984632" y="3861594"/>
                  <a:pt x="982378" y="3866881"/>
                  <a:pt x="981730" y="3873656"/>
                </a:cubicBezTo>
                <a:lnTo>
                  <a:pt x="1019198" y="3873656"/>
                </a:lnTo>
                <a:cubicBezTo>
                  <a:pt x="1018903" y="3868471"/>
                  <a:pt x="1018285" y="3864819"/>
                  <a:pt x="1017342" y="3862698"/>
                </a:cubicBezTo>
                <a:cubicBezTo>
                  <a:pt x="1015869" y="3859399"/>
                  <a:pt x="1013675" y="3856807"/>
                  <a:pt x="1010759" y="3854922"/>
                </a:cubicBezTo>
                <a:cubicBezTo>
                  <a:pt x="1007842" y="3853037"/>
                  <a:pt x="1004794" y="3852094"/>
                  <a:pt x="1001612" y="3852094"/>
                </a:cubicBezTo>
                <a:close/>
                <a:moveTo>
                  <a:pt x="715863" y="3852094"/>
                </a:moveTo>
                <a:cubicBezTo>
                  <a:pt x="710973" y="3852094"/>
                  <a:pt x="706599" y="3853994"/>
                  <a:pt x="702740" y="3857794"/>
                </a:cubicBezTo>
                <a:cubicBezTo>
                  <a:pt x="698882" y="3861594"/>
                  <a:pt x="696628" y="3866881"/>
                  <a:pt x="695980" y="3873656"/>
                </a:cubicBezTo>
                <a:lnTo>
                  <a:pt x="733448" y="3873656"/>
                </a:lnTo>
                <a:cubicBezTo>
                  <a:pt x="733153" y="3868471"/>
                  <a:pt x="732534" y="3864819"/>
                  <a:pt x="731592" y="3862698"/>
                </a:cubicBezTo>
                <a:cubicBezTo>
                  <a:pt x="730119" y="3859399"/>
                  <a:pt x="727925" y="3856807"/>
                  <a:pt x="725009" y="3854922"/>
                </a:cubicBezTo>
                <a:cubicBezTo>
                  <a:pt x="722093" y="3853037"/>
                  <a:pt x="719044" y="3852094"/>
                  <a:pt x="715863" y="3852094"/>
                </a:cubicBezTo>
                <a:close/>
                <a:moveTo>
                  <a:pt x="157246" y="3851652"/>
                </a:moveTo>
                <a:cubicBezTo>
                  <a:pt x="154123" y="3851652"/>
                  <a:pt x="150986" y="3852580"/>
                  <a:pt x="147835" y="3854436"/>
                </a:cubicBezTo>
                <a:cubicBezTo>
                  <a:pt x="144683" y="3856292"/>
                  <a:pt x="142135" y="3859546"/>
                  <a:pt x="140191" y="3864200"/>
                </a:cubicBezTo>
                <a:cubicBezTo>
                  <a:pt x="138247" y="3868854"/>
                  <a:pt x="137275" y="3874834"/>
                  <a:pt x="137275" y="3882139"/>
                </a:cubicBezTo>
                <a:cubicBezTo>
                  <a:pt x="137275" y="3893921"/>
                  <a:pt x="139617" y="3904083"/>
                  <a:pt x="144300" y="3912625"/>
                </a:cubicBezTo>
                <a:cubicBezTo>
                  <a:pt x="148984" y="3921167"/>
                  <a:pt x="155154" y="3925438"/>
                  <a:pt x="162813" y="3925438"/>
                </a:cubicBezTo>
                <a:cubicBezTo>
                  <a:pt x="168527" y="3925438"/>
                  <a:pt x="173240" y="3923082"/>
                  <a:pt x="176951" y="3918369"/>
                </a:cubicBezTo>
                <a:cubicBezTo>
                  <a:pt x="180663" y="3913656"/>
                  <a:pt x="182519" y="3905556"/>
                  <a:pt x="182519" y="3894068"/>
                </a:cubicBezTo>
                <a:cubicBezTo>
                  <a:pt x="182519" y="3879694"/>
                  <a:pt x="179426" y="3868383"/>
                  <a:pt x="173240" y="3860135"/>
                </a:cubicBezTo>
                <a:cubicBezTo>
                  <a:pt x="169058" y="3854480"/>
                  <a:pt x="163726" y="3851652"/>
                  <a:pt x="157246" y="3851652"/>
                </a:cubicBezTo>
                <a:close/>
                <a:moveTo>
                  <a:pt x="610060" y="3848294"/>
                </a:moveTo>
                <a:lnTo>
                  <a:pt x="677926" y="3848294"/>
                </a:lnTo>
                <a:lnTo>
                  <a:pt x="677926" y="3851564"/>
                </a:lnTo>
                <a:lnTo>
                  <a:pt x="623669" y="3923318"/>
                </a:lnTo>
                <a:lnTo>
                  <a:pt x="653183" y="3923318"/>
                </a:lnTo>
                <a:cubicBezTo>
                  <a:pt x="659368" y="3923318"/>
                  <a:pt x="663566" y="3922802"/>
                  <a:pt x="665775" y="3921771"/>
                </a:cubicBezTo>
                <a:cubicBezTo>
                  <a:pt x="667984" y="3920740"/>
                  <a:pt x="669766" y="3918929"/>
                  <a:pt x="671121" y="3916337"/>
                </a:cubicBezTo>
                <a:cubicBezTo>
                  <a:pt x="672064" y="3914452"/>
                  <a:pt x="672859" y="3910475"/>
                  <a:pt x="673507" y="3904407"/>
                </a:cubicBezTo>
                <a:lnTo>
                  <a:pt x="676512" y="3904407"/>
                </a:lnTo>
                <a:lnTo>
                  <a:pt x="675539" y="3929238"/>
                </a:lnTo>
                <a:lnTo>
                  <a:pt x="604139" y="3929238"/>
                </a:lnTo>
                <a:lnTo>
                  <a:pt x="604139" y="3926057"/>
                </a:lnTo>
                <a:lnTo>
                  <a:pt x="657866" y="3854480"/>
                </a:lnTo>
                <a:lnTo>
                  <a:pt x="631356" y="3854480"/>
                </a:lnTo>
                <a:cubicBezTo>
                  <a:pt x="625642" y="3854480"/>
                  <a:pt x="621901" y="3854848"/>
                  <a:pt x="620134" y="3855585"/>
                </a:cubicBezTo>
                <a:cubicBezTo>
                  <a:pt x="618366" y="3856321"/>
                  <a:pt x="616923" y="3857720"/>
                  <a:pt x="615804" y="3859782"/>
                </a:cubicBezTo>
                <a:cubicBezTo>
                  <a:pt x="614213" y="3862728"/>
                  <a:pt x="613300" y="3866380"/>
                  <a:pt x="613064" y="3870739"/>
                </a:cubicBezTo>
                <a:lnTo>
                  <a:pt x="609529" y="3870739"/>
                </a:lnTo>
                <a:close/>
                <a:moveTo>
                  <a:pt x="515852" y="3848294"/>
                </a:moveTo>
                <a:lnTo>
                  <a:pt x="553584" y="3848294"/>
                </a:lnTo>
                <a:lnTo>
                  <a:pt x="553584" y="3851564"/>
                </a:lnTo>
                <a:lnTo>
                  <a:pt x="551728" y="3851564"/>
                </a:lnTo>
                <a:cubicBezTo>
                  <a:pt x="549078" y="3851564"/>
                  <a:pt x="547089" y="3852138"/>
                  <a:pt x="545763" y="3853287"/>
                </a:cubicBezTo>
                <a:cubicBezTo>
                  <a:pt x="544438" y="3854436"/>
                  <a:pt x="543776" y="3855864"/>
                  <a:pt x="543776" y="3857573"/>
                </a:cubicBezTo>
                <a:cubicBezTo>
                  <a:pt x="543776" y="3859870"/>
                  <a:pt x="544748" y="3863052"/>
                  <a:pt x="546692" y="3867116"/>
                </a:cubicBezTo>
                <a:lnTo>
                  <a:pt x="566397" y="3907942"/>
                </a:lnTo>
                <a:lnTo>
                  <a:pt x="584513" y="3863228"/>
                </a:lnTo>
                <a:cubicBezTo>
                  <a:pt x="585514" y="3860813"/>
                  <a:pt x="586015" y="3858427"/>
                  <a:pt x="586015" y="3856071"/>
                </a:cubicBezTo>
                <a:cubicBezTo>
                  <a:pt x="586015" y="3855010"/>
                  <a:pt x="585809" y="3854215"/>
                  <a:pt x="585396" y="3853685"/>
                </a:cubicBezTo>
                <a:cubicBezTo>
                  <a:pt x="584925" y="3853037"/>
                  <a:pt x="584188" y="3852521"/>
                  <a:pt x="583187" y="3852138"/>
                </a:cubicBezTo>
                <a:cubicBezTo>
                  <a:pt x="582186" y="3851755"/>
                  <a:pt x="580418" y="3851564"/>
                  <a:pt x="577885" y="3851564"/>
                </a:cubicBezTo>
                <a:lnTo>
                  <a:pt x="577885" y="3848294"/>
                </a:lnTo>
                <a:lnTo>
                  <a:pt x="604218" y="3848294"/>
                </a:lnTo>
                <a:lnTo>
                  <a:pt x="604218" y="3851564"/>
                </a:lnTo>
                <a:cubicBezTo>
                  <a:pt x="602039" y="3851800"/>
                  <a:pt x="600360" y="3852271"/>
                  <a:pt x="599181" y="3852978"/>
                </a:cubicBezTo>
                <a:cubicBezTo>
                  <a:pt x="598003" y="3853685"/>
                  <a:pt x="596707" y="3855010"/>
                  <a:pt x="595293" y="3856954"/>
                </a:cubicBezTo>
                <a:cubicBezTo>
                  <a:pt x="594763" y="3857779"/>
                  <a:pt x="593762" y="3860047"/>
                  <a:pt x="592289" y="3863759"/>
                </a:cubicBezTo>
                <a:lnTo>
                  <a:pt x="559328" y="3944526"/>
                </a:lnTo>
                <a:cubicBezTo>
                  <a:pt x="556147" y="3952361"/>
                  <a:pt x="551979" y="3958281"/>
                  <a:pt x="546824" y="3962287"/>
                </a:cubicBezTo>
                <a:cubicBezTo>
                  <a:pt x="541669" y="3966293"/>
                  <a:pt x="536706" y="3968296"/>
                  <a:pt x="531934" y="3968296"/>
                </a:cubicBezTo>
                <a:cubicBezTo>
                  <a:pt x="528459" y="3968296"/>
                  <a:pt x="525601" y="3967295"/>
                  <a:pt x="523363" y="3965292"/>
                </a:cubicBezTo>
                <a:cubicBezTo>
                  <a:pt x="521124" y="3963289"/>
                  <a:pt x="520005" y="3960991"/>
                  <a:pt x="520005" y="3958399"/>
                </a:cubicBezTo>
                <a:cubicBezTo>
                  <a:pt x="520005" y="3955925"/>
                  <a:pt x="520815" y="3953937"/>
                  <a:pt x="522435" y="3952434"/>
                </a:cubicBezTo>
                <a:cubicBezTo>
                  <a:pt x="524055" y="3950932"/>
                  <a:pt x="526279" y="3950181"/>
                  <a:pt x="529107" y="3950181"/>
                </a:cubicBezTo>
                <a:cubicBezTo>
                  <a:pt x="531051" y="3950181"/>
                  <a:pt x="533702" y="3950829"/>
                  <a:pt x="537060" y="3952125"/>
                </a:cubicBezTo>
                <a:cubicBezTo>
                  <a:pt x="539416" y="3953009"/>
                  <a:pt x="540889" y="3953451"/>
                  <a:pt x="541478" y="3953451"/>
                </a:cubicBezTo>
                <a:cubicBezTo>
                  <a:pt x="543245" y="3953451"/>
                  <a:pt x="545175" y="3952538"/>
                  <a:pt x="547266" y="3950711"/>
                </a:cubicBezTo>
                <a:cubicBezTo>
                  <a:pt x="549357" y="3948885"/>
                  <a:pt x="551463" y="3945350"/>
                  <a:pt x="553584" y="3940107"/>
                </a:cubicBezTo>
                <a:lnTo>
                  <a:pt x="559328" y="3926057"/>
                </a:lnTo>
                <a:lnTo>
                  <a:pt x="530256" y="3864996"/>
                </a:lnTo>
                <a:cubicBezTo>
                  <a:pt x="529372" y="3863169"/>
                  <a:pt x="527958" y="3860901"/>
                  <a:pt x="526014" y="3858191"/>
                </a:cubicBezTo>
                <a:cubicBezTo>
                  <a:pt x="524541" y="3856130"/>
                  <a:pt x="523333" y="3854745"/>
                  <a:pt x="522391" y="3854038"/>
                </a:cubicBezTo>
                <a:cubicBezTo>
                  <a:pt x="521036" y="3853096"/>
                  <a:pt x="518856" y="3852271"/>
                  <a:pt x="515852" y="3851564"/>
                </a:cubicBezTo>
                <a:close/>
                <a:moveTo>
                  <a:pt x="439638" y="3845908"/>
                </a:moveTo>
                <a:cubicBezTo>
                  <a:pt x="446825" y="3845908"/>
                  <a:pt x="452716" y="3847116"/>
                  <a:pt x="457311" y="3849531"/>
                </a:cubicBezTo>
                <a:cubicBezTo>
                  <a:pt x="460787" y="3851358"/>
                  <a:pt x="463349" y="3854215"/>
                  <a:pt x="464999" y="3858103"/>
                </a:cubicBezTo>
                <a:cubicBezTo>
                  <a:pt x="466059" y="3860636"/>
                  <a:pt x="466589" y="3865820"/>
                  <a:pt x="466589" y="3873656"/>
                </a:cubicBezTo>
                <a:lnTo>
                  <a:pt x="466589" y="3901138"/>
                </a:lnTo>
                <a:cubicBezTo>
                  <a:pt x="466589" y="3908855"/>
                  <a:pt x="466737" y="3913583"/>
                  <a:pt x="467031" y="3915320"/>
                </a:cubicBezTo>
                <a:cubicBezTo>
                  <a:pt x="467326" y="3917058"/>
                  <a:pt x="467812" y="3918222"/>
                  <a:pt x="468489" y="3918811"/>
                </a:cubicBezTo>
                <a:cubicBezTo>
                  <a:pt x="469167" y="3919400"/>
                  <a:pt x="469948" y="3919695"/>
                  <a:pt x="470831" y="3919695"/>
                </a:cubicBezTo>
                <a:cubicBezTo>
                  <a:pt x="471774" y="3919695"/>
                  <a:pt x="472598" y="3919488"/>
                  <a:pt x="473305" y="3919076"/>
                </a:cubicBezTo>
                <a:cubicBezTo>
                  <a:pt x="474542" y="3918310"/>
                  <a:pt x="476928" y="3916160"/>
                  <a:pt x="480463" y="3912625"/>
                </a:cubicBezTo>
                <a:lnTo>
                  <a:pt x="480463" y="3917574"/>
                </a:lnTo>
                <a:cubicBezTo>
                  <a:pt x="473865" y="3926411"/>
                  <a:pt x="467562" y="3930829"/>
                  <a:pt x="461553" y="3930829"/>
                </a:cubicBezTo>
                <a:cubicBezTo>
                  <a:pt x="458666" y="3930829"/>
                  <a:pt x="456368" y="3929827"/>
                  <a:pt x="454660" y="3927824"/>
                </a:cubicBezTo>
                <a:cubicBezTo>
                  <a:pt x="452952" y="3925821"/>
                  <a:pt x="452068" y="3922405"/>
                  <a:pt x="452009" y="3917574"/>
                </a:cubicBezTo>
                <a:cubicBezTo>
                  <a:pt x="443703" y="3923995"/>
                  <a:pt x="438489" y="3927707"/>
                  <a:pt x="436368" y="3928708"/>
                </a:cubicBezTo>
                <a:cubicBezTo>
                  <a:pt x="433187" y="3930181"/>
                  <a:pt x="429800" y="3930917"/>
                  <a:pt x="426206" y="3930917"/>
                </a:cubicBezTo>
                <a:cubicBezTo>
                  <a:pt x="420609" y="3930917"/>
                  <a:pt x="416000" y="3929003"/>
                  <a:pt x="412377" y="3925173"/>
                </a:cubicBezTo>
                <a:cubicBezTo>
                  <a:pt x="408754" y="3921344"/>
                  <a:pt x="406942" y="3916307"/>
                  <a:pt x="406942" y="3910063"/>
                </a:cubicBezTo>
                <a:cubicBezTo>
                  <a:pt x="406942" y="3906116"/>
                  <a:pt x="407826" y="3902699"/>
                  <a:pt x="409593" y="3899812"/>
                </a:cubicBezTo>
                <a:cubicBezTo>
                  <a:pt x="412008" y="3895806"/>
                  <a:pt x="416206" y="3892036"/>
                  <a:pt x="422185" y="3888501"/>
                </a:cubicBezTo>
                <a:cubicBezTo>
                  <a:pt x="428165" y="3884967"/>
                  <a:pt x="438106" y="3880666"/>
                  <a:pt x="452009" y="3875600"/>
                </a:cubicBezTo>
                <a:lnTo>
                  <a:pt x="452009" y="3872418"/>
                </a:lnTo>
                <a:cubicBezTo>
                  <a:pt x="452009" y="3864348"/>
                  <a:pt x="450728" y="3858810"/>
                  <a:pt x="448165" y="3855806"/>
                </a:cubicBezTo>
                <a:cubicBezTo>
                  <a:pt x="445602" y="3852801"/>
                  <a:pt x="441876" y="3851299"/>
                  <a:pt x="436987" y="3851299"/>
                </a:cubicBezTo>
                <a:cubicBezTo>
                  <a:pt x="433275" y="3851299"/>
                  <a:pt x="430330" y="3852300"/>
                  <a:pt x="428150" y="3854303"/>
                </a:cubicBezTo>
                <a:cubicBezTo>
                  <a:pt x="425912" y="3856306"/>
                  <a:pt x="424792" y="3858604"/>
                  <a:pt x="424792" y="3861196"/>
                </a:cubicBezTo>
                <a:lnTo>
                  <a:pt x="424969" y="3866321"/>
                </a:lnTo>
                <a:cubicBezTo>
                  <a:pt x="424969" y="3869031"/>
                  <a:pt x="424277" y="3871122"/>
                  <a:pt x="422892" y="3872595"/>
                </a:cubicBezTo>
                <a:cubicBezTo>
                  <a:pt x="421508" y="3874068"/>
                  <a:pt x="419696" y="3874804"/>
                  <a:pt x="417458" y="3874804"/>
                </a:cubicBezTo>
                <a:cubicBezTo>
                  <a:pt x="415278" y="3874804"/>
                  <a:pt x="413496" y="3874039"/>
                  <a:pt x="412111" y="3872507"/>
                </a:cubicBezTo>
                <a:cubicBezTo>
                  <a:pt x="410727" y="3870975"/>
                  <a:pt x="410035" y="3868884"/>
                  <a:pt x="410035" y="3866233"/>
                </a:cubicBezTo>
                <a:cubicBezTo>
                  <a:pt x="410035" y="3861166"/>
                  <a:pt x="412627" y="3856512"/>
                  <a:pt x="417811" y="3852271"/>
                </a:cubicBezTo>
                <a:cubicBezTo>
                  <a:pt x="422995" y="3848029"/>
                  <a:pt x="430271" y="3845908"/>
                  <a:pt x="439638" y="3845908"/>
                </a:cubicBezTo>
                <a:close/>
                <a:moveTo>
                  <a:pt x="340216" y="3845908"/>
                </a:moveTo>
                <a:lnTo>
                  <a:pt x="344016" y="3845908"/>
                </a:lnTo>
                <a:lnTo>
                  <a:pt x="344016" y="3863052"/>
                </a:lnTo>
                <a:cubicBezTo>
                  <a:pt x="353500" y="3851623"/>
                  <a:pt x="362543" y="3845908"/>
                  <a:pt x="371144" y="3845908"/>
                </a:cubicBezTo>
                <a:cubicBezTo>
                  <a:pt x="375563" y="3845908"/>
                  <a:pt x="379362" y="3847013"/>
                  <a:pt x="382544" y="3849222"/>
                </a:cubicBezTo>
                <a:cubicBezTo>
                  <a:pt x="385725" y="3851431"/>
                  <a:pt x="388258" y="3855069"/>
                  <a:pt x="390143" y="3860135"/>
                </a:cubicBezTo>
                <a:cubicBezTo>
                  <a:pt x="391439" y="3863670"/>
                  <a:pt x="392087" y="3869090"/>
                  <a:pt x="392087" y="3876395"/>
                </a:cubicBezTo>
                <a:lnTo>
                  <a:pt x="392087" y="3910946"/>
                </a:lnTo>
                <a:cubicBezTo>
                  <a:pt x="392087" y="3916072"/>
                  <a:pt x="392500" y="3919547"/>
                  <a:pt x="393324" y="3921374"/>
                </a:cubicBezTo>
                <a:cubicBezTo>
                  <a:pt x="393972" y="3922846"/>
                  <a:pt x="395018" y="3923995"/>
                  <a:pt x="396461" y="3924820"/>
                </a:cubicBezTo>
                <a:cubicBezTo>
                  <a:pt x="397905" y="3925645"/>
                  <a:pt x="400570" y="3926057"/>
                  <a:pt x="404458" y="3926057"/>
                </a:cubicBezTo>
                <a:lnTo>
                  <a:pt x="404458" y="3929238"/>
                </a:lnTo>
                <a:lnTo>
                  <a:pt x="364428" y="3929238"/>
                </a:lnTo>
                <a:lnTo>
                  <a:pt x="364428" y="3926057"/>
                </a:lnTo>
                <a:lnTo>
                  <a:pt x="366107" y="3926057"/>
                </a:lnTo>
                <a:cubicBezTo>
                  <a:pt x="369878" y="3926057"/>
                  <a:pt x="372514" y="3925483"/>
                  <a:pt x="374016" y="3924334"/>
                </a:cubicBezTo>
                <a:cubicBezTo>
                  <a:pt x="375518" y="3923185"/>
                  <a:pt x="376564" y="3921491"/>
                  <a:pt x="377153" y="3919253"/>
                </a:cubicBezTo>
                <a:cubicBezTo>
                  <a:pt x="377389" y="3918369"/>
                  <a:pt x="377507" y="3915600"/>
                  <a:pt x="377507" y="3910946"/>
                </a:cubicBezTo>
                <a:lnTo>
                  <a:pt x="377507" y="3877809"/>
                </a:lnTo>
                <a:cubicBezTo>
                  <a:pt x="377507" y="3870445"/>
                  <a:pt x="376549" y="3865099"/>
                  <a:pt x="374635" y="3861770"/>
                </a:cubicBezTo>
                <a:cubicBezTo>
                  <a:pt x="372720" y="3858442"/>
                  <a:pt x="369495" y="3856778"/>
                  <a:pt x="364959" y="3856778"/>
                </a:cubicBezTo>
                <a:cubicBezTo>
                  <a:pt x="357948" y="3856778"/>
                  <a:pt x="350967" y="3860607"/>
                  <a:pt x="344016" y="3868265"/>
                </a:cubicBezTo>
                <a:lnTo>
                  <a:pt x="344016" y="3910946"/>
                </a:lnTo>
                <a:cubicBezTo>
                  <a:pt x="344016" y="3916425"/>
                  <a:pt x="344340" y="3919812"/>
                  <a:pt x="344988" y="3921108"/>
                </a:cubicBezTo>
                <a:cubicBezTo>
                  <a:pt x="345813" y="3922817"/>
                  <a:pt x="346946" y="3924069"/>
                  <a:pt x="348390" y="3924864"/>
                </a:cubicBezTo>
                <a:cubicBezTo>
                  <a:pt x="349833" y="3925659"/>
                  <a:pt x="352764" y="3926057"/>
                  <a:pt x="357182" y="3926057"/>
                </a:cubicBezTo>
                <a:lnTo>
                  <a:pt x="357182" y="3929238"/>
                </a:lnTo>
                <a:lnTo>
                  <a:pt x="317152" y="3929238"/>
                </a:lnTo>
                <a:lnTo>
                  <a:pt x="317152" y="3926057"/>
                </a:lnTo>
                <a:lnTo>
                  <a:pt x="318920" y="3926057"/>
                </a:lnTo>
                <a:cubicBezTo>
                  <a:pt x="323043" y="3926057"/>
                  <a:pt x="325827" y="3925011"/>
                  <a:pt x="327270" y="3922920"/>
                </a:cubicBezTo>
                <a:cubicBezTo>
                  <a:pt x="328713" y="3920829"/>
                  <a:pt x="329435" y="3916837"/>
                  <a:pt x="329435" y="3910946"/>
                </a:cubicBezTo>
                <a:lnTo>
                  <a:pt x="329435" y="3880902"/>
                </a:lnTo>
                <a:cubicBezTo>
                  <a:pt x="329435" y="3871181"/>
                  <a:pt x="329214" y="3865261"/>
                  <a:pt x="328773" y="3863140"/>
                </a:cubicBezTo>
                <a:cubicBezTo>
                  <a:pt x="328331" y="3861019"/>
                  <a:pt x="327653" y="3859576"/>
                  <a:pt x="326740" y="3858810"/>
                </a:cubicBezTo>
                <a:cubicBezTo>
                  <a:pt x="325827" y="3858044"/>
                  <a:pt x="324604" y="3857661"/>
                  <a:pt x="323073" y="3857661"/>
                </a:cubicBezTo>
                <a:cubicBezTo>
                  <a:pt x="321423" y="3857661"/>
                  <a:pt x="319450" y="3858103"/>
                  <a:pt x="317152" y="3858987"/>
                </a:cubicBezTo>
                <a:lnTo>
                  <a:pt x="315827" y="3855806"/>
                </a:lnTo>
                <a:close/>
                <a:moveTo>
                  <a:pt x="277713" y="3845908"/>
                </a:moveTo>
                <a:cubicBezTo>
                  <a:pt x="284900" y="3845908"/>
                  <a:pt x="290791" y="3847116"/>
                  <a:pt x="295386" y="3849531"/>
                </a:cubicBezTo>
                <a:cubicBezTo>
                  <a:pt x="298862" y="3851358"/>
                  <a:pt x="301424" y="3854215"/>
                  <a:pt x="303074" y="3858103"/>
                </a:cubicBezTo>
                <a:cubicBezTo>
                  <a:pt x="304134" y="3860636"/>
                  <a:pt x="304665" y="3865820"/>
                  <a:pt x="304665" y="3873656"/>
                </a:cubicBezTo>
                <a:lnTo>
                  <a:pt x="304665" y="3901138"/>
                </a:lnTo>
                <a:cubicBezTo>
                  <a:pt x="304665" y="3908855"/>
                  <a:pt x="304812" y="3913583"/>
                  <a:pt x="305106" y="3915320"/>
                </a:cubicBezTo>
                <a:cubicBezTo>
                  <a:pt x="305401" y="3917058"/>
                  <a:pt x="305887" y="3918222"/>
                  <a:pt x="306564" y="3918811"/>
                </a:cubicBezTo>
                <a:cubicBezTo>
                  <a:pt x="307242" y="3919400"/>
                  <a:pt x="308023" y="3919695"/>
                  <a:pt x="308906" y="3919695"/>
                </a:cubicBezTo>
                <a:cubicBezTo>
                  <a:pt x="309849" y="3919695"/>
                  <a:pt x="310674" y="3919488"/>
                  <a:pt x="311380" y="3919076"/>
                </a:cubicBezTo>
                <a:cubicBezTo>
                  <a:pt x="312617" y="3918310"/>
                  <a:pt x="315003" y="3916160"/>
                  <a:pt x="318538" y="3912625"/>
                </a:cubicBezTo>
                <a:lnTo>
                  <a:pt x="318538" y="3917574"/>
                </a:lnTo>
                <a:cubicBezTo>
                  <a:pt x="311940" y="3926411"/>
                  <a:pt x="305637" y="3930829"/>
                  <a:pt x="299628" y="3930829"/>
                </a:cubicBezTo>
                <a:cubicBezTo>
                  <a:pt x="296741" y="3930829"/>
                  <a:pt x="294444" y="3929827"/>
                  <a:pt x="292735" y="3927824"/>
                </a:cubicBezTo>
                <a:cubicBezTo>
                  <a:pt x="291027" y="3925821"/>
                  <a:pt x="290143" y="3922405"/>
                  <a:pt x="290084" y="3917574"/>
                </a:cubicBezTo>
                <a:cubicBezTo>
                  <a:pt x="281778" y="3923995"/>
                  <a:pt x="276564" y="3927707"/>
                  <a:pt x="274443" y="3928708"/>
                </a:cubicBezTo>
                <a:cubicBezTo>
                  <a:pt x="271262" y="3930181"/>
                  <a:pt x="267875" y="3930917"/>
                  <a:pt x="264281" y="3930917"/>
                </a:cubicBezTo>
                <a:cubicBezTo>
                  <a:pt x="258685" y="3930917"/>
                  <a:pt x="254075" y="3929003"/>
                  <a:pt x="250451" y="3925173"/>
                </a:cubicBezTo>
                <a:cubicBezTo>
                  <a:pt x="246829" y="3921344"/>
                  <a:pt x="245017" y="3916307"/>
                  <a:pt x="245017" y="3910063"/>
                </a:cubicBezTo>
                <a:cubicBezTo>
                  <a:pt x="245017" y="3906116"/>
                  <a:pt x="245901" y="3902699"/>
                  <a:pt x="247668" y="3899812"/>
                </a:cubicBezTo>
                <a:cubicBezTo>
                  <a:pt x="250083" y="3895806"/>
                  <a:pt x="254281" y="3892036"/>
                  <a:pt x="260260" y="3888501"/>
                </a:cubicBezTo>
                <a:cubicBezTo>
                  <a:pt x="266240" y="3884967"/>
                  <a:pt x="276181" y="3880666"/>
                  <a:pt x="290084" y="3875600"/>
                </a:cubicBezTo>
                <a:lnTo>
                  <a:pt x="290084" y="3872418"/>
                </a:lnTo>
                <a:cubicBezTo>
                  <a:pt x="290084" y="3864348"/>
                  <a:pt x="288803" y="3858810"/>
                  <a:pt x="286240" y="3855806"/>
                </a:cubicBezTo>
                <a:cubicBezTo>
                  <a:pt x="283678" y="3852801"/>
                  <a:pt x="279952" y="3851299"/>
                  <a:pt x="275062" y="3851299"/>
                </a:cubicBezTo>
                <a:cubicBezTo>
                  <a:pt x="271350" y="3851299"/>
                  <a:pt x="268405" y="3852300"/>
                  <a:pt x="266225" y="3854303"/>
                </a:cubicBezTo>
                <a:cubicBezTo>
                  <a:pt x="263986" y="3856306"/>
                  <a:pt x="262867" y="3858604"/>
                  <a:pt x="262867" y="3861196"/>
                </a:cubicBezTo>
                <a:lnTo>
                  <a:pt x="263044" y="3866321"/>
                </a:lnTo>
                <a:cubicBezTo>
                  <a:pt x="263044" y="3869031"/>
                  <a:pt x="262352" y="3871122"/>
                  <a:pt x="260967" y="3872595"/>
                </a:cubicBezTo>
                <a:cubicBezTo>
                  <a:pt x="259583" y="3874068"/>
                  <a:pt x="257772" y="3874804"/>
                  <a:pt x="255533" y="3874804"/>
                </a:cubicBezTo>
                <a:cubicBezTo>
                  <a:pt x="253353" y="3874804"/>
                  <a:pt x="251571" y="3874039"/>
                  <a:pt x="250187" y="3872507"/>
                </a:cubicBezTo>
                <a:cubicBezTo>
                  <a:pt x="248802" y="3870975"/>
                  <a:pt x="248110" y="3868884"/>
                  <a:pt x="248110" y="3866233"/>
                </a:cubicBezTo>
                <a:cubicBezTo>
                  <a:pt x="248110" y="3861166"/>
                  <a:pt x="250702" y="3856512"/>
                  <a:pt x="255886" y="3852271"/>
                </a:cubicBezTo>
                <a:cubicBezTo>
                  <a:pt x="261071" y="3848029"/>
                  <a:pt x="268346" y="3845908"/>
                  <a:pt x="277713" y="3845908"/>
                </a:cubicBezTo>
                <a:close/>
                <a:moveTo>
                  <a:pt x="159985" y="3845908"/>
                </a:moveTo>
                <a:cubicBezTo>
                  <a:pt x="172239" y="3845908"/>
                  <a:pt x="182077" y="3850562"/>
                  <a:pt x="189500" y="3859870"/>
                </a:cubicBezTo>
                <a:cubicBezTo>
                  <a:pt x="195803" y="3867823"/>
                  <a:pt x="198955" y="3876955"/>
                  <a:pt x="198955" y="3887264"/>
                </a:cubicBezTo>
                <a:cubicBezTo>
                  <a:pt x="198955" y="3894510"/>
                  <a:pt x="197217" y="3901845"/>
                  <a:pt x="193741" y="3909267"/>
                </a:cubicBezTo>
                <a:cubicBezTo>
                  <a:pt x="190265" y="3916690"/>
                  <a:pt x="185479" y="3922287"/>
                  <a:pt x="179382" y="3926057"/>
                </a:cubicBezTo>
                <a:cubicBezTo>
                  <a:pt x="173284" y="3929827"/>
                  <a:pt x="166495" y="3931713"/>
                  <a:pt x="159013" y="3931713"/>
                </a:cubicBezTo>
                <a:cubicBezTo>
                  <a:pt x="146818" y="3931713"/>
                  <a:pt x="137128" y="3926852"/>
                  <a:pt x="129941" y="3917132"/>
                </a:cubicBezTo>
                <a:cubicBezTo>
                  <a:pt x="123873" y="3908943"/>
                  <a:pt x="120839" y="3899753"/>
                  <a:pt x="120839" y="3889562"/>
                </a:cubicBezTo>
                <a:cubicBezTo>
                  <a:pt x="120839" y="3882139"/>
                  <a:pt x="122679" y="3874760"/>
                  <a:pt x="126362" y="3867426"/>
                </a:cubicBezTo>
                <a:cubicBezTo>
                  <a:pt x="130043" y="3860091"/>
                  <a:pt x="134889" y="3854671"/>
                  <a:pt x="140898" y="3851166"/>
                </a:cubicBezTo>
                <a:cubicBezTo>
                  <a:pt x="146907" y="3847661"/>
                  <a:pt x="153269" y="3845908"/>
                  <a:pt x="159985" y="3845908"/>
                </a:cubicBezTo>
                <a:close/>
                <a:moveTo>
                  <a:pt x="1006561" y="3845820"/>
                </a:moveTo>
                <a:cubicBezTo>
                  <a:pt x="1015634" y="3845820"/>
                  <a:pt x="1023086" y="3848810"/>
                  <a:pt x="1028918" y="3854789"/>
                </a:cubicBezTo>
                <a:cubicBezTo>
                  <a:pt x="1034750" y="3860769"/>
                  <a:pt x="1037666" y="3868766"/>
                  <a:pt x="1037666" y="3878781"/>
                </a:cubicBezTo>
                <a:lnTo>
                  <a:pt x="981730" y="3878781"/>
                </a:lnTo>
                <a:cubicBezTo>
                  <a:pt x="981672" y="3890799"/>
                  <a:pt x="984587" y="3900225"/>
                  <a:pt x="990478" y="3907058"/>
                </a:cubicBezTo>
                <a:cubicBezTo>
                  <a:pt x="996370" y="3913892"/>
                  <a:pt x="1003292" y="3917309"/>
                  <a:pt x="1011245" y="3917309"/>
                </a:cubicBezTo>
                <a:cubicBezTo>
                  <a:pt x="1016547" y="3917309"/>
                  <a:pt x="1021156" y="3915851"/>
                  <a:pt x="1025074" y="3912935"/>
                </a:cubicBezTo>
                <a:cubicBezTo>
                  <a:pt x="1028991" y="3910018"/>
                  <a:pt x="1032276" y="3905026"/>
                  <a:pt x="1034927" y="3897956"/>
                </a:cubicBezTo>
                <a:lnTo>
                  <a:pt x="1037666" y="3899724"/>
                </a:lnTo>
                <a:cubicBezTo>
                  <a:pt x="1036429" y="3907795"/>
                  <a:pt x="1032835" y="3915144"/>
                  <a:pt x="1026886" y="3921771"/>
                </a:cubicBezTo>
                <a:cubicBezTo>
                  <a:pt x="1020935" y="3928399"/>
                  <a:pt x="1013483" y="3931713"/>
                  <a:pt x="1004529" y="3931713"/>
                </a:cubicBezTo>
                <a:cubicBezTo>
                  <a:pt x="994808" y="3931713"/>
                  <a:pt x="986487" y="3927927"/>
                  <a:pt x="979565" y="3920357"/>
                </a:cubicBezTo>
                <a:cubicBezTo>
                  <a:pt x="972643" y="3912787"/>
                  <a:pt x="969182" y="3902610"/>
                  <a:pt x="969182" y="3889827"/>
                </a:cubicBezTo>
                <a:cubicBezTo>
                  <a:pt x="969182" y="3875983"/>
                  <a:pt x="972732" y="3865187"/>
                  <a:pt x="979830" y="3857440"/>
                </a:cubicBezTo>
                <a:cubicBezTo>
                  <a:pt x="986929" y="3849693"/>
                  <a:pt x="995840" y="3845820"/>
                  <a:pt x="1006561" y="3845820"/>
                </a:cubicBezTo>
                <a:close/>
                <a:moveTo>
                  <a:pt x="720811" y="3845820"/>
                </a:moveTo>
                <a:cubicBezTo>
                  <a:pt x="729884" y="3845820"/>
                  <a:pt x="737336" y="3848810"/>
                  <a:pt x="743168" y="3854789"/>
                </a:cubicBezTo>
                <a:cubicBezTo>
                  <a:pt x="749000" y="3860769"/>
                  <a:pt x="751917" y="3868766"/>
                  <a:pt x="751917" y="3878781"/>
                </a:cubicBezTo>
                <a:lnTo>
                  <a:pt x="695980" y="3878781"/>
                </a:lnTo>
                <a:cubicBezTo>
                  <a:pt x="695921" y="3890799"/>
                  <a:pt x="698838" y="3900225"/>
                  <a:pt x="704729" y="3907058"/>
                </a:cubicBezTo>
                <a:cubicBezTo>
                  <a:pt x="710620" y="3913892"/>
                  <a:pt x="717542" y="3917309"/>
                  <a:pt x="725495" y="3917309"/>
                </a:cubicBezTo>
                <a:cubicBezTo>
                  <a:pt x="730797" y="3917309"/>
                  <a:pt x="735407" y="3915851"/>
                  <a:pt x="739324" y="3912935"/>
                </a:cubicBezTo>
                <a:cubicBezTo>
                  <a:pt x="743242" y="3910018"/>
                  <a:pt x="746526" y="3905026"/>
                  <a:pt x="749177" y="3897956"/>
                </a:cubicBezTo>
                <a:lnTo>
                  <a:pt x="751917" y="3899724"/>
                </a:lnTo>
                <a:cubicBezTo>
                  <a:pt x="750679" y="3907795"/>
                  <a:pt x="747086" y="3915144"/>
                  <a:pt x="741136" y="3921771"/>
                </a:cubicBezTo>
                <a:cubicBezTo>
                  <a:pt x="735186" y="3928399"/>
                  <a:pt x="727733" y="3931713"/>
                  <a:pt x="718779" y="3931713"/>
                </a:cubicBezTo>
                <a:cubicBezTo>
                  <a:pt x="709058" y="3931713"/>
                  <a:pt x="700737" y="3927927"/>
                  <a:pt x="693815" y="3920357"/>
                </a:cubicBezTo>
                <a:cubicBezTo>
                  <a:pt x="686893" y="3912787"/>
                  <a:pt x="683433" y="3902610"/>
                  <a:pt x="683433" y="3889827"/>
                </a:cubicBezTo>
                <a:cubicBezTo>
                  <a:pt x="683433" y="3875983"/>
                  <a:pt x="686982" y="3865187"/>
                  <a:pt x="694081" y="3857440"/>
                </a:cubicBezTo>
                <a:cubicBezTo>
                  <a:pt x="701179" y="3849693"/>
                  <a:pt x="710090" y="3845820"/>
                  <a:pt x="720811" y="3845820"/>
                </a:cubicBezTo>
                <a:close/>
                <a:moveTo>
                  <a:pt x="855538" y="3821696"/>
                </a:moveTo>
                <a:lnTo>
                  <a:pt x="858277" y="3821696"/>
                </a:lnTo>
                <a:lnTo>
                  <a:pt x="858277" y="3848294"/>
                </a:lnTo>
                <a:lnTo>
                  <a:pt x="877188" y="3848294"/>
                </a:lnTo>
                <a:lnTo>
                  <a:pt x="877188" y="3854480"/>
                </a:lnTo>
                <a:lnTo>
                  <a:pt x="858277" y="3854480"/>
                </a:lnTo>
                <a:lnTo>
                  <a:pt x="858277" y="3906970"/>
                </a:lnTo>
                <a:cubicBezTo>
                  <a:pt x="858277" y="3912213"/>
                  <a:pt x="859028" y="3915748"/>
                  <a:pt x="860531" y="3917574"/>
                </a:cubicBezTo>
                <a:cubicBezTo>
                  <a:pt x="862033" y="3919400"/>
                  <a:pt x="863962" y="3920313"/>
                  <a:pt x="866318" y="3920313"/>
                </a:cubicBezTo>
                <a:cubicBezTo>
                  <a:pt x="868263" y="3920313"/>
                  <a:pt x="870148" y="3919709"/>
                  <a:pt x="871974" y="3918502"/>
                </a:cubicBezTo>
                <a:cubicBezTo>
                  <a:pt x="873800" y="3917294"/>
                  <a:pt x="875214" y="3915512"/>
                  <a:pt x="876216" y="3913155"/>
                </a:cubicBezTo>
                <a:lnTo>
                  <a:pt x="879662" y="3913155"/>
                </a:lnTo>
                <a:cubicBezTo>
                  <a:pt x="877600" y="3918929"/>
                  <a:pt x="874684" y="3923273"/>
                  <a:pt x="870913" y="3926190"/>
                </a:cubicBezTo>
                <a:cubicBezTo>
                  <a:pt x="867144" y="3929106"/>
                  <a:pt x="863255" y="3930564"/>
                  <a:pt x="859249" y="3930564"/>
                </a:cubicBezTo>
                <a:cubicBezTo>
                  <a:pt x="856539" y="3930564"/>
                  <a:pt x="853888" y="3929813"/>
                  <a:pt x="851296" y="3928310"/>
                </a:cubicBezTo>
                <a:cubicBezTo>
                  <a:pt x="848704" y="3926808"/>
                  <a:pt x="846789" y="3924658"/>
                  <a:pt x="845553" y="3921860"/>
                </a:cubicBezTo>
                <a:cubicBezTo>
                  <a:pt x="844315" y="3919061"/>
                  <a:pt x="843697" y="3914746"/>
                  <a:pt x="843697" y="3908914"/>
                </a:cubicBezTo>
                <a:lnTo>
                  <a:pt x="843697" y="3854480"/>
                </a:lnTo>
                <a:lnTo>
                  <a:pt x="830884" y="3854480"/>
                </a:lnTo>
                <a:lnTo>
                  <a:pt x="830884" y="3851564"/>
                </a:lnTo>
                <a:cubicBezTo>
                  <a:pt x="834124" y="3850268"/>
                  <a:pt x="837437" y="3848073"/>
                  <a:pt x="840825" y="3844981"/>
                </a:cubicBezTo>
                <a:cubicBezTo>
                  <a:pt x="844212" y="3841888"/>
                  <a:pt x="847232" y="3838221"/>
                  <a:pt x="849882" y="3833979"/>
                </a:cubicBezTo>
                <a:cubicBezTo>
                  <a:pt x="851237" y="3831740"/>
                  <a:pt x="853122" y="3827646"/>
                  <a:pt x="855538" y="3821696"/>
                </a:cubicBezTo>
                <a:close/>
                <a:moveTo>
                  <a:pt x="7334" y="3809413"/>
                </a:moveTo>
                <a:lnTo>
                  <a:pt x="105156" y="3809413"/>
                </a:lnTo>
                <a:lnTo>
                  <a:pt x="106482" y="3837514"/>
                </a:lnTo>
                <a:lnTo>
                  <a:pt x="103124" y="3837514"/>
                </a:lnTo>
                <a:cubicBezTo>
                  <a:pt x="102475" y="3832565"/>
                  <a:pt x="101592" y="3829030"/>
                  <a:pt x="100472" y="3826910"/>
                </a:cubicBezTo>
                <a:cubicBezTo>
                  <a:pt x="98646" y="3823493"/>
                  <a:pt x="96216" y="3820974"/>
                  <a:pt x="93182" y="3819354"/>
                </a:cubicBezTo>
                <a:cubicBezTo>
                  <a:pt x="90148" y="3817734"/>
                  <a:pt x="86157" y="3816924"/>
                  <a:pt x="81209" y="3816924"/>
                </a:cubicBezTo>
                <a:lnTo>
                  <a:pt x="64331" y="3816924"/>
                </a:lnTo>
                <a:lnTo>
                  <a:pt x="64331" y="3908472"/>
                </a:lnTo>
                <a:cubicBezTo>
                  <a:pt x="64331" y="3915836"/>
                  <a:pt x="65126" y="3920431"/>
                  <a:pt x="66716" y="3922257"/>
                </a:cubicBezTo>
                <a:cubicBezTo>
                  <a:pt x="68955" y="3924732"/>
                  <a:pt x="72401" y="3925969"/>
                  <a:pt x="77055" y="3925969"/>
                </a:cubicBezTo>
                <a:lnTo>
                  <a:pt x="81209" y="3925969"/>
                </a:lnTo>
                <a:lnTo>
                  <a:pt x="81209" y="3929238"/>
                </a:lnTo>
                <a:lnTo>
                  <a:pt x="30398" y="3929238"/>
                </a:lnTo>
                <a:lnTo>
                  <a:pt x="30398" y="3925969"/>
                </a:lnTo>
                <a:lnTo>
                  <a:pt x="34639" y="3925969"/>
                </a:lnTo>
                <a:cubicBezTo>
                  <a:pt x="39706" y="3925969"/>
                  <a:pt x="43299" y="3924437"/>
                  <a:pt x="45420" y="3921374"/>
                </a:cubicBezTo>
                <a:cubicBezTo>
                  <a:pt x="46716" y="3919488"/>
                  <a:pt x="47364" y="3915188"/>
                  <a:pt x="47364" y="3908472"/>
                </a:cubicBezTo>
                <a:lnTo>
                  <a:pt x="47364" y="3816924"/>
                </a:lnTo>
                <a:lnTo>
                  <a:pt x="32960" y="3816924"/>
                </a:lnTo>
                <a:cubicBezTo>
                  <a:pt x="27364" y="3816924"/>
                  <a:pt x="23387" y="3817337"/>
                  <a:pt x="21031" y="3818161"/>
                </a:cubicBezTo>
                <a:cubicBezTo>
                  <a:pt x="17967" y="3819281"/>
                  <a:pt x="15346" y="3821431"/>
                  <a:pt x="13166" y="3824612"/>
                </a:cubicBezTo>
                <a:cubicBezTo>
                  <a:pt x="10986" y="3827793"/>
                  <a:pt x="9690" y="3832094"/>
                  <a:pt x="9278" y="3837514"/>
                </a:cubicBezTo>
                <a:lnTo>
                  <a:pt x="5920" y="3837514"/>
                </a:lnTo>
                <a:close/>
                <a:moveTo>
                  <a:pt x="902102" y="3803581"/>
                </a:moveTo>
                <a:lnTo>
                  <a:pt x="906167" y="3803581"/>
                </a:lnTo>
                <a:lnTo>
                  <a:pt x="906167" y="3862786"/>
                </a:lnTo>
                <a:cubicBezTo>
                  <a:pt x="912707" y="3855599"/>
                  <a:pt x="917891" y="3850990"/>
                  <a:pt x="921720" y="3848957"/>
                </a:cubicBezTo>
                <a:cubicBezTo>
                  <a:pt x="925549" y="3846925"/>
                  <a:pt x="929378" y="3845908"/>
                  <a:pt x="933208" y="3845908"/>
                </a:cubicBezTo>
                <a:cubicBezTo>
                  <a:pt x="937803" y="3845908"/>
                  <a:pt x="941750" y="3847175"/>
                  <a:pt x="945049" y="3849708"/>
                </a:cubicBezTo>
                <a:cubicBezTo>
                  <a:pt x="948348" y="3852241"/>
                  <a:pt x="950792" y="3856218"/>
                  <a:pt x="952383" y="3861638"/>
                </a:cubicBezTo>
                <a:cubicBezTo>
                  <a:pt x="953502" y="3865408"/>
                  <a:pt x="954062" y="3872301"/>
                  <a:pt x="954062" y="3882316"/>
                </a:cubicBezTo>
                <a:lnTo>
                  <a:pt x="954062" y="3910946"/>
                </a:lnTo>
                <a:cubicBezTo>
                  <a:pt x="954062" y="3916072"/>
                  <a:pt x="954474" y="3919577"/>
                  <a:pt x="955299" y="3921462"/>
                </a:cubicBezTo>
                <a:cubicBezTo>
                  <a:pt x="955888" y="3922876"/>
                  <a:pt x="956890" y="3923995"/>
                  <a:pt x="958304" y="3924820"/>
                </a:cubicBezTo>
                <a:cubicBezTo>
                  <a:pt x="959718" y="3925645"/>
                  <a:pt x="962310" y="3926057"/>
                  <a:pt x="966080" y="3926057"/>
                </a:cubicBezTo>
                <a:lnTo>
                  <a:pt x="966080" y="3929238"/>
                </a:lnTo>
                <a:lnTo>
                  <a:pt x="926315" y="3929238"/>
                </a:lnTo>
                <a:lnTo>
                  <a:pt x="926315" y="3926057"/>
                </a:lnTo>
                <a:lnTo>
                  <a:pt x="928171" y="3926057"/>
                </a:lnTo>
                <a:cubicBezTo>
                  <a:pt x="931941" y="3926057"/>
                  <a:pt x="934562" y="3925483"/>
                  <a:pt x="936035" y="3924334"/>
                </a:cubicBezTo>
                <a:cubicBezTo>
                  <a:pt x="937508" y="3923185"/>
                  <a:pt x="938539" y="3921491"/>
                  <a:pt x="939128" y="3919253"/>
                </a:cubicBezTo>
                <a:cubicBezTo>
                  <a:pt x="939305" y="3918310"/>
                  <a:pt x="939393" y="3915541"/>
                  <a:pt x="939393" y="3910946"/>
                </a:cubicBezTo>
                <a:lnTo>
                  <a:pt x="939393" y="3882316"/>
                </a:lnTo>
                <a:cubicBezTo>
                  <a:pt x="939393" y="3873479"/>
                  <a:pt x="938936" y="3867676"/>
                  <a:pt x="938023" y="3864907"/>
                </a:cubicBezTo>
                <a:cubicBezTo>
                  <a:pt x="937111" y="3862138"/>
                  <a:pt x="935652" y="3860062"/>
                  <a:pt x="933650" y="3858677"/>
                </a:cubicBezTo>
                <a:cubicBezTo>
                  <a:pt x="931646" y="3857293"/>
                  <a:pt x="929231" y="3856601"/>
                  <a:pt x="926403" y="3856601"/>
                </a:cubicBezTo>
                <a:cubicBezTo>
                  <a:pt x="923517" y="3856601"/>
                  <a:pt x="920512" y="3857367"/>
                  <a:pt x="917390" y="3858898"/>
                </a:cubicBezTo>
                <a:cubicBezTo>
                  <a:pt x="914267" y="3860430"/>
                  <a:pt x="910527" y="3863523"/>
                  <a:pt x="906167" y="3868177"/>
                </a:cubicBezTo>
                <a:lnTo>
                  <a:pt x="906167" y="3910946"/>
                </a:lnTo>
                <a:cubicBezTo>
                  <a:pt x="906167" y="3916484"/>
                  <a:pt x="906476" y="3919930"/>
                  <a:pt x="907095" y="3921285"/>
                </a:cubicBezTo>
                <a:cubicBezTo>
                  <a:pt x="907713" y="3922640"/>
                  <a:pt x="908862" y="3923774"/>
                  <a:pt x="910541" y="3924687"/>
                </a:cubicBezTo>
                <a:cubicBezTo>
                  <a:pt x="912220" y="3925600"/>
                  <a:pt x="915122" y="3926057"/>
                  <a:pt x="919246" y="3926057"/>
                </a:cubicBezTo>
                <a:lnTo>
                  <a:pt x="919246" y="3929238"/>
                </a:lnTo>
                <a:lnTo>
                  <a:pt x="879127" y="3929238"/>
                </a:lnTo>
                <a:lnTo>
                  <a:pt x="879127" y="3926057"/>
                </a:lnTo>
                <a:cubicBezTo>
                  <a:pt x="882721" y="3926057"/>
                  <a:pt x="885548" y="3925497"/>
                  <a:pt x="887610" y="3924378"/>
                </a:cubicBezTo>
                <a:cubicBezTo>
                  <a:pt x="888788" y="3923789"/>
                  <a:pt x="889731" y="3922670"/>
                  <a:pt x="890438" y="3921020"/>
                </a:cubicBezTo>
                <a:cubicBezTo>
                  <a:pt x="891145" y="3919371"/>
                  <a:pt x="891499" y="3916013"/>
                  <a:pt x="891499" y="3910946"/>
                </a:cubicBezTo>
                <a:lnTo>
                  <a:pt x="891499" y="3837690"/>
                </a:lnTo>
                <a:cubicBezTo>
                  <a:pt x="891499" y="3828441"/>
                  <a:pt x="891277" y="3822756"/>
                  <a:pt x="890836" y="3820636"/>
                </a:cubicBezTo>
                <a:cubicBezTo>
                  <a:pt x="890394" y="3818515"/>
                  <a:pt x="889716" y="3817071"/>
                  <a:pt x="888803" y="3816306"/>
                </a:cubicBezTo>
                <a:cubicBezTo>
                  <a:pt x="887890" y="3815540"/>
                  <a:pt x="886668" y="3815157"/>
                  <a:pt x="885136" y="3815157"/>
                </a:cubicBezTo>
                <a:cubicBezTo>
                  <a:pt x="883899" y="3815157"/>
                  <a:pt x="881896" y="3815628"/>
                  <a:pt x="879127" y="3816571"/>
                </a:cubicBezTo>
                <a:lnTo>
                  <a:pt x="877890" y="3813478"/>
                </a:lnTo>
                <a:close/>
                <a:moveTo>
                  <a:pt x="506206" y="3803581"/>
                </a:moveTo>
                <a:lnTo>
                  <a:pt x="510182" y="3803581"/>
                </a:lnTo>
                <a:lnTo>
                  <a:pt x="510182" y="3910946"/>
                </a:lnTo>
                <a:cubicBezTo>
                  <a:pt x="510182" y="3916013"/>
                  <a:pt x="510550" y="3919371"/>
                  <a:pt x="511287" y="3921020"/>
                </a:cubicBezTo>
                <a:cubicBezTo>
                  <a:pt x="512023" y="3922670"/>
                  <a:pt x="513157" y="3923922"/>
                  <a:pt x="514689" y="3924776"/>
                </a:cubicBezTo>
                <a:cubicBezTo>
                  <a:pt x="516221" y="3925630"/>
                  <a:pt x="519078" y="3926057"/>
                  <a:pt x="523261" y="3926057"/>
                </a:cubicBezTo>
                <a:lnTo>
                  <a:pt x="523261" y="3929238"/>
                </a:lnTo>
                <a:lnTo>
                  <a:pt x="483584" y="3929238"/>
                </a:lnTo>
                <a:lnTo>
                  <a:pt x="483584" y="3926057"/>
                </a:lnTo>
                <a:cubicBezTo>
                  <a:pt x="487295" y="3926057"/>
                  <a:pt x="489828" y="3925674"/>
                  <a:pt x="491183" y="3924908"/>
                </a:cubicBezTo>
                <a:cubicBezTo>
                  <a:pt x="492539" y="3924142"/>
                  <a:pt x="493599" y="3922876"/>
                  <a:pt x="494365" y="3921108"/>
                </a:cubicBezTo>
                <a:cubicBezTo>
                  <a:pt x="495131" y="3919341"/>
                  <a:pt x="495513" y="3915954"/>
                  <a:pt x="495513" y="3910946"/>
                </a:cubicBezTo>
                <a:lnTo>
                  <a:pt x="495513" y="3837425"/>
                </a:lnTo>
                <a:cubicBezTo>
                  <a:pt x="495513" y="3828294"/>
                  <a:pt x="495307" y="3822683"/>
                  <a:pt x="494895" y="3820591"/>
                </a:cubicBezTo>
                <a:cubicBezTo>
                  <a:pt x="494483" y="3818500"/>
                  <a:pt x="493820" y="3817071"/>
                  <a:pt x="492907" y="3816306"/>
                </a:cubicBezTo>
                <a:cubicBezTo>
                  <a:pt x="491994" y="3815540"/>
                  <a:pt x="490830" y="3815157"/>
                  <a:pt x="489416" y="3815157"/>
                </a:cubicBezTo>
                <a:cubicBezTo>
                  <a:pt x="487884" y="3815157"/>
                  <a:pt x="485940" y="3815628"/>
                  <a:pt x="483584" y="3816571"/>
                </a:cubicBezTo>
                <a:lnTo>
                  <a:pt x="482082" y="3813478"/>
                </a:lnTo>
                <a:close/>
                <a:moveTo>
                  <a:pt x="10488013" y="3789141"/>
                </a:moveTo>
                <a:cubicBezTo>
                  <a:pt x="10479117" y="3792676"/>
                  <a:pt x="10473373" y="3795179"/>
                  <a:pt x="10470781" y="3796652"/>
                </a:cubicBezTo>
                <a:cubicBezTo>
                  <a:pt x="10466127" y="3799244"/>
                  <a:pt x="10462799" y="3801954"/>
                  <a:pt x="10460796" y="3804782"/>
                </a:cubicBezTo>
                <a:cubicBezTo>
                  <a:pt x="10458793" y="3807610"/>
                  <a:pt x="10457791" y="3810702"/>
                  <a:pt x="10457791" y="3814060"/>
                </a:cubicBezTo>
                <a:cubicBezTo>
                  <a:pt x="10457791" y="3818302"/>
                  <a:pt x="10459058" y="3821822"/>
                  <a:pt x="10461591" y="3824620"/>
                </a:cubicBezTo>
                <a:cubicBezTo>
                  <a:pt x="10464124" y="3827419"/>
                  <a:pt x="10467040" y="3828818"/>
                  <a:pt x="10470339" y="3828818"/>
                </a:cubicBezTo>
                <a:cubicBezTo>
                  <a:pt x="10474817" y="3828818"/>
                  <a:pt x="10480708" y="3825872"/>
                  <a:pt x="10488013" y="3819981"/>
                </a:cubicBezTo>
                <a:close/>
                <a:moveTo>
                  <a:pt x="10856641" y="3760245"/>
                </a:moveTo>
                <a:cubicBezTo>
                  <a:pt x="10851752" y="3760245"/>
                  <a:pt x="10847378" y="3762145"/>
                  <a:pt x="10843519" y="3765945"/>
                </a:cubicBezTo>
                <a:cubicBezTo>
                  <a:pt x="10839660" y="3769745"/>
                  <a:pt x="10837407" y="3775032"/>
                  <a:pt x="10836759" y="3781807"/>
                </a:cubicBezTo>
                <a:lnTo>
                  <a:pt x="10874227" y="3781807"/>
                </a:lnTo>
                <a:cubicBezTo>
                  <a:pt x="10873932" y="3776622"/>
                  <a:pt x="10873313" y="3772970"/>
                  <a:pt x="10872371" y="3770849"/>
                </a:cubicBezTo>
                <a:cubicBezTo>
                  <a:pt x="10870898" y="3767550"/>
                  <a:pt x="10868703" y="3764958"/>
                  <a:pt x="10865787" y="3763073"/>
                </a:cubicBezTo>
                <a:cubicBezTo>
                  <a:pt x="10862871" y="3761188"/>
                  <a:pt x="10859823" y="3760245"/>
                  <a:pt x="10856641" y="3760245"/>
                </a:cubicBezTo>
                <a:close/>
                <a:moveTo>
                  <a:pt x="10599466" y="3760245"/>
                </a:moveTo>
                <a:cubicBezTo>
                  <a:pt x="10594577" y="3760245"/>
                  <a:pt x="10590203" y="3762145"/>
                  <a:pt x="10586344" y="3765945"/>
                </a:cubicBezTo>
                <a:cubicBezTo>
                  <a:pt x="10582485" y="3769745"/>
                  <a:pt x="10580232" y="3775032"/>
                  <a:pt x="10579584" y="3781807"/>
                </a:cubicBezTo>
                <a:lnTo>
                  <a:pt x="10617051" y="3781807"/>
                </a:lnTo>
                <a:cubicBezTo>
                  <a:pt x="10616757" y="3776622"/>
                  <a:pt x="10616138" y="3772970"/>
                  <a:pt x="10615196" y="3770849"/>
                </a:cubicBezTo>
                <a:cubicBezTo>
                  <a:pt x="10613723" y="3767550"/>
                  <a:pt x="10611528" y="3764958"/>
                  <a:pt x="10608612" y="3763073"/>
                </a:cubicBezTo>
                <a:cubicBezTo>
                  <a:pt x="10605696" y="3761188"/>
                  <a:pt x="10602647" y="3760245"/>
                  <a:pt x="10599466" y="3760245"/>
                </a:cubicBezTo>
                <a:close/>
                <a:moveTo>
                  <a:pt x="9904141" y="3760245"/>
                </a:moveTo>
                <a:cubicBezTo>
                  <a:pt x="9899252" y="3760245"/>
                  <a:pt x="9894878" y="3762145"/>
                  <a:pt x="9891019" y="3765945"/>
                </a:cubicBezTo>
                <a:cubicBezTo>
                  <a:pt x="9887160" y="3769745"/>
                  <a:pt x="9884907" y="3775032"/>
                  <a:pt x="9884259" y="3781807"/>
                </a:cubicBezTo>
                <a:lnTo>
                  <a:pt x="9921726" y="3781807"/>
                </a:lnTo>
                <a:cubicBezTo>
                  <a:pt x="9921432" y="3776622"/>
                  <a:pt x="9920813" y="3772970"/>
                  <a:pt x="9919871" y="3770849"/>
                </a:cubicBezTo>
                <a:cubicBezTo>
                  <a:pt x="9918398" y="3767550"/>
                  <a:pt x="9916203" y="3764958"/>
                  <a:pt x="9913287" y="3763073"/>
                </a:cubicBezTo>
                <a:cubicBezTo>
                  <a:pt x="9910371" y="3761188"/>
                  <a:pt x="9907323" y="3760245"/>
                  <a:pt x="9904141" y="3760245"/>
                </a:cubicBezTo>
                <a:close/>
                <a:moveTo>
                  <a:pt x="10117049" y="3759803"/>
                </a:moveTo>
                <a:cubicBezTo>
                  <a:pt x="10113927" y="3759803"/>
                  <a:pt x="10110790" y="3760731"/>
                  <a:pt x="10107638" y="3762587"/>
                </a:cubicBezTo>
                <a:cubicBezTo>
                  <a:pt x="10104487" y="3764443"/>
                  <a:pt x="10101939" y="3767697"/>
                  <a:pt x="10099995" y="3772351"/>
                </a:cubicBezTo>
                <a:cubicBezTo>
                  <a:pt x="10098051" y="3777005"/>
                  <a:pt x="10097079" y="3782985"/>
                  <a:pt x="10097079" y="3790290"/>
                </a:cubicBezTo>
                <a:cubicBezTo>
                  <a:pt x="10097079" y="3802072"/>
                  <a:pt x="10099420" y="3812234"/>
                  <a:pt x="10104104" y="3820776"/>
                </a:cubicBezTo>
                <a:cubicBezTo>
                  <a:pt x="10108787" y="3829318"/>
                  <a:pt x="10114958" y="3833589"/>
                  <a:pt x="10122617" y="3833589"/>
                </a:cubicBezTo>
                <a:cubicBezTo>
                  <a:pt x="10128331" y="3833589"/>
                  <a:pt x="10133044" y="3831233"/>
                  <a:pt x="10136755" y="3826520"/>
                </a:cubicBezTo>
                <a:cubicBezTo>
                  <a:pt x="10140467" y="3821807"/>
                  <a:pt x="10142322" y="3813707"/>
                  <a:pt x="10142322" y="3802219"/>
                </a:cubicBezTo>
                <a:cubicBezTo>
                  <a:pt x="10142322" y="3787845"/>
                  <a:pt x="10139229" y="3776534"/>
                  <a:pt x="10133044" y="3768286"/>
                </a:cubicBezTo>
                <a:cubicBezTo>
                  <a:pt x="10128861" y="3762631"/>
                  <a:pt x="10123530" y="3759803"/>
                  <a:pt x="10117049" y="3759803"/>
                </a:cubicBezTo>
                <a:close/>
                <a:moveTo>
                  <a:pt x="9688424" y="3759803"/>
                </a:moveTo>
                <a:cubicBezTo>
                  <a:pt x="9685302" y="3759803"/>
                  <a:pt x="9682165" y="3760731"/>
                  <a:pt x="9679013" y="3762587"/>
                </a:cubicBezTo>
                <a:cubicBezTo>
                  <a:pt x="9675862" y="3764443"/>
                  <a:pt x="9673314" y="3767697"/>
                  <a:pt x="9671370" y="3772351"/>
                </a:cubicBezTo>
                <a:cubicBezTo>
                  <a:pt x="9669426" y="3777005"/>
                  <a:pt x="9668454" y="3782985"/>
                  <a:pt x="9668454" y="3790290"/>
                </a:cubicBezTo>
                <a:cubicBezTo>
                  <a:pt x="9668454" y="3802072"/>
                  <a:pt x="9670795" y="3812234"/>
                  <a:pt x="9675479" y="3820776"/>
                </a:cubicBezTo>
                <a:cubicBezTo>
                  <a:pt x="9680162" y="3829318"/>
                  <a:pt x="9686333" y="3833589"/>
                  <a:pt x="9693991" y="3833589"/>
                </a:cubicBezTo>
                <a:cubicBezTo>
                  <a:pt x="9699706" y="3833589"/>
                  <a:pt x="9704419" y="3831233"/>
                  <a:pt x="9708130" y="3826520"/>
                </a:cubicBezTo>
                <a:cubicBezTo>
                  <a:pt x="9711842" y="3821807"/>
                  <a:pt x="9713697" y="3813707"/>
                  <a:pt x="9713697" y="3802219"/>
                </a:cubicBezTo>
                <a:cubicBezTo>
                  <a:pt x="9713697" y="3787845"/>
                  <a:pt x="9710604" y="3776534"/>
                  <a:pt x="9704419" y="3768286"/>
                </a:cubicBezTo>
                <a:cubicBezTo>
                  <a:pt x="9700236" y="3762631"/>
                  <a:pt x="9694905" y="3759803"/>
                  <a:pt x="9688424" y="3759803"/>
                </a:cubicBezTo>
                <a:close/>
                <a:moveTo>
                  <a:pt x="9813840" y="3759450"/>
                </a:moveTo>
                <a:cubicBezTo>
                  <a:pt x="9808656" y="3759450"/>
                  <a:pt x="9804031" y="3761777"/>
                  <a:pt x="9799966" y="3766431"/>
                </a:cubicBezTo>
                <a:cubicBezTo>
                  <a:pt x="9794605" y="3772558"/>
                  <a:pt x="9791925" y="3781512"/>
                  <a:pt x="9791925" y="3793294"/>
                </a:cubicBezTo>
                <a:cubicBezTo>
                  <a:pt x="9791925" y="3805194"/>
                  <a:pt x="9794517" y="3814311"/>
                  <a:pt x="9799701" y="3820644"/>
                </a:cubicBezTo>
                <a:cubicBezTo>
                  <a:pt x="9804885" y="3826977"/>
                  <a:pt x="9810659" y="3830143"/>
                  <a:pt x="9817021" y="3830143"/>
                </a:cubicBezTo>
                <a:cubicBezTo>
                  <a:pt x="9822382" y="3830143"/>
                  <a:pt x="9827566" y="3827463"/>
                  <a:pt x="9832574" y="3822102"/>
                </a:cubicBezTo>
                <a:lnTo>
                  <a:pt x="9832574" y="3780393"/>
                </a:lnTo>
                <a:cubicBezTo>
                  <a:pt x="9832220" y="3776387"/>
                  <a:pt x="9831160" y="3772734"/>
                  <a:pt x="9829393" y="3769435"/>
                </a:cubicBezTo>
                <a:cubicBezTo>
                  <a:pt x="9827625" y="3766136"/>
                  <a:pt x="9825283" y="3763647"/>
                  <a:pt x="9822367" y="3761968"/>
                </a:cubicBezTo>
                <a:cubicBezTo>
                  <a:pt x="9819451" y="3760289"/>
                  <a:pt x="9816609" y="3759450"/>
                  <a:pt x="9813840" y="3759450"/>
                </a:cubicBezTo>
                <a:close/>
                <a:moveTo>
                  <a:pt x="10475641" y="3754059"/>
                </a:moveTo>
                <a:cubicBezTo>
                  <a:pt x="10482829" y="3754059"/>
                  <a:pt x="10488720" y="3755267"/>
                  <a:pt x="10493315" y="3757682"/>
                </a:cubicBezTo>
                <a:cubicBezTo>
                  <a:pt x="10496791" y="3759509"/>
                  <a:pt x="10499353" y="3762366"/>
                  <a:pt x="10501003" y="3766254"/>
                </a:cubicBezTo>
                <a:cubicBezTo>
                  <a:pt x="10502063" y="3768787"/>
                  <a:pt x="10502593" y="3773971"/>
                  <a:pt x="10502593" y="3781807"/>
                </a:cubicBezTo>
                <a:lnTo>
                  <a:pt x="10502593" y="3809289"/>
                </a:lnTo>
                <a:cubicBezTo>
                  <a:pt x="10502593" y="3817006"/>
                  <a:pt x="10502741" y="3821734"/>
                  <a:pt x="10503035" y="3823471"/>
                </a:cubicBezTo>
                <a:cubicBezTo>
                  <a:pt x="10503330" y="3825209"/>
                  <a:pt x="10503816" y="3826373"/>
                  <a:pt x="10504493" y="3826962"/>
                </a:cubicBezTo>
                <a:cubicBezTo>
                  <a:pt x="10505171" y="3827551"/>
                  <a:pt x="10505951" y="3827846"/>
                  <a:pt x="10506835" y="3827846"/>
                </a:cubicBezTo>
                <a:cubicBezTo>
                  <a:pt x="10507777" y="3827846"/>
                  <a:pt x="10508602" y="3827639"/>
                  <a:pt x="10509309" y="3827227"/>
                </a:cubicBezTo>
                <a:cubicBezTo>
                  <a:pt x="10510546" y="3826461"/>
                  <a:pt x="10512932" y="3824311"/>
                  <a:pt x="10516467" y="3820776"/>
                </a:cubicBezTo>
                <a:lnTo>
                  <a:pt x="10516467" y="3825725"/>
                </a:lnTo>
                <a:cubicBezTo>
                  <a:pt x="10509869" y="3834562"/>
                  <a:pt x="10503565" y="3838980"/>
                  <a:pt x="10497556" y="3838980"/>
                </a:cubicBezTo>
                <a:cubicBezTo>
                  <a:pt x="10494670" y="3838980"/>
                  <a:pt x="10492372" y="3837978"/>
                  <a:pt x="10490664" y="3835975"/>
                </a:cubicBezTo>
                <a:cubicBezTo>
                  <a:pt x="10488955" y="3833972"/>
                  <a:pt x="10488072" y="3830556"/>
                  <a:pt x="10488013" y="3825725"/>
                </a:cubicBezTo>
                <a:cubicBezTo>
                  <a:pt x="10479706" y="3832146"/>
                  <a:pt x="10474493" y="3835858"/>
                  <a:pt x="10472372" y="3836859"/>
                </a:cubicBezTo>
                <a:cubicBezTo>
                  <a:pt x="10469191" y="3838332"/>
                  <a:pt x="10465803" y="3839068"/>
                  <a:pt x="10462210" y="3839068"/>
                </a:cubicBezTo>
                <a:cubicBezTo>
                  <a:pt x="10456613" y="3839068"/>
                  <a:pt x="10452003" y="3837154"/>
                  <a:pt x="10448380" y="3833324"/>
                </a:cubicBezTo>
                <a:cubicBezTo>
                  <a:pt x="10444757" y="3829495"/>
                  <a:pt x="10442946" y="3824458"/>
                  <a:pt x="10442946" y="3818214"/>
                </a:cubicBezTo>
                <a:cubicBezTo>
                  <a:pt x="10442946" y="3814267"/>
                  <a:pt x="10443829" y="3810850"/>
                  <a:pt x="10445597" y="3807963"/>
                </a:cubicBezTo>
                <a:cubicBezTo>
                  <a:pt x="10448012" y="3803957"/>
                  <a:pt x="10452209" y="3800187"/>
                  <a:pt x="10458189" y="3796652"/>
                </a:cubicBezTo>
                <a:cubicBezTo>
                  <a:pt x="10464169" y="3793118"/>
                  <a:pt x="10474110" y="3788817"/>
                  <a:pt x="10488013" y="3783751"/>
                </a:cubicBezTo>
                <a:lnTo>
                  <a:pt x="10488013" y="3780569"/>
                </a:lnTo>
                <a:cubicBezTo>
                  <a:pt x="10488013" y="3772499"/>
                  <a:pt x="10486731" y="3766961"/>
                  <a:pt x="10484169" y="3763957"/>
                </a:cubicBezTo>
                <a:cubicBezTo>
                  <a:pt x="10481606" y="3760952"/>
                  <a:pt x="10477880" y="3759450"/>
                  <a:pt x="10472990" y="3759450"/>
                </a:cubicBezTo>
                <a:cubicBezTo>
                  <a:pt x="10469279" y="3759450"/>
                  <a:pt x="10466333" y="3760451"/>
                  <a:pt x="10464154" y="3762454"/>
                </a:cubicBezTo>
                <a:cubicBezTo>
                  <a:pt x="10461915" y="3764457"/>
                  <a:pt x="10460796" y="3766755"/>
                  <a:pt x="10460796" y="3769347"/>
                </a:cubicBezTo>
                <a:lnTo>
                  <a:pt x="10460973" y="3774472"/>
                </a:lnTo>
                <a:cubicBezTo>
                  <a:pt x="10460973" y="3777182"/>
                  <a:pt x="10460280" y="3779273"/>
                  <a:pt x="10458896" y="3780746"/>
                </a:cubicBezTo>
                <a:cubicBezTo>
                  <a:pt x="10457511" y="3782219"/>
                  <a:pt x="10455700" y="3782955"/>
                  <a:pt x="10453461" y="3782955"/>
                </a:cubicBezTo>
                <a:cubicBezTo>
                  <a:pt x="10451282" y="3782955"/>
                  <a:pt x="10449500" y="3782190"/>
                  <a:pt x="10448115" y="3780658"/>
                </a:cubicBezTo>
                <a:cubicBezTo>
                  <a:pt x="10446731" y="3779126"/>
                  <a:pt x="10446039" y="3777035"/>
                  <a:pt x="10446039" y="3774384"/>
                </a:cubicBezTo>
                <a:cubicBezTo>
                  <a:pt x="10446039" y="3769317"/>
                  <a:pt x="10448631" y="3764663"/>
                  <a:pt x="10453815" y="3760422"/>
                </a:cubicBezTo>
                <a:cubicBezTo>
                  <a:pt x="10458999" y="3756180"/>
                  <a:pt x="10466275" y="3754059"/>
                  <a:pt x="10475641" y="3754059"/>
                </a:cubicBezTo>
                <a:close/>
                <a:moveTo>
                  <a:pt x="10404971" y="3754059"/>
                </a:moveTo>
                <a:lnTo>
                  <a:pt x="10408683" y="3754059"/>
                </a:lnTo>
                <a:lnTo>
                  <a:pt x="10408683" y="3772263"/>
                </a:lnTo>
                <a:cubicBezTo>
                  <a:pt x="10415457" y="3760127"/>
                  <a:pt x="10422409" y="3754059"/>
                  <a:pt x="10429537" y="3754059"/>
                </a:cubicBezTo>
                <a:cubicBezTo>
                  <a:pt x="10432777" y="3754059"/>
                  <a:pt x="10435458" y="3755046"/>
                  <a:pt x="10437579" y="3757020"/>
                </a:cubicBezTo>
                <a:cubicBezTo>
                  <a:pt x="10439699" y="3758993"/>
                  <a:pt x="10440760" y="3761276"/>
                  <a:pt x="10440760" y="3763868"/>
                </a:cubicBezTo>
                <a:cubicBezTo>
                  <a:pt x="10440760" y="3766166"/>
                  <a:pt x="10439994" y="3768110"/>
                  <a:pt x="10438462" y="3769700"/>
                </a:cubicBezTo>
                <a:cubicBezTo>
                  <a:pt x="10436931" y="3771291"/>
                  <a:pt x="10435104" y="3772086"/>
                  <a:pt x="10432983" y="3772086"/>
                </a:cubicBezTo>
                <a:cubicBezTo>
                  <a:pt x="10430922" y="3772086"/>
                  <a:pt x="10428609" y="3771070"/>
                  <a:pt x="10426047" y="3769038"/>
                </a:cubicBezTo>
                <a:cubicBezTo>
                  <a:pt x="10423484" y="3767005"/>
                  <a:pt x="10421584" y="3765989"/>
                  <a:pt x="10420347" y="3765989"/>
                </a:cubicBezTo>
                <a:cubicBezTo>
                  <a:pt x="10419287" y="3765989"/>
                  <a:pt x="10418138" y="3766578"/>
                  <a:pt x="10416901" y="3767756"/>
                </a:cubicBezTo>
                <a:cubicBezTo>
                  <a:pt x="10414250" y="3770172"/>
                  <a:pt x="10411510" y="3774148"/>
                  <a:pt x="10408683" y="3779686"/>
                </a:cubicBezTo>
                <a:lnTo>
                  <a:pt x="10408683" y="3818479"/>
                </a:lnTo>
                <a:cubicBezTo>
                  <a:pt x="10408683" y="3822956"/>
                  <a:pt x="10409242" y="3826343"/>
                  <a:pt x="10410362" y="3828641"/>
                </a:cubicBezTo>
                <a:cubicBezTo>
                  <a:pt x="10411127" y="3830232"/>
                  <a:pt x="10412482" y="3831557"/>
                  <a:pt x="10414427" y="3832617"/>
                </a:cubicBezTo>
                <a:cubicBezTo>
                  <a:pt x="10416371" y="3833678"/>
                  <a:pt x="10419169" y="3834208"/>
                  <a:pt x="10422821" y="3834208"/>
                </a:cubicBezTo>
                <a:lnTo>
                  <a:pt x="10422821" y="3837389"/>
                </a:lnTo>
                <a:lnTo>
                  <a:pt x="10381377" y="3837389"/>
                </a:lnTo>
                <a:lnTo>
                  <a:pt x="10381377" y="3834208"/>
                </a:lnTo>
                <a:cubicBezTo>
                  <a:pt x="10385501" y="3834208"/>
                  <a:pt x="10388565" y="3833560"/>
                  <a:pt x="10390567" y="3832264"/>
                </a:cubicBezTo>
                <a:cubicBezTo>
                  <a:pt x="10392040" y="3831321"/>
                  <a:pt x="10393071" y="3829819"/>
                  <a:pt x="10393660" y="3827757"/>
                </a:cubicBezTo>
                <a:cubicBezTo>
                  <a:pt x="10393955" y="3826756"/>
                  <a:pt x="10394102" y="3823899"/>
                  <a:pt x="10394102" y="3819186"/>
                </a:cubicBezTo>
                <a:lnTo>
                  <a:pt x="10394102" y="3787816"/>
                </a:lnTo>
                <a:cubicBezTo>
                  <a:pt x="10394102" y="3778390"/>
                  <a:pt x="10393911" y="3772778"/>
                  <a:pt x="10393528" y="3770982"/>
                </a:cubicBezTo>
                <a:cubicBezTo>
                  <a:pt x="10393145" y="3769185"/>
                  <a:pt x="10392438" y="3767874"/>
                  <a:pt x="10391407" y="3767049"/>
                </a:cubicBezTo>
                <a:cubicBezTo>
                  <a:pt x="10390376" y="3766225"/>
                  <a:pt x="10389095" y="3765812"/>
                  <a:pt x="10387563" y="3765812"/>
                </a:cubicBezTo>
                <a:cubicBezTo>
                  <a:pt x="10385737" y="3765812"/>
                  <a:pt x="10383675" y="3766254"/>
                  <a:pt x="10381377" y="3767138"/>
                </a:cubicBezTo>
                <a:lnTo>
                  <a:pt x="10380494" y="3763957"/>
                </a:lnTo>
                <a:close/>
                <a:moveTo>
                  <a:pt x="10288923" y="3754059"/>
                </a:moveTo>
                <a:cubicBezTo>
                  <a:pt x="10292104" y="3754059"/>
                  <a:pt x="10295963" y="3754737"/>
                  <a:pt x="10300499" y="3756092"/>
                </a:cubicBezTo>
                <a:cubicBezTo>
                  <a:pt x="10303503" y="3756976"/>
                  <a:pt x="10305506" y="3757417"/>
                  <a:pt x="10306508" y="3757417"/>
                </a:cubicBezTo>
                <a:cubicBezTo>
                  <a:pt x="10307450" y="3757417"/>
                  <a:pt x="10308187" y="3757211"/>
                  <a:pt x="10308717" y="3756799"/>
                </a:cubicBezTo>
                <a:cubicBezTo>
                  <a:pt x="10309247" y="3756386"/>
                  <a:pt x="10309865" y="3755473"/>
                  <a:pt x="10310572" y="3754059"/>
                </a:cubicBezTo>
                <a:lnTo>
                  <a:pt x="10313489" y="3754059"/>
                </a:lnTo>
                <a:lnTo>
                  <a:pt x="10313489" y="3781630"/>
                </a:lnTo>
                <a:lnTo>
                  <a:pt x="10310572" y="3781630"/>
                </a:lnTo>
                <a:cubicBezTo>
                  <a:pt x="10308334" y="3772970"/>
                  <a:pt x="10305462" y="3767079"/>
                  <a:pt x="10301957" y="3763957"/>
                </a:cubicBezTo>
                <a:cubicBezTo>
                  <a:pt x="10298451" y="3760834"/>
                  <a:pt x="10293989" y="3759273"/>
                  <a:pt x="10288569" y="3759273"/>
                </a:cubicBezTo>
                <a:cubicBezTo>
                  <a:pt x="10284445" y="3759273"/>
                  <a:pt x="10281117" y="3760363"/>
                  <a:pt x="10278584" y="3762543"/>
                </a:cubicBezTo>
                <a:cubicBezTo>
                  <a:pt x="10276051" y="3764722"/>
                  <a:pt x="10274784" y="3767138"/>
                  <a:pt x="10274784" y="3769789"/>
                </a:cubicBezTo>
                <a:cubicBezTo>
                  <a:pt x="10274784" y="3773088"/>
                  <a:pt x="10275727" y="3775915"/>
                  <a:pt x="10277612" y="3778272"/>
                </a:cubicBezTo>
                <a:cubicBezTo>
                  <a:pt x="10279438" y="3780687"/>
                  <a:pt x="10283149" y="3783250"/>
                  <a:pt x="10288746" y="3785960"/>
                </a:cubicBezTo>
                <a:lnTo>
                  <a:pt x="10301647" y="3792234"/>
                </a:lnTo>
                <a:cubicBezTo>
                  <a:pt x="10313606" y="3798066"/>
                  <a:pt x="10319586" y="3805754"/>
                  <a:pt x="10319586" y="3815298"/>
                </a:cubicBezTo>
                <a:cubicBezTo>
                  <a:pt x="10319586" y="3822661"/>
                  <a:pt x="10316802" y="3828597"/>
                  <a:pt x="10311235" y="3833103"/>
                </a:cubicBezTo>
                <a:cubicBezTo>
                  <a:pt x="10305668" y="3837610"/>
                  <a:pt x="10299438" y="3839864"/>
                  <a:pt x="10292546" y="3839864"/>
                </a:cubicBezTo>
                <a:cubicBezTo>
                  <a:pt x="10287597" y="3839864"/>
                  <a:pt x="10281942" y="3838980"/>
                  <a:pt x="10275579" y="3837213"/>
                </a:cubicBezTo>
                <a:cubicBezTo>
                  <a:pt x="10273635" y="3836623"/>
                  <a:pt x="10272045" y="3836329"/>
                  <a:pt x="10270807" y="3836329"/>
                </a:cubicBezTo>
                <a:cubicBezTo>
                  <a:pt x="10269453" y="3836329"/>
                  <a:pt x="10268392" y="3837095"/>
                  <a:pt x="10267626" y="3838626"/>
                </a:cubicBezTo>
                <a:lnTo>
                  <a:pt x="10264710" y="3838626"/>
                </a:lnTo>
                <a:lnTo>
                  <a:pt x="10264710" y="3809730"/>
                </a:lnTo>
                <a:lnTo>
                  <a:pt x="10267626" y="3809730"/>
                </a:lnTo>
                <a:cubicBezTo>
                  <a:pt x="10269276" y="3817978"/>
                  <a:pt x="10272427" y="3824193"/>
                  <a:pt x="10277081" y="3828376"/>
                </a:cubicBezTo>
                <a:cubicBezTo>
                  <a:pt x="10281735" y="3832559"/>
                  <a:pt x="10286949" y="3834650"/>
                  <a:pt x="10292722" y="3834650"/>
                </a:cubicBezTo>
                <a:cubicBezTo>
                  <a:pt x="10296787" y="3834650"/>
                  <a:pt x="10300101" y="3833457"/>
                  <a:pt x="10302664" y="3831071"/>
                </a:cubicBezTo>
                <a:cubicBezTo>
                  <a:pt x="10305226" y="3828685"/>
                  <a:pt x="10306508" y="3825813"/>
                  <a:pt x="10306508" y="3822455"/>
                </a:cubicBezTo>
                <a:cubicBezTo>
                  <a:pt x="10306508" y="3818390"/>
                  <a:pt x="10305079" y="3814974"/>
                  <a:pt x="10302222" y="3812205"/>
                </a:cubicBezTo>
                <a:cubicBezTo>
                  <a:pt x="10299365" y="3809436"/>
                  <a:pt x="10293665" y="3805931"/>
                  <a:pt x="10285123" y="3801689"/>
                </a:cubicBezTo>
                <a:cubicBezTo>
                  <a:pt x="10276581" y="3797447"/>
                  <a:pt x="10270984" y="3793618"/>
                  <a:pt x="10268333" y="3790201"/>
                </a:cubicBezTo>
                <a:cubicBezTo>
                  <a:pt x="10265682" y="3786843"/>
                  <a:pt x="10264357" y="3782602"/>
                  <a:pt x="10264357" y="3777477"/>
                </a:cubicBezTo>
                <a:cubicBezTo>
                  <a:pt x="10264357" y="3770820"/>
                  <a:pt x="10266639" y="3765253"/>
                  <a:pt x="10271205" y="3760775"/>
                </a:cubicBezTo>
                <a:cubicBezTo>
                  <a:pt x="10275771" y="3756298"/>
                  <a:pt x="10281677" y="3754059"/>
                  <a:pt x="10288923" y="3754059"/>
                </a:cubicBezTo>
                <a:close/>
                <a:moveTo>
                  <a:pt x="10195245" y="3754059"/>
                </a:moveTo>
                <a:lnTo>
                  <a:pt x="10199044" y="3754059"/>
                </a:lnTo>
                <a:lnTo>
                  <a:pt x="10199044" y="3771203"/>
                </a:lnTo>
                <a:cubicBezTo>
                  <a:pt x="10208529" y="3759774"/>
                  <a:pt x="10217572" y="3754059"/>
                  <a:pt x="10226173" y="3754059"/>
                </a:cubicBezTo>
                <a:cubicBezTo>
                  <a:pt x="10230591" y="3754059"/>
                  <a:pt x="10234391" y="3755164"/>
                  <a:pt x="10237572" y="3757373"/>
                </a:cubicBezTo>
                <a:cubicBezTo>
                  <a:pt x="10240753" y="3759582"/>
                  <a:pt x="10243287" y="3763220"/>
                  <a:pt x="10245172" y="3768286"/>
                </a:cubicBezTo>
                <a:cubicBezTo>
                  <a:pt x="10246468" y="3771821"/>
                  <a:pt x="10247116" y="3777241"/>
                  <a:pt x="10247116" y="3784546"/>
                </a:cubicBezTo>
                <a:lnTo>
                  <a:pt x="10247116" y="3819097"/>
                </a:lnTo>
                <a:cubicBezTo>
                  <a:pt x="10247116" y="3824223"/>
                  <a:pt x="10247528" y="3827698"/>
                  <a:pt x="10248353" y="3829525"/>
                </a:cubicBezTo>
                <a:cubicBezTo>
                  <a:pt x="10249001" y="3830997"/>
                  <a:pt x="10250047" y="3832146"/>
                  <a:pt x="10251490" y="3832971"/>
                </a:cubicBezTo>
                <a:cubicBezTo>
                  <a:pt x="10252933" y="3833796"/>
                  <a:pt x="10255599" y="3834208"/>
                  <a:pt x="10259487" y="3834208"/>
                </a:cubicBezTo>
                <a:lnTo>
                  <a:pt x="10259487" y="3837389"/>
                </a:lnTo>
                <a:lnTo>
                  <a:pt x="10219457" y="3837389"/>
                </a:lnTo>
                <a:lnTo>
                  <a:pt x="10219457" y="3834208"/>
                </a:lnTo>
                <a:lnTo>
                  <a:pt x="10221136" y="3834208"/>
                </a:lnTo>
                <a:cubicBezTo>
                  <a:pt x="10224906" y="3834208"/>
                  <a:pt x="10227543" y="3833634"/>
                  <a:pt x="10229045" y="3832485"/>
                </a:cubicBezTo>
                <a:cubicBezTo>
                  <a:pt x="10230547" y="3831336"/>
                  <a:pt x="10231593" y="3829642"/>
                  <a:pt x="10232182" y="3827404"/>
                </a:cubicBezTo>
                <a:cubicBezTo>
                  <a:pt x="10232418" y="3826520"/>
                  <a:pt x="10232535" y="3823751"/>
                  <a:pt x="10232535" y="3819097"/>
                </a:cubicBezTo>
                <a:lnTo>
                  <a:pt x="10232535" y="3785960"/>
                </a:lnTo>
                <a:cubicBezTo>
                  <a:pt x="10232535" y="3778596"/>
                  <a:pt x="10231578" y="3773250"/>
                  <a:pt x="10229663" y="3769921"/>
                </a:cubicBezTo>
                <a:cubicBezTo>
                  <a:pt x="10227749" y="3766593"/>
                  <a:pt x="10224523" y="3764929"/>
                  <a:pt x="10219987" y="3764929"/>
                </a:cubicBezTo>
                <a:cubicBezTo>
                  <a:pt x="10212977" y="3764929"/>
                  <a:pt x="10205996" y="3768758"/>
                  <a:pt x="10199044" y="3776416"/>
                </a:cubicBezTo>
                <a:lnTo>
                  <a:pt x="10199044" y="3819097"/>
                </a:lnTo>
                <a:cubicBezTo>
                  <a:pt x="10199044" y="3824576"/>
                  <a:pt x="10199368" y="3827963"/>
                  <a:pt x="10200016" y="3829259"/>
                </a:cubicBezTo>
                <a:cubicBezTo>
                  <a:pt x="10200841" y="3830968"/>
                  <a:pt x="10201975" y="3832220"/>
                  <a:pt x="10203419" y="3833015"/>
                </a:cubicBezTo>
                <a:cubicBezTo>
                  <a:pt x="10204862" y="3833810"/>
                  <a:pt x="10207793" y="3834208"/>
                  <a:pt x="10212211" y="3834208"/>
                </a:cubicBezTo>
                <a:lnTo>
                  <a:pt x="10212211" y="3837389"/>
                </a:lnTo>
                <a:lnTo>
                  <a:pt x="10172181" y="3837389"/>
                </a:lnTo>
                <a:lnTo>
                  <a:pt x="10172181" y="3834208"/>
                </a:lnTo>
                <a:lnTo>
                  <a:pt x="10173948" y="3834208"/>
                </a:lnTo>
                <a:cubicBezTo>
                  <a:pt x="10178072" y="3834208"/>
                  <a:pt x="10180856" y="3833162"/>
                  <a:pt x="10182299" y="3831071"/>
                </a:cubicBezTo>
                <a:cubicBezTo>
                  <a:pt x="10183742" y="3828980"/>
                  <a:pt x="10184464" y="3824988"/>
                  <a:pt x="10184464" y="3819097"/>
                </a:cubicBezTo>
                <a:lnTo>
                  <a:pt x="10184464" y="3789053"/>
                </a:lnTo>
                <a:cubicBezTo>
                  <a:pt x="10184464" y="3779332"/>
                  <a:pt x="10184243" y="3773412"/>
                  <a:pt x="10183801" y="3771291"/>
                </a:cubicBezTo>
                <a:cubicBezTo>
                  <a:pt x="10183359" y="3769170"/>
                  <a:pt x="10182682" y="3767727"/>
                  <a:pt x="10181769" y="3766961"/>
                </a:cubicBezTo>
                <a:cubicBezTo>
                  <a:pt x="10180856" y="3766195"/>
                  <a:pt x="10179633" y="3765812"/>
                  <a:pt x="10178101" y="3765812"/>
                </a:cubicBezTo>
                <a:cubicBezTo>
                  <a:pt x="10176452" y="3765812"/>
                  <a:pt x="10174478" y="3766254"/>
                  <a:pt x="10172181" y="3767138"/>
                </a:cubicBezTo>
                <a:lnTo>
                  <a:pt x="10170855" y="3763957"/>
                </a:lnTo>
                <a:close/>
                <a:moveTo>
                  <a:pt x="10119789" y="3754059"/>
                </a:moveTo>
                <a:cubicBezTo>
                  <a:pt x="10132042" y="3754059"/>
                  <a:pt x="10141880" y="3758713"/>
                  <a:pt x="10149303" y="3768021"/>
                </a:cubicBezTo>
                <a:cubicBezTo>
                  <a:pt x="10155607" y="3775974"/>
                  <a:pt x="10158758" y="3785106"/>
                  <a:pt x="10158758" y="3795415"/>
                </a:cubicBezTo>
                <a:cubicBezTo>
                  <a:pt x="10158758" y="3802661"/>
                  <a:pt x="10157021" y="3809996"/>
                  <a:pt x="10153545" y="3817418"/>
                </a:cubicBezTo>
                <a:cubicBezTo>
                  <a:pt x="10150069" y="3824841"/>
                  <a:pt x="10145283" y="3830438"/>
                  <a:pt x="10139185" y="3834208"/>
                </a:cubicBezTo>
                <a:cubicBezTo>
                  <a:pt x="10133088" y="3837978"/>
                  <a:pt x="10126298" y="3839864"/>
                  <a:pt x="10118817" y="3839864"/>
                </a:cubicBezTo>
                <a:cubicBezTo>
                  <a:pt x="10106622" y="3839864"/>
                  <a:pt x="10096931" y="3835003"/>
                  <a:pt x="10089744" y="3825283"/>
                </a:cubicBezTo>
                <a:cubicBezTo>
                  <a:pt x="10083676" y="3817094"/>
                  <a:pt x="10080642" y="3807904"/>
                  <a:pt x="10080642" y="3797713"/>
                </a:cubicBezTo>
                <a:cubicBezTo>
                  <a:pt x="10080642" y="3790290"/>
                  <a:pt x="10082483" y="3782911"/>
                  <a:pt x="10086165" y="3775577"/>
                </a:cubicBezTo>
                <a:cubicBezTo>
                  <a:pt x="10089847" y="3768242"/>
                  <a:pt x="10094693" y="3762822"/>
                  <a:pt x="10100701" y="3759317"/>
                </a:cubicBezTo>
                <a:cubicBezTo>
                  <a:pt x="10106711" y="3755812"/>
                  <a:pt x="10113073" y="3754059"/>
                  <a:pt x="10119789" y="3754059"/>
                </a:cubicBezTo>
                <a:close/>
                <a:moveTo>
                  <a:pt x="9967086" y="3754059"/>
                </a:moveTo>
                <a:lnTo>
                  <a:pt x="9970886" y="3754059"/>
                </a:lnTo>
                <a:lnTo>
                  <a:pt x="9970886" y="3771291"/>
                </a:lnTo>
                <a:cubicBezTo>
                  <a:pt x="9976777" y="3765400"/>
                  <a:pt x="9980253" y="3762012"/>
                  <a:pt x="9981313" y="3761129"/>
                </a:cubicBezTo>
                <a:cubicBezTo>
                  <a:pt x="9983964" y="3758890"/>
                  <a:pt x="9986822" y="3757152"/>
                  <a:pt x="9989885" y="3755915"/>
                </a:cubicBezTo>
                <a:cubicBezTo>
                  <a:pt x="9992948" y="3754678"/>
                  <a:pt x="9995982" y="3754059"/>
                  <a:pt x="9998987" y="3754059"/>
                </a:cubicBezTo>
                <a:cubicBezTo>
                  <a:pt x="10004053" y="3754059"/>
                  <a:pt x="10008413" y="3755532"/>
                  <a:pt x="10012065" y="3758478"/>
                </a:cubicBezTo>
                <a:cubicBezTo>
                  <a:pt x="10015718" y="3761423"/>
                  <a:pt x="10018162" y="3765694"/>
                  <a:pt x="10019400" y="3771291"/>
                </a:cubicBezTo>
                <a:cubicBezTo>
                  <a:pt x="10025467" y="3764222"/>
                  <a:pt x="10030593" y="3759582"/>
                  <a:pt x="10034775" y="3757373"/>
                </a:cubicBezTo>
                <a:cubicBezTo>
                  <a:pt x="10038958" y="3755164"/>
                  <a:pt x="10043259" y="3754059"/>
                  <a:pt x="10047677" y="3754059"/>
                </a:cubicBezTo>
                <a:cubicBezTo>
                  <a:pt x="10051977" y="3754059"/>
                  <a:pt x="10055792" y="3755164"/>
                  <a:pt x="10059120" y="3757373"/>
                </a:cubicBezTo>
                <a:cubicBezTo>
                  <a:pt x="10062449" y="3759582"/>
                  <a:pt x="10065085" y="3763191"/>
                  <a:pt x="10067029" y="3768198"/>
                </a:cubicBezTo>
                <a:cubicBezTo>
                  <a:pt x="10068325" y="3771615"/>
                  <a:pt x="10068973" y="3776976"/>
                  <a:pt x="10068973" y="3784281"/>
                </a:cubicBezTo>
                <a:lnTo>
                  <a:pt x="10068973" y="3819097"/>
                </a:lnTo>
                <a:cubicBezTo>
                  <a:pt x="10068973" y="3824164"/>
                  <a:pt x="10069356" y="3827639"/>
                  <a:pt x="10070122" y="3829525"/>
                </a:cubicBezTo>
                <a:cubicBezTo>
                  <a:pt x="10070711" y="3830821"/>
                  <a:pt x="10071801" y="3831925"/>
                  <a:pt x="10073392" y="3832838"/>
                </a:cubicBezTo>
                <a:cubicBezTo>
                  <a:pt x="10074982" y="3833751"/>
                  <a:pt x="10077574" y="3834208"/>
                  <a:pt x="10081168" y="3834208"/>
                </a:cubicBezTo>
                <a:lnTo>
                  <a:pt x="10081168" y="3837389"/>
                </a:lnTo>
                <a:lnTo>
                  <a:pt x="10041226" y="3837389"/>
                </a:lnTo>
                <a:lnTo>
                  <a:pt x="10041226" y="3834208"/>
                </a:lnTo>
                <a:lnTo>
                  <a:pt x="10042905" y="3834208"/>
                </a:lnTo>
                <a:cubicBezTo>
                  <a:pt x="10046381" y="3834208"/>
                  <a:pt x="10049091" y="3833531"/>
                  <a:pt x="10051035" y="3832176"/>
                </a:cubicBezTo>
                <a:cubicBezTo>
                  <a:pt x="10052390" y="3831233"/>
                  <a:pt x="10053362" y="3829731"/>
                  <a:pt x="10053951" y="3827669"/>
                </a:cubicBezTo>
                <a:cubicBezTo>
                  <a:pt x="10054187" y="3826667"/>
                  <a:pt x="10054304" y="3823810"/>
                  <a:pt x="10054304" y="3819097"/>
                </a:cubicBezTo>
                <a:lnTo>
                  <a:pt x="10054304" y="3784281"/>
                </a:lnTo>
                <a:cubicBezTo>
                  <a:pt x="10054304" y="3777683"/>
                  <a:pt x="10053509" y="3773029"/>
                  <a:pt x="10051919" y="3770319"/>
                </a:cubicBezTo>
                <a:cubicBezTo>
                  <a:pt x="10049621" y="3766549"/>
                  <a:pt x="10045939" y="3764663"/>
                  <a:pt x="10040873" y="3764663"/>
                </a:cubicBezTo>
                <a:cubicBezTo>
                  <a:pt x="10037750" y="3764663"/>
                  <a:pt x="10034613" y="3765444"/>
                  <a:pt x="10031462" y="3767005"/>
                </a:cubicBezTo>
                <a:cubicBezTo>
                  <a:pt x="10028310" y="3768566"/>
                  <a:pt x="10024495" y="3771468"/>
                  <a:pt x="10020018" y="3775709"/>
                </a:cubicBezTo>
                <a:lnTo>
                  <a:pt x="10019841" y="3776681"/>
                </a:lnTo>
                <a:lnTo>
                  <a:pt x="10020018" y="3780481"/>
                </a:lnTo>
                <a:lnTo>
                  <a:pt x="10020018" y="3819097"/>
                </a:lnTo>
                <a:cubicBezTo>
                  <a:pt x="10020018" y="3824635"/>
                  <a:pt x="10020327" y="3828081"/>
                  <a:pt x="10020946" y="3829436"/>
                </a:cubicBezTo>
                <a:cubicBezTo>
                  <a:pt x="10021565" y="3830791"/>
                  <a:pt x="10022728" y="3831925"/>
                  <a:pt x="10024436" y="3832838"/>
                </a:cubicBezTo>
                <a:cubicBezTo>
                  <a:pt x="10026145" y="3833751"/>
                  <a:pt x="10029061" y="3834208"/>
                  <a:pt x="10033185" y="3834208"/>
                </a:cubicBezTo>
                <a:lnTo>
                  <a:pt x="10033185" y="3837389"/>
                </a:lnTo>
                <a:lnTo>
                  <a:pt x="9992271" y="3837389"/>
                </a:lnTo>
                <a:lnTo>
                  <a:pt x="9992271" y="3834208"/>
                </a:lnTo>
                <a:cubicBezTo>
                  <a:pt x="9996748" y="3834208"/>
                  <a:pt x="9999826" y="3833678"/>
                  <a:pt x="10001505" y="3832617"/>
                </a:cubicBezTo>
                <a:cubicBezTo>
                  <a:pt x="10003184" y="3831557"/>
                  <a:pt x="10004348" y="3829966"/>
                  <a:pt x="10004996" y="3827846"/>
                </a:cubicBezTo>
                <a:cubicBezTo>
                  <a:pt x="10005290" y="3826844"/>
                  <a:pt x="10005438" y="3823928"/>
                  <a:pt x="10005438" y="3819097"/>
                </a:cubicBezTo>
                <a:lnTo>
                  <a:pt x="10005438" y="3784281"/>
                </a:lnTo>
                <a:cubicBezTo>
                  <a:pt x="10005438" y="3777683"/>
                  <a:pt x="10004466" y="3772940"/>
                  <a:pt x="10002521" y="3770054"/>
                </a:cubicBezTo>
                <a:cubicBezTo>
                  <a:pt x="9999929" y="3766284"/>
                  <a:pt x="9996306" y="3764398"/>
                  <a:pt x="9991652" y="3764398"/>
                </a:cubicBezTo>
                <a:cubicBezTo>
                  <a:pt x="9988471" y="3764398"/>
                  <a:pt x="9985319" y="3765253"/>
                  <a:pt x="9982197" y="3766961"/>
                </a:cubicBezTo>
                <a:cubicBezTo>
                  <a:pt x="9977308" y="3769553"/>
                  <a:pt x="9973537" y="3772469"/>
                  <a:pt x="9970886" y="3775709"/>
                </a:cubicBezTo>
                <a:lnTo>
                  <a:pt x="9970886" y="3819097"/>
                </a:lnTo>
                <a:cubicBezTo>
                  <a:pt x="9970886" y="3824399"/>
                  <a:pt x="9971254" y="3827846"/>
                  <a:pt x="9971991" y="3829436"/>
                </a:cubicBezTo>
                <a:cubicBezTo>
                  <a:pt x="9972727" y="3831027"/>
                  <a:pt x="9973817" y="3832220"/>
                  <a:pt x="9975260" y="3833015"/>
                </a:cubicBezTo>
                <a:cubicBezTo>
                  <a:pt x="9976704" y="3833810"/>
                  <a:pt x="9979635" y="3834208"/>
                  <a:pt x="9984053" y="3834208"/>
                </a:cubicBezTo>
                <a:lnTo>
                  <a:pt x="9984053" y="3837389"/>
                </a:lnTo>
                <a:lnTo>
                  <a:pt x="9944023" y="3837389"/>
                </a:lnTo>
                <a:lnTo>
                  <a:pt x="9944023" y="3834208"/>
                </a:lnTo>
                <a:cubicBezTo>
                  <a:pt x="9947734" y="3834208"/>
                  <a:pt x="9950326" y="3833810"/>
                  <a:pt x="9951799" y="3833015"/>
                </a:cubicBezTo>
                <a:cubicBezTo>
                  <a:pt x="9953272" y="3832220"/>
                  <a:pt x="9954391" y="3830953"/>
                  <a:pt x="9955157" y="3829215"/>
                </a:cubicBezTo>
                <a:cubicBezTo>
                  <a:pt x="9955923" y="3827477"/>
                  <a:pt x="9956306" y="3824105"/>
                  <a:pt x="9956306" y="3819097"/>
                </a:cubicBezTo>
                <a:lnTo>
                  <a:pt x="9956306" y="3788169"/>
                </a:lnTo>
                <a:cubicBezTo>
                  <a:pt x="9956306" y="3779273"/>
                  <a:pt x="9956041" y="3773530"/>
                  <a:pt x="9955510" y="3770937"/>
                </a:cubicBezTo>
                <a:cubicBezTo>
                  <a:pt x="9955098" y="3768993"/>
                  <a:pt x="9954450" y="3767653"/>
                  <a:pt x="9953566" y="3766917"/>
                </a:cubicBezTo>
                <a:cubicBezTo>
                  <a:pt x="9952683" y="3766180"/>
                  <a:pt x="9951475" y="3765812"/>
                  <a:pt x="9949943" y="3765812"/>
                </a:cubicBezTo>
                <a:cubicBezTo>
                  <a:pt x="9948294" y="3765812"/>
                  <a:pt x="9946320" y="3766254"/>
                  <a:pt x="9944023" y="3767138"/>
                </a:cubicBezTo>
                <a:lnTo>
                  <a:pt x="9942697" y="3763957"/>
                </a:lnTo>
                <a:close/>
                <a:moveTo>
                  <a:pt x="9691164" y="3754059"/>
                </a:moveTo>
                <a:cubicBezTo>
                  <a:pt x="9703417" y="3754059"/>
                  <a:pt x="9713255" y="3758713"/>
                  <a:pt x="9720678" y="3768021"/>
                </a:cubicBezTo>
                <a:cubicBezTo>
                  <a:pt x="9726982" y="3775974"/>
                  <a:pt x="9730133" y="3785106"/>
                  <a:pt x="9730133" y="3795415"/>
                </a:cubicBezTo>
                <a:cubicBezTo>
                  <a:pt x="9730133" y="3802661"/>
                  <a:pt x="9728396" y="3809996"/>
                  <a:pt x="9724920" y="3817418"/>
                </a:cubicBezTo>
                <a:cubicBezTo>
                  <a:pt x="9721444" y="3824841"/>
                  <a:pt x="9716658" y="3830438"/>
                  <a:pt x="9710560" y="3834208"/>
                </a:cubicBezTo>
                <a:cubicBezTo>
                  <a:pt x="9704463" y="3837978"/>
                  <a:pt x="9697673" y="3839864"/>
                  <a:pt x="9690192" y="3839864"/>
                </a:cubicBezTo>
                <a:cubicBezTo>
                  <a:pt x="9677997" y="3839864"/>
                  <a:pt x="9668306" y="3835003"/>
                  <a:pt x="9661119" y="3825283"/>
                </a:cubicBezTo>
                <a:cubicBezTo>
                  <a:pt x="9655051" y="3817094"/>
                  <a:pt x="9652017" y="3807904"/>
                  <a:pt x="9652017" y="3797713"/>
                </a:cubicBezTo>
                <a:cubicBezTo>
                  <a:pt x="9652017" y="3790290"/>
                  <a:pt x="9653858" y="3782911"/>
                  <a:pt x="9657540" y="3775577"/>
                </a:cubicBezTo>
                <a:cubicBezTo>
                  <a:pt x="9661222" y="3768242"/>
                  <a:pt x="9666068" y="3762822"/>
                  <a:pt x="9672077" y="3759317"/>
                </a:cubicBezTo>
                <a:cubicBezTo>
                  <a:pt x="9678085" y="3755812"/>
                  <a:pt x="9684448" y="3754059"/>
                  <a:pt x="9691164" y="3754059"/>
                </a:cubicBezTo>
                <a:close/>
                <a:moveTo>
                  <a:pt x="10861590" y="3753971"/>
                </a:moveTo>
                <a:cubicBezTo>
                  <a:pt x="10870663" y="3753971"/>
                  <a:pt x="10878115" y="3756961"/>
                  <a:pt x="10883947" y="3762940"/>
                </a:cubicBezTo>
                <a:cubicBezTo>
                  <a:pt x="10889779" y="3768920"/>
                  <a:pt x="10892695" y="3776917"/>
                  <a:pt x="10892695" y="3786932"/>
                </a:cubicBezTo>
                <a:lnTo>
                  <a:pt x="10836759" y="3786932"/>
                </a:lnTo>
                <a:cubicBezTo>
                  <a:pt x="10836700" y="3798950"/>
                  <a:pt x="10839616" y="3808376"/>
                  <a:pt x="10845507" y="3815209"/>
                </a:cubicBezTo>
                <a:cubicBezTo>
                  <a:pt x="10851399" y="3822043"/>
                  <a:pt x="10858321" y="3825460"/>
                  <a:pt x="10866273" y="3825460"/>
                </a:cubicBezTo>
                <a:cubicBezTo>
                  <a:pt x="10871575" y="3825460"/>
                  <a:pt x="10876185" y="3824002"/>
                  <a:pt x="10880103" y="3821086"/>
                </a:cubicBezTo>
                <a:cubicBezTo>
                  <a:pt x="10884021" y="3818169"/>
                  <a:pt x="10887305" y="3813177"/>
                  <a:pt x="10889956" y="3806107"/>
                </a:cubicBezTo>
                <a:lnTo>
                  <a:pt x="10892695" y="3807875"/>
                </a:lnTo>
                <a:cubicBezTo>
                  <a:pt x="10891458" y="3815946"/>
                  <a:pt x="10887865" y="3823295"/>
                  <a:pt x="10881914" y="3829922"/>
                </a:cubicBezTo>
                <a:cubicBezTo>
                  <a:pt x="10875965" y="3836550"/>
                  <a:pt x="10868512" y="3839864"/>
                  <a:pt x="10859558" y="3839864"/>
                </a:cubicBezTo>
                <a:cubicBezTo>
                  <a:pt x="10849837" y="3839864"/>
                  <a:pt x="10841516" y="3836078"/>
                  <a:pt x="10834594" y="3828508"/>
                </a:cubicBezTo>
                <a:cubicBezTo>
                  <a:pt x="10827672" y="3820938"/>
                  <a:pt x="10824211" y="3810761"/>
                  <a:pt x="10824211" y="3797978"/>
                </a:cubicBezTo>
                <a:cubicBezTo>
                  <a:pt x="10824211" y="3784134"/>
                  <a:pt x="10827760" y="3773338"/>
                  <a:pt x="10834859" y="3765591"/>
                </a:cubicBezTo>
                <a:cubicBezTo>
                  <a:pt x="10841958" y="3757844"/>
                  <a:pt x="10850868" y="3753971"/>
                  <a:pt x="10861590" y="3753971"/>
                </a:cubicBezTo>
                <a:close/>
                <a:moveTo>
                  <a:pt x="10604415" y="3753971"/>
                </a:moveTo>
                <a:cubicBezTo>
                  <a:pt x="10613487" y="3753971"/>
                  <a:pt x="10620939" y="3756961"/>
                  <a:pt x="10626772" y="3762940"/>
                </a:cubicBezTo>
                <a:cubicBezTo>
                  <a:pt x="10632604" y="3768920"/>
                  <a:pt x="10635520" y="3776917"/>
                  <a:pt x="10635520" y="3786932"/>
                </a:cubicBezTo>
                <a:lnTo>
                  <a:pt x="10579584" y="3786932"/>
                </a:lnTo>
                <a:cubicBezTo>
                  <a:pt x="10579525" y="3798950"/>
                  <a:pt x="10582441" y="3808376"/>
                  <a:pt x="10588332" y="3815209"/>
                </a:cubicBezTo>
                <a:cubicBezTo>
                  <a:pt x="10594223" y="3822043"/>
                  <a:pt x="10601145" y="3825460"/>
                  <a:pt x="10609098" y="3825460"/>
                </a:cubicBezTo>
                <a:cubicBezTo>
                  <a:pt x="10614400" y="3825460"/>
                  <a:pt x="10619010" y="3824002"/>
                  <a:pt x="10622928" y="3821086"/>
                </a:cubicBezTo>
                <a:cubicBezTo>
                  <a:pt x="10626845" y="3818169"/>
                  <a:pt x="10630130" y="3813177"/>
                  <a:pt x="10632781" y="3806107"/>
                </a:cubicBezTo>
                <a:lnTo>
                  <a:pt x="10635520" y="3807875"/>
                </a:lnTo>
                <a:cubicBezTo>
                  <a:pt x="10634283" y="3815946"/>
                  <a:pt x="10630689" y="3823295"/>
                  <a:pt x="10624739" y="3829922"/>
                </a:cubicBezTo>
                <a:cubicBezTo>
                  <a:pt x="10618789" y="3836550"/>
                  <a:pt x="10611337" y="3839864"/>
                  <a:pt x="10602383" y="3839864"/>
                </a:cubicBezTo>
                <a:cubicBezTo>
                  <a:pt x="10592662" y="3839864"/>
                  <a:pt x="10584341" y="3836078"/>
                  <a:pt x="10577419" y="3828508"/>
                </a:cubicBezTo>
                <a:cubicBezTo>
                  <a:pt x="10570497" y="3820938"/>
                  <a:pt x="10567036" y="3810761"/>
                  <a:pt x="10567036" y="3797978"/>
                </a:cubicBezTo>
                <a:cubicBezTo>
                  <a:pt x="10567036" y="3784134"/>
                  <a:pt x="10570585" y="3773338"/>
                  <a:pt x="10577684" y="3765591"/>
                </a:cubicBezTo>
                <a:cubicBezTo>
                  <a:pt x="10584783" y="3757844"/>
                  <a:pt x="10593693" y="3753971"/>
                  <a:pt x="10604415" y="3753971"/>
                </a:cubicBezTo>
                <a:close/>
                <a:moveTo>
                  <a:pt x="9909090" y="3753971"/>
                </a:moveTo>
                <a:cubicBezTo>
                  <a:pt x="9918162" y="3753971"/>
                  <a:pt x="9925615" y="3756961"/>
                  <a:pt x="9931447" y="3762940"/>
                </a:cubicBezTo>
                <a:cubicBezTo>
                  <a:pt x="9937279" y="3768920"/>
                  <a:pt x="9940195" y="3776917"/>
                  <a:pt x="9940195" y="3786932"/>
                </a:cubicBezTo>
                <a:lnTo>
                  <a:pt x="9884259" y="3786932"/>
                </a:lnTo>
                <a:cubicBezTo>
                  <a:pt x="9884200" y="3798950"/>
                  <a:pt x="9887116" y="3808376"/>
                  <a:pt x="9893007" y="3815209"/>
                </a:cubicBezTo>
                <a:cubicBezTo>
                  <a:pt x="9898898" y="3822043"/>
                  <a:pt x="9905820" y="3825460"/>
                  <a:pt x="9913773" y="3825460"/>
                </a:cubicBezTo>
                <a:cubicBezTo>
                  <a:pt x="9919075" y="3825460"/>
                  <a:pt x="9923685" y="3824002"/>
                  <a:pt x="9927603" y="3821086"/>
                </a:cubicBezTo>
                <a:cubicBezTo>
                  <a:pt x="9931520" y="3818169"/>
                  <a:pt x="9934805" y="3813177"/>
                  <a:pt x="9937456" y="3806107"/>
                </a:cubicBezTo>
                <a:lnTo>
                  <a:pt x="9940195" y="3807875"/>
                </a:lnTo>
                <a:cubicBezTo>
                  <a:pt x="9938958" y="3815946"/>
                  <a:pt x="9935364" y="3823295"/>
                  <a:pt x="9929414" y="3829922"/>
                </a:cubicBezTo>
                <a:cubicBezTo>
                  <a:pt x="9923464" y="3836550"/>
                  <a:pt x="9916012" y="3839864"/>
                  <a:pt x="9907058" y="3839864"/>
                </a:cubicBezTo>
                <a:cubicBezTo>
                  <a:pt x="9897337" y="3839864"/>
                  <a:pt x="9889016" y="3836078"/>
                  <a:pt x="9882094" y="3828508"/>
                </a:cubicBezTo>
                <a:cubicBezTo>
                  <a:pt x="9875172" y="3820938"/>
                  <a:pt x="9871711" y="3810761"/>
                  <a:pt x="9871711" y="3797978"/>
                </a:cubicBezTo>
                <a:cubicBezTo>
                  <a:pt x="9871711" y="3784134"/>
                  <a:pt x="9875260" y="3773338"/>
                  <a:pt x="9882359" y="3765591"/>
                </a:cubicBezTo>
                <a:cubicBezTo>
                  <a:pt x="9889458" y="3757844"/>
                  <a:pt x="9898368" y="3753971"/>
                  <a:pt x="9909090" y="3753971"/>
                </a:cubicBezTo>
                <a:close/>
                <a:moveTo>
                  <a:pt x="10710567" y="3729847"/>
                </a:moveTo>
                <a:lnTo>
                  <a:pt x="10713306" y="3729847"/>
                </a:lnTo>
                <a:lnTo>
                  <a:pt x="10713306" y="3756445"/>
                </a:lnTo>
                <a:lnTo>
                  <a:pt x="10732217" y="3756445"/>
                </a:lnTo>
                <a:lnTo>
                  <a:pt x="10732217" y="3762631"/>
                </a:lnTo>
                <a:lnTo>
                  <a:pt x="10713306" y="3762631"/>
                </a:lnTo>
                <a:lnTo>
                  <a:pt x="10713306" y="3815121"/>
                </a:lnTo>
                <a:cubicBezTo>
                  <a:pt x="10713306" y="3820364"/>
                  <a:pt x="10714057" y="3823899"/>
                  <a:pt x="10715559" y="3825725"/>
                </a:cubicBezTo>
                <a:cubicBezTo>
                  <a:pt x="10717062" y="3827551"/>
                  <a:pt x="10718991" y="3828464"/>
                  <a:pt x="10721347" y="3828464"/>
                </a:cubicBezTo>
                <a:cubicBezTo>
                  <a:pt x="10723291" y="3828464"/>
                  <a:pt x="10725177" y="3827860"/>
                  <a:pt x="10727003" y="3826653"/>
                </a:cubicBezTo>
                <a:cubicBezTo>
                  <a:pt x="10728829" y="3825445"/>
                  <a:pt x="10730243" y="3823663"/>
                  <a:pt x="10731245" y="3821306"/>
                </a:cubicBezTo>
                <a:lnTo>
                  <a:pt x="10734691" y="3821306"/>
                </a:lnTo>
                <a:cubicBezTo>
                  <a:pt x="10732629" y="3827080"/>
                  <a:pt x="10729713" y="3831424"/>
                  <a:pt x="10725943" y="3834341"/>
                </a:cubicBezTo>
                <a:cubicBezTo>
                  <a:pt x="10722172" y="3837257"/>
                  <a:pt x="10718284" y="3838715"/>
                  <a:pt x="10714278" y="3838715"/>
                </a:cubicBezTo>
                <a:cubicBezTo>
                  <a:pt x="10711568" y="3838715"/>
                  <a:pt x="10708917" y="3837964"/>
                  <a:pt x="10706325" y="3836461"/>
                </a:cubicBezTo>
                <a:cubicBezTo>
                  <a:pt x="10703733" y="3834959"/>
                  <a:pt x="10701818" y="3832809"/>
                  <a:pt x="10700581" y="3830011"/>
                </a:cubicBezTo>
                <a:cubicBezTo>
                  <a:pt x="10699344" y="3827212"/>
                  <a:pt x="10698726" y="3822897"/>
                  <a:pt x="10698726" y="3817065"/>
                </a:cubicBezTo>
                <a:lnTo>
                  <a:pt x="10698726" y="3762631"/>
                </a:lnTo>
                <a:lnTo>
                  <a:pt x="10685912" y="3762631"/>
                </a:lnTo>
                <a:lnTo>
                  <a:pt x="10685912" y="3759715"/>
                </a:lnTo>
                <a:cubicBezTo>
                  <a:pt x="10689153" y="3758419"/>
                  <a:pt x="10692466" y="3756224"/>
                  <a:pt x="10695854" y="3753132"/>
                </a:cubicBezTo>
                <a:cubicBezTo>
                  <a:pt x="10699241" y="3750039"/>
                  <a:pt x="10702260" y="3746372"/>
                  <a:pt x="10704911" y="3742130"/>
                </a:cubicBezTo>
                <a:cubicBezTo>
                  <a:pt x="10706266" y="3739891"/>
                  <a:pt x="10708151" y="3735797"/>
                  <a:pt x="10710567" y="3729847"/>
                </a:cubicBezTo>
                <a:close/>
                <a:moveTo>
                  <a:pt x="10539117" y="3729847"/>
                </a:moveTo>
                <a:lnTo>
                  <a:pt x="10541856" y="3729847"/>
                </a:lnTo>
                <a:lnTo>
                  <a:pt x="10541856" y="3756445"/>
                </a:lnTo>
                <a:lnTo>
                  <a:pt x="10560767" y="3756445"/>
                </a:lnTo>
                <a:lnTo>
                  <a:pt x="10560767" y="3762631"/>
                </a:lnTo>
                <a:lnTo>
                  <a:pt x="10541856" y="3762631"/>
                </a:lnTo>
                <a:lnTo>
                  <a:pt x="10541856" y="3815121"/>
                </a:lnTo>
                <a:cubicBezTo>
                  <a:pt x="10541856" y="3820364"/>
                  <a:pt x="10542607" y="3823899"/>
                  <a:pt x="10544109" y="3825725"/>
                </a:cubicBezTo>
                <a:cubicBezTo>
                  <a:pt x="10545612" y="3827551"/>
                  <a:pt x="10547541" y="3828464"/>
                  <a:pt x="10549897" y="3828464"/>
                </a:cubicBezTo>
                <a:cubicBezTo>
                  <a:pt x="10551841" y="3828464"/>
                  <a:pt x="10553727" y="3827860"/>
                  <a:pt x="10555553" y="3826653"/>
                </a:cubicBezTo>
                <a:cubicBezTo>
                  <a:pt x="10557379" y="3825445"/>
                  <a:pt x="10558793" y="3823663"/>
                  <a:pt x="10559794" y="3821306"/>
                </a:cubicBezTo>
                <a:lnTo>
                  <a:pt x="10563241" y="3821306"/>
                </a:lnTo>
                <a:cubicBezTo>
                  <a:pt x="10561179" y="3827080"/>
                  <a:pt x="10558263" y="3831424"/>
                  <a:pt x="10554492" y="3834341"/>
                </a:cubicBezTo>
                <a:cubicBezTo>
                  <a:pt x="10550722" y="3837257"/>
                  <a:pt x="10546834" y="3838715"/>
                  <a:pt x="10542828" y="3838715"/>
                </a:cubicBezTo>
                <a:cubicBezTo>
                  <a:pt x="10540118" y="3838715"/>
                  <a:pt x="10537467" y="3837964"/>
                  <a:pt x="10534875" y="3836461"/>
                </a:cubicBezTo>
                <a:cubicBezTo>
                  <a:pt x="10532283" y="3834959"/>
                  <a:pt x="10530368" y="3832809"/>
                  <a:pt x="10529131" y="3830011"/>
                </a:cubicBezTo>
                <a:cubicBezTo>
                  <a:pt x="10527894" y="3827212"/>
                  <a:pt x="10527275" y="3822897"/>
                  <a:pt x="10527275" y="3817065"/>
                </a:cubicBezTo>
                <a:lnTo>
                  <a:pt x="10527275" y="3762631"/>
                </a:lnTo>
                <a:lnTo>
                  <a:pt x="10514462" y="3762631"/>
                </a:lnTo>
                <a:lnTo>
                  <a:pt x="10514462" y="3759715"/>
                </a:lnTo>
                <a:cubicBezTo>
                  <a:pt x="10517703" y="3758419"/>
                  <a:pt x="10521016" y="3756224"/>
                  <a:pt x="10524404" y="3753132"/>
                </a:cubicBezTo>
                <a:cubicBezTo>
                  <a:pt x="10527791" y="3750039"/>
                  <a:pt x="10530810" y="3746372"/>
                  <a:pt x="10533461" y="3742130"/>
                </a:cubicBezTo>
                <a:cubicBezTo>
                  <a:pt x="10534816" y="3739891"/>
                  <a:pt x="10536701" y="3735797"/>
                  <a:pt x="10539117" y="3729847"/>
                </a:cubicBezTo>
                <a:close/>
                <a:moveTo>
                  <a:pt x="10358142" y="3729847"/>
                </a:moveTo>
                <a:lnTo>
                  <a:pt x="10360881" y="3729847"/>
                </a:lnTo>
                <a:lnTo>
                  <a:pt x="10360881" y="3756445"/>
                </a:lnTo>
                <a:lnTo>
                  <a:pt x="10379791" y="3756445"/>
                </a:lnTo>
                <a:lnTo>
                  <a:pt x="10379791" y="3762631"/>
                </a:lnTo>
                <a:lnTo>
                  <a:pt x="10360881" y="3762631"/>
                </a:lnTo>
                <a:lnTo>
                  <a:pt x="10360881" y="3815121"/>
                </a:lnTo>
                <a:cubicBezTo>
                  <a:pt x="10360881" y="3820364"/>
                  <a:pt x="10361632" y="3823899"/>
                  <a:pt x="10363134" y="3825725"/>
                </a:cubicBezTo>
                <a:cubicBezTo>
                  <a:pt x="10364637" y="3827551"/>
                  <a:pt x="10366566" y="3828464"/>
                  <a:pt x="10368922" y="3828464"/>
                </a:cubicBezTo>
                <a:cubicBezTo>
                  <a:pt x="10370866" y="3828464"/>
                  <a:pt x="10372752" y="3827860"/>
                  <a:pt x="10374578" y="3826653"/>
                </a:cubicBezTo>
                <a:cubicBezTo>
                  <a:pt x="10376404" y="3825445"/>
                  <a:pt x="10377818" y="3823663"/>
                  <a:pt x="10378819" y="3821306"/>
                </a:cubicBezTo>
                <a:lnTo>
                  <a:pt x="10382266" y="3821306"/>
                </a:lnTo>
                <a:cubicBezTo>
                  <a:pt x="10380204" y="3827080"/>
                  <a:pt x="10377288" y="3831424"/>
                  <a:pt x="10373517" y="3834341"/>
                </a:cubicBezTo>
                <a:cubicBezTo>
                  <a:pt x="10369747" y="3837257"/>
                  <a:pt x="10365859" y="3838715"/>
                  <a:pt x="10361853" y="3838715"/>
                </a:cubicBezTo>
                <a:cubicBezTo>
                  <a:pt x="10359143" y="3838715"/>
                  <a:pt x="10356492" y="3837964"/>
                  <a:pt x="10353900" y="3836461"/>
                </a:cubicBezTo>
                <a:cubicBezTo>
                  <a:pt x="10351308" y="3834959"/>
                  <a:pt x="10349393" y="3832809"/>
                  <a:pt x="10348156" y="3830011"/>
                </a:cubicBezTo>
                <a:cubicBezTo>
                  <a:pt x="10346919" y="3827212"/>
                  <a:pt x="10346301" y="3822897"/>
                  <a:pt x="10346301" y="3817065"/>
                </a:cubicBezTo>
                <a:lnTo>
                  <a:pt x="10346301" y="3762631"/>
                </a:lnTo>
                <a:lnTo>
                  <a:pt x="10333487" y="3762631"/>
                </a:lnTo>
                <a:lnTo>
                  <a:pt x="10333487" y="3759715"/>
                </a:lnTo>
                <a:cubicBezTo>
                  <a:pt x="10336727" y="3758419"/>
                  <a:pt x="10340041" y="3756224"/>
                  <a:pt x="10343429" y="3753132"/>
                </a:cubicBezTo>
                <a:cubicBezTo>
                  <a:pt x="10346816" y="3750039"/>
                  <a:pt x="10349835" y="3746372"/>
                  <a:pt x="10352486" y="3742130"/>
                </a:cubicBezTo>
                <a:cubicBezTo>
                  <a:pt x="10353841" y="3739891"/>
                  <a:pt x="10355726" y="3735797"/>
                  <a:pt x="10358142" y="3729847"/>
                </a:cubicBezTo>
                <a:close/>
                <a:moveTo>
                  <a:pt x="9538513" y="3717564"/>
                </a:moveTo>
                <a:lnTo>
                  <a:pt x="9636335" y="3717564"/>
                </a:lnTo>
                <a:lnTo>
                  <a:pt x="9637660" y="3745665"/>
                </a:lnTo>
                <a:lnTo>
                  <a:pt x="9634302" y="3745665"/>
                </a:lnTo>
                <a:cubicBezTo>
                  <a:pt x="9633654" y="3740716"/>
                  <a:pt x="9632770" y="3737181"/>
                  <a:pt x="9631651" y="3735061"/>
                </a:cubicBezTo>
                <a:cubicBezTo>
                  <a:pt x="9629825" y="3731644"/>
                  <a:pt x="9627395" y="3729125"/>
                  <a:pt x="9624361" y="3727505"/>
                </a:cubicBezTo>
                <a:cubicBezTo>
                  <a:pt x="9621327" y="3725885"/>
                  <a:pt x="9617336" y="3725075"/>
                  <a:pt x="9612387" y="3725075"/>
                </a:cubicBezTo>
                <a:lnTo>
                  <a:pt x="9595509" y="3725075"/>
                </a:lnTo>
                <a:lnTo>
                  <a:pt x="9595509" y="3816623"/>
                </a:lnTo>
                <a:cubicBezTo>
                  <a:pt x="9595509" y="3823987"/>
                  <a:pt x="9596304" y="3828582"/>
                  <a:pt x="9597895" y="3830408"/>
                </a:cubicBezTo>
                <a:cubicBezTo>
                  <a:pt x="9600134" y="3832883"/>
                  <a:pt x="9603580" y="3834120"/>
                  <a:pt x="9608234" y="3834120"/>
                </a:cubicBezTo>
                <a:lnTo>
                  <a:pt x="9612387" y="3834120"/>
                </a:lnTo>
                <a:lnTo>
                  <a:pt x="9612387" y="3837389"/>
                </a:lnTo>
                <a:lnTo>
                  <a:pt x="9561576" y="3837389"/>
                </a:lnTo>
                <a:lnTo>
                  <a:pt x="9561576" y="3834120"/>
                </a:lnTo>
                <a:lnTo>
                  <a:pt x="9565818" y="3834120"/>
                </a:lnTo>
                <a:cubicBezTo>
                  <a:pt x="9570884" y="3834120"/>
                  <a:pt x="9574478" y="3832588"/>
                  <a:pt x="9576599" y="3829525"/>
                </a:cubicBezTo>
                <a:cubicBezTo>
                  <a:pt x="9577895" y="3827639"/>
                  <a:pt x="9578543" y="3823339"/>
                  <a:pt x="9578543" y="3816623"/>
                </a:cubicBezTo>
                <a:lnTo>
                  <a:pt x="9578543" y="3725075"/>
                </a:lnTo>
                <a:lnTo>
                  <a:pt x="9564139" y="3725075"/>
                </a:lnTo>
                <a:cubicBezTo>
                  <a:pt x="9558542" y="3725075"/>
                  <a:pt x="9554566" y="3725488"/>
                  <a:pt x="9552209" y="3726312"/>
                </a:cubicBezTo>
                <a:cubicBezTo>
                  <a:pt x="9549146" y="3727432"/>
                  <a:pt x="9546525" y="3729582"/>
                  <a:pt x="9544345" y="3732763"/>
                </a:cubicBezTo>
                <a:cubicBezTo>
                  <a:pt x="9542165" y="3735944"/>
                  <a:pt x="9540869" y="3740245"/>
                  <a:pt x="9540457" y="3745665"/>
                </a:cubicBezTo>
                <a:lnTo>
                  <a:pt x="9537099" y="3745665"/>
                </a:lnTo>
                <a:close/>
                <a:moveTo>
                  <a:pt x="10757131" y="3711731"/>
                </a:moveTo>
                <a:lnTo>
                  <a:pt x="10761196" y="3711731"/>
                </a:lnTo>
                <a:lnTo>
                  <a:pt x="10761196" y="3770937"/>
                </a:lnTo>
                <a:cubicBezTo>
                  <a:pt x="10767735" y="3763750"/>
                  <a:pt x="10772920" y="3759141"/>
                  <a:pt x="10776749" y="3757108"/>
                </a:cubicBezTo>
                <a:cubicBezTo>
                  <a:pt x="10780578" y="3755076"/>
                  <a:pt x="10784407" y="3754059"/>
                  <a:pt x="10788236" y="3754059"/>
                </a:cubicBezTo>
                <a:cubicBezTo>
                  <a:pt x="10792831" y="3754059"/>
                  <a:pt x="10796779" y="3755326"/>
                  <a:pt x="10800077" y="3757859"/>
                </a:cubicBezTo>
                <a:cubicBezTo>
                  <a:pt x="10803377" y="3760392"/>
                  <a:pt x="10805821" y="3764369"/>
                  <a:pt x="10807412" y="3769789"/>
                </a:cubicBezTo>
                <a:cubicBezTo>
                  <a:pt x="10808531" y="3773559"/>
                  <a:pt x="10809091" y="3780452"/>
                  <a:pt x="10809091" y="3790467"/>
                </a:cubicBezTo>
                <a:lnTo>
                  <a:pt x="10809091" y="3819097"/>
                </a:lnTo>
                <a:cubicBezTo>
                  <a:pt x="10809091" y="3824223"/>
                  <a:pt x="10809503" y="3827728"/>
                  <a:pt x="10810328" y="3829613"/>
                </a:cubicBezTo>
                <a:cubicBezTo>
                  <a:pt x="10810917" y="3831027"/>
                  <a:pt x="10811919" y="3832146"/>
                  <a:pt x="10813333" y="3832971"/>
                </a:cubicBezTo>
                <a:cubicBezTo>
                  <a:pt x="10814746" y="3833796"/>
                  <a:pt x="10817338" y="3834208"/>
                  <a:pt x="10821109" y="3834208"/>
                </a:cubicBezTo>
                <a:lnTo>
                  <a:pt x="10821109" y="3837389"/>
                </a:lnTo>
                <a:lnTo>
                  <a:pt x="10781344" y="3837389"/>
                </a:lnTo>
                <a:lnTo>
                  <a:pt x="10781344" y="3834208"/>
                </a:lnTo>
                <a:lnTo>
                  <a:pt x="10783199" y="3834208"/>
                </a:lnTo>
                <a:cubicBezTo>
                  <a:pt x="10786970" y="3834208"/>
                  <a:pt x="10789591" y="3833634"/>
                  <a:pt x="10791064" y="3832485"/>
                </a:cubicBezTo>
                <a:cubicBezTo>
                  <a:pt x="10792537" y="3831336"/>
                  <a:pt x="10793568" y="3829642"/>
                  <a:pt x="10794157" y="3827404"/>
                </a:cubicBezTo>
                <a:cubicBezTo>
                  <a:pt x="10794334" y="3826461"/>
                  <a:pt x="10794422" y="3823692"/>
                  <a:pt x="10794422" y="3819097"/>
                </a:cubicBezTo>
                <a:lnTo>
                  <a:pt x="10794422" y="3790467"/>
                </a:lnTo>
                <a:cubicBezTo>
                  <a:pt x="10794422" y="3781630"/>
                  <a:pt x="10793965" y="3775827"/>
                  <a:pt x="10793052" y="3773058"/>
                </a:cubicBezTo>
                <a:cubicBezTo>
                  <a:pt x="10792139" y="3770289"/>
                  <a:pt x="10790681" y="3768213"/>
                  <a:pt x="10788678" y="3766828"/>
                </a:cubicBezTo>
                <a:cubicBezTo>
                  <a:pt x="10786675" y="3765444"/>
                  <a:pt x="10784260" y="3764752"/>
                  <a:pt x="10781432" y="3764752"/>
                </a:cubicBezTo>
                <a:cubicBezTo>
                  <a:pt x="10778545" y="3764752"/>
                  <a:pt x="10775541" y="3765518"/>
                  <a:pt x="10772419" y="3767049"/>
                </a:cubicBezTo>
                <a:cubicBezTo>
                  <a:pt x="10769297" y="3768581"/>
                  <a:pt x="10765555" y="3771674"/>
                  <a:pt x="10761196" y="3776328"/>
                </a:cubicBezTo>
                <a:lnTo>
                  <a:pt x="10761196" y="3819097"/>
                </a:lnTo>
                <a:cubicBezTo>
                  <a:pt x="10761196" y="3824635"/>
                  <a:pt x="10761505" y="3828081"/>
                  <a:pt x="10762124" y="3829436"/>
                </a:cubicBezTo>
                <a:cubicBezTo>
                  <a:pt x="10762743" y="3830791"/>
                  <a:pt x="10763891" y="3831925"/>
                  <a:pt x="10765570" y="3832838"/>
                </a:cubicBezTo>
                <a:cubicBezTo>
                  <a:pt x="10767249" y="3833751"/>
                  <a:pt x="10770151" y="3834208"/>
                  <a:pt x="10774275" y="3834208"/>
                </a:cubicBezTo>
                <a:lnTo>
                  <a:pt x="10774275" y="3837389"/>
                </a:lnTo>
                <a:lnTo>
                  <a:pt x="10734156" y="3837389"/>
                </a:lnTo>
                <a:lnTo>
                  <a:pt x="10734156" y="3834208"/>
                </a:lnTo>
                <a:cubicBezTo>
                  <a:pt x="10737749" y="3834208"/>
                  <a:pt x="10740577" y="3833648"/>
                  <a:pt x="10742639" y="3832529"/>
                </a:cubicBezTo>
                <a:cubicBezTo>
                  <a:pt x="10743817" y="3831940"/>
                  <a:pt x="10744760" y="3830821"/>
                  <a:pt x="10745467" y="3829171"/>
                </a:cubicBezTo>
                <a:cubicBezTo>
                  <a:pt x="10746174" y="3827522"/>
                  <a:pt x="10746527" y="3824164"/>
                  <a:pt x="10746527" y="3819097"/>
                </a:cubicBezTo>
                <a:lnTo>
                  <a:pt x="10746527" y="3745841"/>
                </a:lnTo>
                <a:cubicBezTo>
                  <a:pt x="10746527" y="3736592"/>
                  <a:pt x="10746306" y="3730907"/>
                  <a:pt x="10745865" y="3728787"/>
                </a:cubicBezTo>
                <a:cubicBezTo>
                  <a:pt x="10745423" y="3726666"/>
                  <a:pt x="10744745" y="3725222"/>
                  <a:pt x="10743832" y="3724457"/>
                </a:cubicBezTo>
                <a:cubicBezTo>
                  <a:pt x="10742919" y="3723691"/>
                  <a:pt x="10741697" y="3723308"/>
                  <a:pt x="10740165" y="3723308"/>
                </a:cubicBezTo>
                <a:cubicBezTo>
                  <a:pt x="10738928" y="3723308"/>
                  <a:pt x="10736925" y="3723779"/>
                  <a:pt x="10734156" y="3724722"/>
                </a:cubicBezTo>
                <a:lnTo>
                  <a:pt x="10732919" y="3721629"/>
                </a:lnTo>
                <a:close/>
                <a:moveTo>
                  <a:pt x="9843178" y="3711731"/>
                </a:moveTo>
                <a:lnTo>
                  <a:pt x="9847154" y="3711731"/>
                </a:lnTo>
                <a:lnTo>
                  <a:pt x="9847154" y="3805312"/>
                </a:lnTo>
                <a:cubicBezTo>
                  <a:pt x="9847154" y="3814797"/>
                  <a:pt x="9847375" y="3820585"/>
                  <a:pt x="9847817" y="3822676"/>
                </a:cubicBezTo>
                <a:cubicBezTo>
                  <a:pt x="9848259" y="3824768"/>
                  <a:pt x="9848966" y="3826226"/>
                  <a:pt x="9849938" y="3827050"/>
                </a:cubicBezTo>
                <a:cubicBezTo>
                  <a:pt x="9850910" y="3827875"/>
                  <a:pt x="9852044" y="3828287"/>
                  <a:pt x="9853340" y="3828287"/>
                </a:cubicBezTo>
                <a:cubicBezTo>
                  <a:pt x="9854930" y="3828287"/>
                  <a:pt x="9857051" y="3827787"/>
                  <a:pt x="9859702" y="3826785"/>
                </a:cubicBezTo>
                <a:lnTo>
                  <a:pt x="9860674" y="3829878"/>
                </a:lnTo>
                <a:lnTo>
                  <a:pt x="9836639" y="3839864"/>
                </a:lnTo>
                <a:lnTo>
                  <a:pt x="9832574" y="3839864"/>
                </a:lnTo>
                <a:lnTo>
                  <a:pt x="9832574" y="3828287"/>
                </a:lnTo>
                <a:cubicBezTo>
                  <a:pt x="9828627" y="3832411"/>
                  <a:pt x="9824768" y="3835372"/>
                  <a:pt x="9820998" y="3837168"/>
                </a:cubicBezTo>
                <a:cubicBezTo>
                  <a:pt x="9817227" y="3838965"/>
                  <a:pt x="9813163" y="3839864"/>
                  <a:pt x="9808803" y="3839864"/>
                </a:cubicBezTo>
                <a:cubicBezTo>
                  <a:pt x="9799966" y="3839864"/>
                  <a:pt x="9792249" y="3836167"/>
                  <a:pt x="9785651" y="3828773"/>
                </a:cubicBezTo>
                <a:cubicBezTo>
                  <a:pt x="9779053" y="3821380"/>
                  <a:pt x="9775754" y="3811881"/>
                  <a:pt x="9775754" y="3800275"/>
                </a:cubicBezTo>
                <a:cubicBezTo>
                  <a:pt x="9775754" y="3788670"/>
                  <a:pt x="9779406" y="3778051"/>
                  <a:pt x="9786711" y="3768419"/>
                </a:cubicBezTo>
                <a:cubicBezTo>
                  <a:pt x="9794016" y="3758787"/>
                  <a:pt x="9803413" y="3753971"/>
                  <a:pt x="9814900" y="3753971"/>
                </a:cubicBezTo>
                <a:cubicBezTo>
                  <a:pt x="9822029" y="3753971"/>
                  <a:pt x="9827920" y="3756239"/>
                  <a:pt x="9832574" y="3760775"/>
                </a:cubicBezTo>
                <a:lnTo>
                  <a:pt x="9832574" y="3745841"/>
                </a:lnTo>
                <a:cubicBezTo>
                  <a:pt x="9832574" y="3736592"/>
                  <a:pt x="9832353" y="3730907"/>
                  <a:pt x="9831911" y="3728787"/>
                </a:cubicBezTo>
                <a:cubicBezTo>
                  <a:pt x="9831469" y="3726666"/>
                  <a:pt x="9830777" y="3725222"/>
                  <a:pt x="9829834" y="3724457"/>
                </a:cubicBezTo>
                <a:cubicBezTo>
                  <a:pt x="9828892" y="3723691"/>
                  <a:pt x="9827714" y="3723308"/>
                  <a:pt x="9826300" y="3723308"/>
                </a:cubicBezTo>
                <a:cubicBezTo>
                  <a:pt x="9824768" y="3723308"/>
                  <a:pt x="9822736" y="3723779"/>
                  <a:pt x="9820202" y="3724722"/>
                </a:cubicBezTo>
                <a:lnTo>
                  <a:pt x="9819054" y="3721629"/>
                </a:lnTo>
                <a:close/>
                <a:moveTo>
                  <a:pt x="1049993" y="2613611"/>
                </a:moveTo>
                <a:cubicBezTo>
                  <a:pt x="1052762" y="2613611"/>
                  <a:pt x="1055089" y="2614568"/>
                  <a:pt x="1056974" y="2616483"/>
                </a:cubicBezTo>
                <a:cubicBezTo>
                  <a:pt x="1058859" y="2618397"/>
                  <a:pt x="1059802" y="2620709"/>
                  <a:pt x="1059802" y="2623419"/>
                </a:cubicBezTo>
                <a:cubicBezTo>
                  <a:pt x="1059802" y="2626129"/>
                  <a:pt x="1058845" y="2628442"/>
                  <a:pt x="1056930" y="2630356"/>
                </a:cubicBezTo>
                <a:cubicBezTo>
                  <a:pt x="1055015" y="2632271"/>
                  <a:pt x="1052703" y="2633228"/>
                  <a:pt x="1049993" y="2633228"/>
                </a:cubicBezTo>
                <a:cubicBezTo>
                  <a:pt x="1047283" y="2633228"/>
                  <a:pt x="1044971" y="2632271"/>
                  <a:pt x="1043056" y="2630356"/>
                </a:cubicBezTo>
                <a:cubicBezTo>
                  <a:pt x="1041142" y="2628442"/>
                  <a:pt x="1040185" y="2626129"/>
                  <a:pt x="1040185" y="2623419"/>
                </a:cubicBezTo>
                <a:cubicBezTo>
                  <a:pt x="1040185" y="2620651"/>
                  <a:pt x="1041142" y="2618324"/>
                  <a:pt x="1043056" y="2616438"/>
                </a:cubicBezTo>
                <a:cubicBezTo>
                  <a:pt x="1044971" y="2614553"/>
                  <a:pt x="1047283" y="2613611"/>
                  <a:pt x="1049993" y="2613611"/>
                </a:cubicBezTo>
                <a:close/>
                <a:moveTo>
                  <a:pt x="726464" y="2582506"/>
                </a:moveTo>
                <a:cubicBezTo>
                  <a:pt x="717569" y="2586040"/>
                  <a:pt x="711825" y="2588544"/>
                  <a:pt x="709233" y="2590017"/>
                </a:cubicBezTo>
                <a:cubicBezTo>
                  <a:pt x="704579" y="2592609"/>
                  <a:pt x="701250" y="2595319"/>
                  <a:pt x="699247" y="2598147"/>
                </a:cubicBezTo>
                <a:cubicBezTo>
                  <a:pt x="697244" y="2600974"/>
                  <a:pt x="696243" y="2604067"/>
                  <a:pt x="696243" y="2607425"/>
                </a:cubicBezTo>
                <a:cubicBezTo>
                  <a:pt x="696243" y="2611667"/>
                  <a:pt x="697509" y="2615187"/>
                  <a:pt x="700043" y="2617985"/>
                </a:cubicBezTo>
                <a:cubicBezTo>
                  <a:pt x="702576" y="2620783"/>
                  <a:pt x="705492" y="2622182"/>
                  <a:pt x="708791" y="2622182"/>
                </a:cubicBezTo>
                <a:cubicBezTo>
                  <a:pt x="713268" y="2622182"/>
                  <a:pt x="719159" y="2619237"/>
                  <a:pt x="726464" y="2613346"/>
                </a:cubicBezTo>
                <a:close/>
                <a:moveTo>
                  <a:pt x="463987" y="2559972"/>
                </a:moveTo>
                <a:cubicBezTo>
                  <a:pt x="460865" y="2559972"/>
                  <a:pt x="457742" y="2560767"/>
                  <a:pt x="454620" y="2562358"/>
                </a:cubicBezTo>
                <a:cubicBezTo>
                  <a:pt x="452264" y="2563536"/>
                  <a:pt x="449259" y="2565893"/>
                  <a:pt x="445607" y="2569427"/>
                </a:cubicBezTo>
                <a:lnTo>
                  <a:pt x="445607" y="2617852"/>
                </a:lnTo>
                <a:cubicBezTo>
                  <a:pt x="448611" y="2620798"/>
                  <a:pt x="451719" y="2623022"/>
                  <a:pt x="454929" y="2624524"/>
                </a:cubicBezTo>
                <a:cubicBezTo>
                  <a:pt x="458140" y="2626026"/>
                  <a:pt x="461424" y="2626777"/>
                  <a:pt x="464782" y="2626777"/>
                </a:cubicBezTo>
                <a:cubicBezTo>
                  <a:pt x="470143" y="2626777"/>
                  <a:pt x="475136" y="2623832"/>
                  <a:pt x="479761" y="2617941"/>
                </a:cubicBezTo>
                <a:cubicBezTo>
                  <a:pt x="484385" y="2612050"/>
                  <a:pt x="486697" y="2603478"/>
                  <a:pt x="486697" y="2592226"/>
                </a:cubicBezTo>
                <a:cubicBezTo>
                  <a:pt x="486697" y="2581858"/>
                  <a:pt x="484385" y="2573890"/>
                  <a:pt x="479761" y="2568323"/>
                </a:cubicBezTo>
                <a:cubicBezTo>
                  <a:pt x="475136" y="2562756"/>
                  <a:pt x="469878" y="2559972"/>
                  <a:pt x="463987" y="2559972"/>
                </a:cubicBezTo>
                <a:close/>
                <a:moveTo>
                  <a:pt x="552167" y="2553610"/>
                </a:moveTo>
                <a:cubicBezTo>
                  <a:pt x="547278" y="2553610"/>
                  <a:pt x="542904" y="2555510"/>
                  <a:pt x="539045" y="2559309"/>
                </a:cubicBezTo>
                <a:cubicBezTo>
                  <a:pt x="535187" y="2563109"/>
                  <a:pt x="532933" y="2568396"/>
                  <a:pt x="532285" y="2575171"/>
                </a:cubicBezTo>
                <a:lnTo>
                  <a:pt x="569753" y="2575171"/>
                </a:lnTo>
                <a:cubicBezTo>
                  <a:pt x="569458" y="2569987"/>
                  <a:pt x="568840" y="2566335"/>
                  <a:pt x="567897" y="2564214"/>
                </a:cubicBezTo>
                <a:cubicBezTo>
                  <a:pt x="566424" y="2560915"/>
                  <a:pt x="564230" y="2558323"/>
                  <a:pt x="561314" y="2556437"/>
                </a:cubicBezTo>
                <a:cubicBezTo>
                  <a:pt x="558398" y="2554552"/>
                  <a:pt x="555349" y="2553610"/>
                  <a:pt x="552167" y="2553610"/>
                </a:cubicBezTo>
                <a:close/>
                <a:moveTo>
                  <a:pt x="917475" y="2553168"/>
                </a:moveTo>
                <a:cubicBezTo>
                  <a:pt x="914353" y="2553168"/>
                  <a:pt x="911216" y="2554096"/>
                  <a:pt x="908064" y="2555951"/>
                </a:cubicBezTo>
                <a:cubicBezTo>
                  <a:pt x="904913" y="2557807"/>
                  <a:pt x="902365" y="2561062"/>
                  <a:pt x="900421" y="2565716"/>
                </a:cubicBezTo>
                <a:cubicBezTo>
                  <a:pt x="898476" y="2570370"/>
                  <a:pt x="897505" y="2576349"/>
                  <a:pt x="897505" y="2583654"/>
                </a:cubicBezTo>
                <a:cubicBezTo>
                  <a:pt x="897505" y="2595437"/>
                  <a:pt x="899846" y="2605599"/>
                  <a:pt x="904530" y="2614141"/>
                </a:cubicBezTo>
                <a:cubicBezTo>
                  <a:pt x="909213" y="2622683"/>
                  <a:pt x="915384" y="2626954"/>
                  <a:pt x="923043" y="2626954"/>
                </a:cubicBezTo>
                <a:cubicBezTo>
                  <a:pt x="928757" y="2626954"/>
                  <a:pt x="933470" y="2624598"/>
                  <a:pt x="937182" y="2619885"/>
                </a:cubicBezTo>
                <a:cubicBezTo>
                  <a:pt x="940893" y="2615172"/>
                  <a:pt x="942748" y="2607072"/>
                  <a:pt x="942748" y="2595584"/>
                </a:cubicBezTo>
                <a:cubicBezTo>
                  <a:pt x="942748" y="2581210"/>
                  <a:pt x="939656" y="2569899"/>
                  <a:pt x="933470" y="2561651"/>
                </a:cubicBezTo>
                <a:cubicBezTo>
                  <a:pt x="929287" y="2555996"/>
                  <a:pt x="923956" y="2553168"/>
                  <a:pt x="917475" y="2553168"/>
                </a:cubicBezTo>
                <a:close/>
                <a:moveTo>
                  <a:pt x="752649" y="2549810"/>
                </a:moveTo>
                <a:lnTo>
                  <a:pt x="790734" y="2549810"/>
                </a:lnTo>
                <a:lnTo>
                  <a:pt x="790734" y="2553080"/>
                </a:lnTo>
                <a:lnTo>
                  <a:pt x="788260" y="2553080"/>
                </a:lnTo>
                <a:cubicBezTo>
                  <a:pt x="785963" y="2553080"/>
                  <a:pt x="784210" y="2553639"/>
                  <a:pt x="783002" y="2554759"/>
                </a:cubicBezTo>
                <a:cubicBezTo>
                  <a:pt x="781795" y="2555878"/>
                  <a:pt x="781191" y="2557380"/>
                  <a:pt x="781191" y="2559265"/>
                </a:cubicBezTo>
                <a:cubicBezTo>
                  <a:pt x="781191" y="2561327"/>
                  <a:pt x="781810" y="2563772"/>
                  <a:pt x="783046" y="2566600"/>
                </a:cubicBezTo>
                <a:lnTo>
                  <a:pt x="801868" y="2611313"/>
                </a:lnTo>
                <a:lnTo>
                  <a:pt x="820779" y="2564921"/>
                </a:lnTo>
                <a:cubicBezTo>
                  <a:pt x="822134" y="2561622"/>
                  <a:pt x="822812" y="2559118"/>
                  <a:pt x="822812" y="2557410"/>
                </a:cubicBezTo>
                <a:cubicBezTo>
                  <a:pt x="822812" y="2556585"/>
                  <a:pt x="822576" y="2555907"/>
                  <a:pt x="822104" y="2555377"/>
                </a:cubicBezTo>
                <a:cubicBezTo>
                  <a:pt x="821457" y="2554493"/>
                  <a:pt x="820632" y="2553890"/>
                  <a:pt x="819630" y="2553566"/>
                </a:cubicBezTo>
                <a:cubicBezTo>
                  <a:pt x="818629" y="2553242"/>
                  <a:pt x="816597" y="2553080"/>
                  <a:pt x="813533" y="2553080"/>
                </a:cubicBezTo>
                <a:lnTo>
                  <a:pt x="813533" y="2549810"/>
                </a:lnTo>
                <a:lnTo>
                  <a:pt x="839954" y="2549810"/>
                </a:lnTo>
                <a:lnTo>
                  <a:pt x="839954" y="2553080"/>
                </a:lnTo>
                <a:cubicBezTo>
                  <a:pt x="836891" y="2553315"/>
                  <a:pt x="834770" y="2553934"/>
                  <a:pt x="833592" y="2554935"/>
                </a:cubicBezTo>
                <a:cubicBezTo>
                  <a:pt x="831530" y="2556703"/>
                  <a:pt x="829675" y="2559648"/>
                  <a:pt x="828025" y="2563772"/>
                </a:cubicBezTo>
                <a:lnTo>
                  <a:pt x="799306" y="2633228"/>
                </a:lnTo>
                <a:lnTo>
                  <a:pt x="795683" y="2633228"/>
                </a:lnTo>
                <a:lnTo>
                  <a:pt x="766787" y="2564921"/>
                </a:lnTo>
                <a:cubicBezTo>
                  <a:pt x="765491" y="2561739"/>
                  <a:pt x="764254" y="2559457"/>
                  <a:pt x="763075" y="2558072"/>
                </a:cubicBezTo>
                <a:cubicBezTo>
                  <a:pt x="761898" y="2556688"/>
                  <a:pt x="760395" y="2555524"/>
                  <a:pt x="758569" y="2554582"/>
                </a:cubicBezTo>
                <a:cubicBezTo>
                  <a:pt x="757568" y="2554052"/>
                  <a:pt x="755594" y="2553551"/>
                  <a:pt x="752649" y="2553080"/>
                </a:cubicBezTo>
                <a:close/>
                <a:moveTo>
                  <a:pt x="995847" y="2547424"/>
                </a:moveTo>
                <a:lnTo>
                  <a:pt x="999559" y="2547424"/>
                </a:lnTo>
                <a:lnTo>
                  <a:pt x="999559" y="2565628"/>
                </a:lnTo>
                <a:cubicBezTo>
                  <a:pt x="1006333" y="2553492"/>
                  <a:pt x="1013285" y="2547424"/>
                  <a:pt x="1020414" y="2547424"/>
                </a:cubicBezTo>
                <a:cubicBezTo>
                  <a:pt x="1023654" y="2547424"/>
                  <a:pt x="1026334" y="2548411"/>
                  <a:pt x="1028455" y="2550384"/>
                </a:cubicBezTo>
                <a:cubicBezTo>
                  <a:pt x="1030576" y="2552358"/>
                  <a:pt x="1031636" y="2554641"/>
                  <a:pt x="1031636" y="2557233"/>
                </a:cubicBezTo>
                <a:cubicBezTo>
                  <a:pt x="1031636" y="2559530"/>
                  <a:pt x="1030870" y="2561474"/>
                  <a:pt x="1029338" y="2563065"/>
                </a:cubicBezTo>
                <a:cubicBezTo>
                  <a:pt x="1027807" y="2564656"/>
                  <a:pt x="1025980" y="2565451"/>
                  <a:pt x="1023860" y="2565451"/>
                </a:cubicBezTo>
                <a:cubicBezTo>
                  <a:pt x="1021798" y="2565451"/>
                  <a:pt x="1019486" y="2564435"/>
                  <a:pt x="1016923" y="2562402"/>
                </a:cubicBezTo>
                <a:cubicBezTo>
                  <a:pt x="1014360" y="2560370"/>
                  <a:pt x="1012461" y="2559354"/>
                  <a:pt x="1011223" y="2559354"/>
                </a:cubicBezTo>
                <a:cubicBezTo>
                  <a:pt x="1010163" y="2559354"/>
                  <a:pt x="1009014" y="2559943"/>
                  <a:pt x="1007777" y="2561121"/>
                </a:cubicBezTo>
                <a:cubicBezTo>
                  <a:pt x="1005126" y="2563536"/>
                  <a:pt x="1002387" y="2567513"/>
                  <a:pt x="999559" y="2573050"/>
                </a:cubicBezTo>
                <a:lnTo>
                  <a:pt x="999559" y="2611843"/>
                </a:lnTo>
                <a:cubicBezTo>
                  <a:pt x="999559" y="2616321"/>
                  <a:pt x="1000119" y="2619708"/>
                  <a:pt x="1001238" y="2622006"/>
                </a:cubicBezTo>
                <a:cubicBezTo>
                  <a:pt x="1002004" y="2623596"/>
                  <a:pt x="1003359" y="2624922"/>
                  <a:pt x="1005303" y="2625982"/>
                </a:cubicBezTo>
                <a:cubicBezTo>
                  <a:pt x="1007247" y="2627042"/>
                  <a:pt x="1010045" y="2627573"/>
                  <a:pt x="1013697" y="2627573"/>
                </a:cubicBezTo>
                <a:lnTo>
                  <a:pt x="1013697" y="2630754"/>
                </a:lnTo>
                <a:lnTo>
                  <a:pt x="972254" y="2630754"/>
                </a:lnTo>
                <a:lnTo>
                  <a:pt x="972254" y="2627573"/>
                </a:lnTo>
                <a:cubicBezTo>
                  <a:pt x="976378" y="2627573"/>
                  <a:pt x="979441" y="2626925"/>
                  <a:pt x="981444" y="2625629"/>
                </a:cubicBezTo>
                <a:cubicBezTo>
                  <a:pt x="982917" y="2624686"/>
                  <a:pt x="983947" y="2623184"/>
                  <a:pt x="984536" y="2621122"/>
                </a:cubicBezTo>
                <a:cubicBezTo>
                  <a:pt x="984831" y="2620120"/>
                  <a:pt x="984978" y="2617263"/>
                  <a:pt x="984978" y="2612550"/>
                </a:cubicBezTo>
                <a:lnTo>
                  <a:pt x="984978" y="2581180"/>
                </a:lnTo>
                <a:cubicBezTo>
                  <a:pt x="984978" y="2571754"/>
                  <a:pt x="984787" y="2566143"/>
                  <a:pt x="984404" y="2564346"/>
                </a:cubicBezTo>
                <a:cubicBezTo>
                  <a:pt x="984021" y="2562549"/>
                  <a:pt x="983314" y="2561239"/>
                  <a:pt x="982283" y="2560414"/>
                </a:cubicBezTo>
                <a:cubicBezTo>
                  <a:pt x="981252" y="2559589"/>
                  <a:pt x="979971" y="2559177"/>
                  <a:pt x="978439" y="2559177"/>
                </a:cubicBezTo>
                <a:cubicBezTo>
                  <a:pt x="976613" y="2559177"/>
                  <a:pt x="974551" y="2559619"/>
                  <a:pt x="972254" y="2560502"/>
                </a:cubicBezTo>
                <a:lnTo>
                  <a:pt x="971370" y="2557321"/>
                </a:lnTo>
                <a:close/>
                <a:moveTo>
                  <a:pt x="920215" y="2547424"/>
                </a:moveTo>
                <a:cubicBezTo>
                  <a:pt x="932469" y="2547424"/>
                  <a:pt x="942307" y="2552078"/>
                  <a:pt x="949729" y="2561386"/>
                </a:cubicBezTo>
                <a:cubicBezTo>
                  <a:pt x="956033" y="2569339"/>
                  <a:pt x="959185" y="2578470"/>
                  <a:pt x="959185" y="2588780"/>
                </a:cubicBezTo>
                <a:cubicBezTo>
                  <a:pt x="959185" y="2596026"/>
                  <a:pt x="957447" y="2603360"/>
                  <a:pt x="953971" y="2610783"/>
                </a:cubicBezTo>
                <a:cubicBezTo>
                  <a:pt x="950495" y="2618206"/>
                  <a:pt x="945709" y="2623802"/>
                  <a:pt x="939612" y="2627573"/>
                </a:cubicBezTo>
                <a:cubicBezTo>
                  <a:pt x="933514" y="2631343"/>
                  <a:pt x="926724" y="2633228"/>
                  <a:pt x="919243" y="2633228"/>
                </a:cubicBezTo>
                <a:cubicBezTo>
                  <a:pt x="907048" y="2633228"/>
                  <a:pt x="897358" y="2628368"/>
                  <a:pt x="890170" y="2618648"/>
                </a:cubicBezTo>
                <a:cubicBezTo>
                  <a:pt x="884102" y="2610459"/>
                  <a:pt x="881069" y="2601269"/>
                  <a:pt x="881069" y="2591077"/>
                </a:cubicBezTo>
                <a:cubicBezTo>
                  <a:pt x="881069" y="2583654"/>
                  <a:pt x="882909" y="2576276"/>
                  <a:pt x="886591" y="2568941"/>
                </a:cubicBezTo>
                <a:cubicBezTo>
                  <a:pt x="890273" y="2561607"/>
                  <a:pt x="895119" y="2556187"/>
                  <a:pt x="901128" y="2552682"/>
                </a:cubicBezTo>
                <a:cubicBezTo>
                  <a:pt x="907137" y="2549177"/>
                  <a:pt x="913499" y="2547424"/>
                  <a:pt x="920215" y="2547424"/>
                </a:cubicBezTo>
                <a:close/>
                <a:moveTo>
                  <a:pt x="866562" y="2547424"/>
                </a:moveTo>
                <a:lnTo>
                  <a:pt x="870450" y="2547424"/>
                </a:lnTo>
                <a:lnTo>
                  <a:pt x="870450" y="2612462"/>
                </a:lnTo>
                <a:cubicBezTo>
                  <a:pt x="870450" y="2617528"/>
                  <a:pt x="870819" y="2620901"/>
                  <a:pt x="871555" y="2622580"/>
                </a:cubicBezTo>
                <a:cubicBezTo>
                  <a:pt x="872292" y="2624259"/>
                  <a:pt x="873381" y="2625511"/>
                  <a:pt x="874825" y="2626336"/>
                </a:cubicBezTo>
                <a:cubicBezTo>
                  <a:pt x="876268" y="2627160"/>
                  <a:pt x="878904" y="2627573"/>
                  <a:pt x="882733" y="2627573"/>
                </a:cubicBezTo>
                <a:lnTo>
                  <a:pt x="882733" y="2630754"/>
                </a:lnTo>
                <a:lnTo>
                  <a:pt x="843410" y="2630754"/>
                </a:lnTo>
                <a:lnTo>
                  <a:pt x="843410" y="2627573"/>
                </a:lnTo>
                <a:cubicBezTo>
                  <a:pt x="847357" y="2627573"/>
                  <a:pt x="850008" y="2627190"/>
                  <a:pt x="851363" y="2626424"/>
                </a:cubicBezTo>
                <a:cubicBezTo>
                  <a:pt x="852718" y="2625658"/>
                  <a:pt x="853793" y="2624391"/>
                  <a:pt x="854589" y="2622624"/>
                </a:cubicBezTo>
                <a:cubicBezTo>
                  <a:pt x="855384" y="2620857"/>
                  <a:pt x="855782" y="2617469"/>
                  <a:pt x="855782" y="2612462"/>
                </a:cubicBezTo>
                <a:lnTo>
                  <a:pt x="855782" y="2581269"/>
                </a:lnTo>
                <a:cubicBezTo>
                  <a:pt x="855782" y="2572491"/>
                  <a:pt x="855517" y="2566806"/>
                  <a:pt x="854986" y="2564214"/>
                </a:cubicBezTo>
                <a:cubicBezTo>
                  <a:pt x="854574" y="2562329"/>
                  <a:pt x="853926" y="2561018"/>
                  <a:pt x="853042" y="2560281"/>
                </a:cubicBezTo>
                <a:cubicBezTo>
                  <a:pt x="852159" y="2559545"/>
                  <a:pt x="850951" y="2559177"/>
                  <a:pt x="849419" y="2559177"/>
                </a:cubicBezTo>
                <a:cubicBezTo>
                  <a:pt x="847770" y="2559177"/>
                  <a:pt x="845767" y="2559619"/>
                  <a:pt x="843410" y="2560502"/>
                </a:cubicBezTo>
                <a:lnTo>
                  <a:pt x="842173" y="2557321"/>
                </a:lnTo>
                <a:close/>
                <a:moveTo>
                  <a:pt x="714093" y="2547424"/>
                </a:moveTo>
                <a:cubicBezTo>
                  <a:pt x="721280" y="2547424"/>
                  <a:pt x="727171" y="2548632"/>
                  <a:pt x="731766" y="2551047"/>
                </a:cubicBezTo>
                <a:cubicBezTo>
                  <a:pt x="735242" y="2552873"/>
                  <a:pt x="737804" y="2555731"/>
                  <a:pt x="739454" y="2559619"/>
                </a:cubicBezTo>
                <a:cubicBezTo>
                  <a:pt x="740514" y="2562152"/>
                  <a:pt x="741044" y="2567336"/>
                  <a:pt x="741044" y="2575171"/>
                </a:cubicBezTo>
                <a:lnTo>
                  <a:pt x="741044" y="2602653"/>
                </a:lnTo>
                <a:cubicBezTo>
                  <a:pt x="741044" y="2610371"/>
                  <a:pt x="741191" y="2615098"/>
                  <a:pt x="741486" y="2616836"/>
                </a:cubicBezTo>
                <a:cubicBezTo>
                  <a:pt x="741781" y="2618574"/>
                  <a:pt x="742267" y="2619737"/>
                  <a:pt x="742944" y="2620327"/>
                </a:cubicBezTo>
                <a:cubicBezTo>
                  <a:pt x="743622" y="2620916"/>
                  <a:pt x="744403" y="2621210"/>
                  <a:pt x="745286" y="2621210"/>
                </a:cubicBezTo>
                <a:cubicBezTo>
                  <a:pt x="746229" y="2621210"/>
                  <a:pt x="747053" y="2621004"/>
                  <a:pt x="747761" y="2620592"/>
                </a:cubicBezTo>
                <a:cubicBezTo>
                  <a:pt x="748997" y="2619826"/>
                  <a:pt x="751383" y="2617676"/>
                  <a:pt x="754918" y="2614141"/>
                </a:cubicBezTo>
                <a:lnTo>
                  <a:pt x="754918" y="2619089"/>
                </a:lnTo>
                <a:cubicBezTo>
                  <a:pt x="748320" y="2627926"/>
                  <a:pt x="742016" y="2632344"/>
                  <a:pt x="736008" y="2632344"/>
                </a:cubicBezTo>
                <a:cubicBezTo>
                  <a:pt x="733121" y="2632344"/>
                  <a:pt x="730824" y="2631343"/>
                  <a:pt x="729115" y="2629340"/>
                </a:cubicBezTo>
                <a:cubicBezTo>
                  <a:pt x="727407" y="2627337"/>
                  <a:pt x="726523" y="2623920"/>
                  <a:pt x="726464" y="2619089"/>
                </a:cubicBezTo>
                <a:cubicBezTo>
                  <a:pt x="718157" y="2625511"/>
                  <a:pt x="712944" y="2629222"/>
                  <a:pt x="710823" y="2630224"/>
                </a:cubicBezTo>
                <a:cubicBezTo>
                  <a:pt x="707642" y="2631696"/>
                  <a:pt x="704255" y="2632433"/>
                  <a:pt x="700661" y="2632433"/>
                </a:cubicBezTo>
                <a:cubicBezTo>
                  <a:pt x="695064" y="2632433"/>
                  <a:pt x="690455" y="2630518"/>
                  <a:pt x="686832" y="2626689"/>
                </a:cubicBezTo>
                <a:cubicBezTo>
                  <a:pt x="683208" y="2622860"/>
                  <a:pt x="681397" y="2617823"/>
                  <a:pt x="681397" y="2611578"/>
                </a:cubicBezTo>
                <a:cubicBezTo>
                  <a:pt x="681397" y="2607631"/>
                  <a:pt x="682281" y="2604214"/>
                  <a:pt x="684048" y="2601328"/>
                </a:cubicBezTo>
                <a:cubicBezTo>
                  <a:pt x="686464" y="2597322"/>
                  <a:pt x="690661" y="2593551"/>
                  <a:pt x="696641" y="2590017"/>
                </a:cubicBezTo>
                <a:cubicBezTo>
                  <a:pt x="702620" y="2586482"/>
                  <a:pt x="712561" y="2582182"/>
                  <a:pt x="726464" y="2577115"/>
                </a:cubicBezTo>
                <a:lnTo>
                  <a:pt x="726464" y="2573934"/>
                </a:lnTo>
                <a:cubicBezTo>
                  <a:pt x="726464" y="2565863"/>
                  <a:pt x="725183" y="2560326"/>
                  <a:pt x="722620" y="2557321"/>
                </a:cubicBezTo>
                <a:cubicBezTo>
                  <a:pt x="720057" y="2554317"/>
                  <a:pt x="716331" y="2552814"/>
                  <a:pt x="711442" y="2552814"/>
                </a:cubicBezTo>
                <a:cubicBezTo>
                  <a:pt x="707730" y="2552814"/>
                  <a:pt x="704785" y="2553816"/>
                  <a:pt x="702605" y="2555819"/>
                </a:cubicBezTo>
                <a:cubicBezTo>
                  <a:pt x="700366" y="2557822"/>
                  <a:pt x="699247" y="2560119"/>
                  <a:pt x="699247" y="2562712"/>
                </a:cubicBezTo>
                <a:lnTo>
                  <a:pt x="699424" y="2567837"/>
                </a:lnTo>
                <a:cubicBezTo>
                  <a:pt x="699424" y="2570547"/>
                  <a:pt x="698732" y="2572638"/>
                  <a:pt x="697347" y="2574111"/>
                </a:cubicBezTo>
                <a:cubicBezTo>
                  <a:pt x="695963" y="2575584"/>
                  <a:pt x="694151" y="2576320"/>
                  <a:pt x="691913" y="2576320"/>
                </a:cubicBezTo>
                <a:cubicBezTo>
                  <a:pt x="689733" y="2576320"/>
                  <a:pt x="687951" y="2575554"/>
                  <a:pt x="686567" y="2574022"/>
                </a:cubicBezTo>
                <a:cubicBezTo>
                  <a:pt x="685182" y="2572491"/>
                  <a:pt x="684490" y="2570399"/>
                  <a:pt x="684490" y="2567748"/>
                </a:cubicBezTo>
                <a:cubicBezTo>
                  <a:pt x="684490" y="2562682"/>
                  <a:pt x="687082" y="2558028"/>
                  <a:pt x="692266" y="2553786"/>
                </a:cubicBezTo>
                <a:cubicBezTo>
                  <a:pt x="697450" y="2549545"/>
                  <a:pt x="704726" y="2547424"/>
                  <a:pt x="714093" y="2547424"/>
                </a:cubicBezTo>
                <a:close/>
                <a:moveTo>
                  <a:pt x="557116" y="2547336"/>
                </a:moveTo>
                <a:cubicBezTo>
                  <a:pt x="566188" y="2547336"/>
                  <a:pt x="573641" y="2550325"/>
                  <a:pt x="579473" y="2556305"/>
                </a:cubicBezTo>
                <a:cubicBezTo>
                  <a:pt x="585305" y="2562284"/>
                  <a:pt x="588221" y="2570282"/>
                  <a:pt x="588221" y="2580296"/>
                </a:cubicBezTo>
                <a:lnTo>
                  <a:pt x="532285" y="2580296"/>
                </a:lnTo>
                <a:cubicBezTo>
                  <a:pt x="532226" y="2592314"/>
                  <a:pt x="535142" y="2601740"/>
                  <a:pt x="541034" y="2608574"/>
                </a:cubicBezTo>
                <a:cubicBezTo>
                  <a:pt x="546924" y="2615407"/>
                  <a:pt x="553847" y="2618824"/>
                  <a:pt x="561800" y="2618824"/>
                </a:cubicBezTo>
                <a:cubicBezTo>
                  <a:pt x="567101" y="2618824"/>
                  <a:pt x="571711" y="2617366"/>
                  <a:pt x="575629" y="2614450"/>
                </a:cubicBezTo>
                <a:cubicBezTo>
                  <a:pt x="579546" y="2611534"/>
                  <a:pt x="582831" y="2606541"/>
                  <a:pt x="585482" y="2599472"/>
                </a:cubicBezTo>
                <a:lnTo>
                  <a:pt x="588221" y="2601239"/>
                </a:lnTo>
                <a:cubicBezTo>
                  <a:pt x="586985" y="2609310"/>
                  <a:pt x="583391" y="2616659"/>
                  <a:pt x="577441" y="2623287"/>
                </a:cubicBezTo>
                <a:cubicBezTo>
                  <a:pt x="571491" y="2629914"/>
                  <a:pt x="564038" y="2633228"/>
                  <a:pt x="555084" y="2633228"/>
                </a:cubicBezTo>
                <a:cubicBezTo>
                  <a:pt x="545364" y="2633228"/>
                  <a:pt x="537042" y="2629443"/>
                  <a:pt x="530120" y="2621873"/>
                </a:cubicBezTo>
                <a:cubicBezTo>
                  <a:pt x="523198" y="2614303"/>
                  <a:pt x="519737" y="2604126"/>
                  <a:pt x="519737" y="2591342"/>
                </a:cubicBezTo>
                <a:cubicBezTo>
                  <a:pt x="519737" y="2577498"/>
                  <a:pt x="523287" y="2566703"/>
                  <a:pt x="530385" y="2558956"/>
                </a:cubicBezTo>
                <a:cubicBezTo>
                  <a:pt x="537484" y="2551209"/>
                  <a:pt x="546394" y="2547336"/>
                  <a:pt x="557116" y="2547336"/>
                </a:cubicBezTo>
                <a:close/>
                <a:moveTo>
                  <a:pt x="863116" y="2505096"/>
                </a:moveTo>
                <a:cubicBezTo>
                  <a:pt x="865590" y="2505096"/>
                  <a:pt x="867697" y="2505965"/>
                  <a:pt x="869434" y="2507703"/>
                </a:cubicBezTo>
                <a:cubicBezTo>
                  <a:pt x="871172" y="2509441"/>
                  <a:pt x="872041" y="2511547"/>
                  <a:pt x="872041" y="2514021"/>
                </a:cubicBezTo>
                <a:cubicBezTo>
                  <a:pt x="872041" y="2516496"/>
                  <a:pt x="871172" y="2518617"/>
                  <a:pt x="869434" y="2520384"/>
                </a:cubicBezTo>
                <a:cubicBezTo>
                  <a:pt x="867697" y="2522151"/>
                  <a:pt x="865590" y="2523035"/>
                  <a:pt x="863116" y="2523035"/>
                </a:cubicBezTo>
                <a:cubicBezTo>
                  <a:pt x="860642" y="2523035"/>
                  <a:pt x="858521" y="2522151"/>
                  <a:pt x="856754" y="2520384"/>
                </a:cubicBezTo>
                <a:cubicBezTo>
                  <a:pt x="854986" y="2518617"/>
                  <a:pt x="854103" y="2516496"/>
                  <a:pt x="854103" y="2514021"/>
                </a:cubicBezTo>
                <a:cubicBezTo>
                  <a:pt x="854103" y="2511547"/>
                  <a:pt x="854972" y="2509441"/>
                  <a:pt x="856710" y="2507703"/>
                </a:cubicBezTo>
                <a:cubicBezTo>
                  <a:pt x="858448" y="2505965"/>
                  <a:pt x="860583" y="2505096"/>
                  <a:pt x="863116" y="2505096"/>
                </a:cubicBezTo>
                <a:close/>
                <a:moveTo>
                  <a:pt x="614583" y="2505096"/>
                </a:moveTo>
                <a:lnTo>
                  <a:pt x="618647" y="2505096"/>
                </a:lnTo>
                <a:lnTo>
                  <a:pt x="618647" y="2564302"/>
                </a:lnTo>
                <a:cubicBezTo>
                  <a:pt x="625186" y="2557115"/>
                  <a:pt x="630371" y="2552505"/>
                  <a:pt x="634200" y="2550473"/>
                </a:cubicBezTo>
                <a:cubicBezTo>
                  <a:pt x="638029" y="2548440"/>
                  <a:pt x="641858" y="2547424"/>
                  <a:pt x="645688" y="2547424"/>
                </a:cubicBezTo>
                <a:cubicBezTo>
                  <a:pt x="650282" y="2547424"/>
                  <a:pt x="654230" y="2548691"/>
                  <a:pt x="657529" y="2551224"/>
                </a:cubicBezTo>
                <a:cubicBezTo>
                  <a:pt x="660828" y="2553757"/>
                  <a:pt x="663273" y="2557733"/>
                  <a:pt x="664863" y="2563153"/>
                </a:cubicBezTo>
                <a:cubicBezTo>
                  <a:pt x="665983" y="2566924"/>
                  <a:pt x="666542" y="2573816"/>
                  <a:pt x="666542" y="2583831"/>
                </a:cubicBezTo>
                <a:lnTo>
                  <a:pt x="666542" y="2612462"/>
                </a:lnTo>
                <a:cubicBezTo>
                  <a:pt x="666542" y="2617587"/>
                  <a:pt x="666954" y="2621092"/>
                  <a:pt x="667779" y="2622978"/>
                </a:cubicBezTo>
                <a:cubicBezTo>
                  <a:pt x="668368" y="2624391"/>
                  <a:pt x="669370" y="2625511"/>
                  <a:pt x="670784" y="2626336"/>
                </a:cubicBezTo>
                <a:cubicBezTo>
                  <a:pt x="672198" y="2627160"/>
                  <a:pt x="674790" y="2627573"/>
                  <a:pt x="678560" y="2627573"/>
                </a:cubicBezTo>
                <a:lnTo>
                  <a:pt x="678560" y="2630754"/>
                </a:lnTo>
                <a:lnTo>
                  <a:pt x="638795" y="2630754"/>
                </a:lnTo>
                <a:lnTo>
                  <a:pt x="638795" y="2627573"/>
                </a:lnTo>
                <a:lnTo>
                  <a:pt x="640651" y="2627573"/>
                </a:lnTo>
                <a:cubicBezTo>
                  <a:pt x="644421" y="2627573"/>
                  <a:pt x="647042" y="2626998"/>
                  <a:pt x="648515" y="2625849"/>
                </a:cubicBezTo>
                <a:cubicBezTo>
                  <a:pt x="649988" y="2624701"/>
                  <a:pt x="651019" y="2623007"/>
                  <a:pt x="651608" y="2620768"/>
                </a:cubicBezTo>
                <a:cubicBezTo>
                  <a:pt x="651785" y="2619826"/>
                  <a:pt x="651873" y="2617057"/>
                  <a:pt x="651873" y="2612462"/>
                </a:cubicBezTo>
                <a:lnTo>
                  <a:pt x="651873" y="2583831"/>
                </a:lnTo>
                <a:cubicBezTo>
                  <a:pt x="651873" y="2574994"/>
                  <a:pt x="651416" y="2569192"/>
                  <a:pt x="650504" y="2566423"/>
                </a:cubicBezTo>
                <a:cubicBezTo>
                  <a:pt x="649590" y="2563654"/>
                  <a:pt x="648132" y="2561577"/>
                  <a:pt x="646130" y="2560193"/>
                </a:cubicBezTo>
                <a:cubicBezTo>
                  <a:pt x="644126" y="2558809"/>
                  <a:pt x="641711" y="2558116"/>
                  <a:pt x="638883" y="2558116"/>
                </a:cubicBezTo>
                <a:cubicBezTo>
                  <a:pt x="635997" y="2558116"/>
                  <a:pt x="632992" y="2558882"/>
                  <a:pt x="629870" y="2560414"/>
                </a:cubicBezTo>
                <a:cubicBezTo>
                  <a:pt x="626748" y="2561946"/>
                  <a:pt x="623007" y="2565038"/>
                  <a:pt x="618647" y="2569692"/>
                </a:cubicBezTo>
                <a:lnTo>
                  <a:pt x="618647" y="2612462"/>
                </a:lnTo>
                <a:cubicBezTo>
                  <a:pt x="618647" y="2618000"/>
                  <a:pt x="618957" y="2621446"/>
                  <a:pt x="619575" y="2622801"/>
                </a:cubicBezTo>
                <a:cubicBezTo>
                  <a:pt x="620194" y="2624156"/>
                  <a:pt x="621342" y="2625290"/>
                  <a:pt x="623021" y="2626203"/>
                </a:cubicBezTo>
                <a:cubicBezTo>
                  <a:pt x="624701" y="2627116"/>
                  <a:pt x="627602" y="2627573"/>
                  <a:pt x="631726" y="2627573"/>
                </a:cubicBezTo>
                <a:lnTo>
                  <a:pt x="631726" y="2630754"/>
                </a:lnTo>
                <a:lnTo>
                  <a:pt x="591607" y="2630754"/>
                </a:lnTo>
                <a:lnTo>
                  <a:pt x="591607" y="2627573"/>
                </a:lnTo>
                <a:cubicBezTo>
                  <a:pt x="595201" y="2627573"/>
                  <a:pt x="598029" y="2627013"/>
                  <a:pt x="600091" y="2625894"/>
                </a:cubicBezTo>
                <a:cubicBezTo>
                  <a:pt x="601268" y="2625305"/>
                  <a:pt x="602211" y="2624185"/>
                  <a:pt x="602918" y="2622536"/>
                </a:cubicBezTo>
                <a:cubicBezTo>
                  <a:pt x="603625" y="2620886"/>
                  <a:pt x="603978" y="2617528"/>
                  <a:pt x="603978" y="2612462"/>
                </a:cubicBezTo>
                <a:lnTo>
                  <a:pt x="603978" y="2539206"/>
                </a:lnTo>
                <a:cubicBezTo>
                  <a:pt x="603978" y="2529957"/>
                  <a:pt x="603758" y="2524272"/>
                  <a:pt x="603316" y="2522151"/>
                </a:cubicBezTo>
                <a:cubicBezTo>
                  <a:pt x="602874" y="2520030"/>
                  <a:pt x="602197" y="2518587"/>
                  <a:pt x="601283" y="2517821"/>
                </a:cubicBezTo>
                <a:cubicBezTo>
                  <a:pt x="600370" y="2517055"/>
                  <a:pt x="599148" y="2516672"/>
                  <a:pt x="597616" y="2516672"/>
                </a:cubicBezTo>
                <a:cubicBezTo>
                  <a:pt x="596379" y="2516672"/>
                  <a:pt x="594376" y="2517144"/>
                  <a:pt x="591607" y="2518086"/>
                </a:cubicBezTo>
                <a:lnTo>
                  <a:pt x="590370" y="2514993"/>
                </a:lnTo>
                <a:close/>
                <a:moveTo>
                  <a:pt x="441630" y="2505096"/>
                </a:moveTo>
                <a:lnTo>
                  <a:pt x="445607" y="2505096"/>
                </a:lnTo>
                <a:lnTo>
                  <a:pt x="445607" y="2563772"/>
                </a:lnTo>
                <a:cubicBezTo>
                  <a:pt x="453442" y="2552873"/>
                  <a:pt x="461896" y="2547424"/>
                  <a:pt x="470968" y="2547424"/>
                </a:cubicBezTo>
                <a:cubicBezTo>
                  <a:pt x="479275" y="2547424"/>
                  <a:pt x="486521" y="2550973"/>
                  <a:pt x="492706" y="2558072"/>
                </a:cubicBezTo>
                <a:cubicBezTo>
                  <a:pt x="498892" y="2565171"/>
                  <a:pt x="501985" y="2574877"/>
                  <a:pt x="501985" y="2587189"/>
                </a:cubicBezTo>
                <a:cubicBezTo>
                  <a:pt x="501985" y="2601563"/>
                  <a:pt x="497213" y="2613139"/>
                  <a:pt x="487669" y="2621917"/>
                </a:cubicBezTo>
                <a:cubicBezTo>
                  <a:pt x="479481" y="2629458"/>
                  <a:pt x="470349" y="2633228"/>
                  <a:pt x="460276" y="2633228"/>
                </a:cubicBezTo>
                <a:cubicBezTo>
                  <a:pt x="455563" y="2633228"/>
                  <a:pt x="450776" y="2632374"/>
                  <a:pt x="445916" y="2630665"/>
                </a:cubicBezTo>
                <a:cubicBezTo>
                  <a:pt x="441056" y="2628957"/>
                  <a:pt x="436093" y="2626394"/>
                  <a:pt x="431026" y="2622978"/>
                </a:cubicBezTo>
                <a:lnTo>
                  <a:pt x="431026" y="2539118"/>
                </a:lnTo>
                <a:cubicBezTo>
                  <a:pt x="431026" y="2529927"/>
                  <a:pt x="430805" y="2524272"/>
                  <a:pt x="430363" y="2522151"/>
                </a:cubicBezTo>
                <a:cubicBezTo>
                  <a:pt x="429922" y="2520030"/>
                  <a:pt x="429230" y="2518587"/>
                  <a:pt x="428287" y="2517821"/>
                </a:cubicBezTo>
                <a:cubicBezTo>
                  <a:pt x="427344" y="2517055"/>
                  <a:pt x="426166" y="2516672"/>
                  <a:pt x="424753" y="2516672"/>
                </a:cubicBezTo>
                <a:cubicBezTo>
                  <a:pt x="423103" y="2516672"/>
                  <a:pt x="421041" y="2517144"/>
                  <a:pt x="418566" y="2518086"/>
                </a:cubicBezTo>
                <a:lnTo>
                  <a:pt x="417330" y="2514993"/>
                </a:lnTo>
                <a:close/>
                <a:moveTo>
                  <a:pt x="1129993" y="2411679"/>
                </a:moveTo>
                <a:cubicBezTo>
                  <a:pt x="1127224" y="2414683"/>
                  <a:pt x="1125132" y="2417482"/>
                  <a:pt x="1123718" y="2420074"/>
                </a:cubicBezTo>
                <a:cubicBezTo>
                  <a:pt x="1122305" y="2422666"/>
                  <a:pt x="1121598" y="2425052"/>
                  <a:pt x="1121598" y="2427231"/>
                </a:cubicBezTo>
                <a:cubicBezTo>
                  <a:pt x="1121598" y="2430059"/>
                  <a:pt x="1123307" y="2432533"/>
                  <a:pt x="1126723" y="2434654"/>
                </a:cubicBezTo>
                <a:cubicBezTo>
                  <a:pt x="1132614" y="2438307"/>
                  <a:pt x="1141127" y="2440133"/>
                  <a:pt x="1152261" y="2440133"/>
                </a:cubicBezTo>
                <a:cubicBezTo>
                  <a:pt x="1162865" y="2440133"/>
                  <a:pt x="1170686" y="2438262"/>
                  <a:pt x="1175723" y="2434522"/>
                </a:cubicBezTo>
                <a:cubicBezTo>
                  <a:pt x="1180760" y="2430781"/>
                  <a:pt x="1183278" y="2426790"/>
                  <a:pt x="1183278" y="2422548"/>
                </a:cubicBezTo>
                <a:cubicBezTo>
                  <a:pt x="1183278" y="2419485"/>
                  <a:pt x="1181776" y="2417305"/>
                  <a:pt x="1178771" y="2416009"/>
                </a:cubicBezTo>
                <a:cubicBezTo>
                  <a:pt x="1175708" y="2414713"/>
                  <a:pt x="1169640" y="2413947"/>
                  <a:pt x="1160568" y="2413711"/>
                </a:cubicBezTo>
                <a:cubicBezTo>
                  <a:pt x="1147313" y="2413358"/>
                  <a:pt x="1137121" y="2412680"/>
                  <a:pt x="1129993" y="2411679"/>
                </a:cubicBezTo>
                <a:close/>
                <a:moveTo>
                  <a:pt x="878864" y="2363431"/>
                </a:moveTo>
                <a:cubicBezTo>
                  <a:pt x="869968" y="2366965"/>
                  <a:pt x="864225" y="2369469"/>
                  <a:pt x="861632" y="2370942"/>
                </a:cubicBezTo>
                <a:cubicBezTo>
                  <a:pt x="856979" y="2373534"/>
                  <a:pt x="853650" y="2376244"/>
                  <a:pt x="851647" y="2379072"/>
                </a:cubicBezTo>
                <a:cubicBezTo>
                  <a:pt x="849644" y="2381899"/>
                  <a:pt x="848643" y="2384992"/>
                  <a:pt x="848643" y="2388350"/>
                </a:cubicBezTo>
                <a:cubicBezTo>
                  <a:pt x="848643" y="2392592"/>
                  <a:pt x="849909" y="2396112"/>
                  <a:pt x="852442" y="2398910"/>
                </a:cubicBezTo>
                <a:cubicBezTo>
                  <a:pt x="854976" y="2401708"/>
                  <a:pt x="857892" y="2403107"/>
                  <a:pt x="861191" y="2403107"/>
                </a:cubicBezTo>
                <a:cubicBezTo>
                  <a:pt x="865668" y="2403107"/>
                  <a:pt x="871559" y="2400162"/>
                  <a:pt x="878864" y="2394271"/>
                </a:cubicBezTo>
                <a:close/>
                <a:moveTo>
                  <a:pt x="464782" y="2341162"/>
                </a:moveTo>
                <a:cubicBezTo>
                  <a:pt x="461955" y="2341162"/>
                  <a:pt x="459156" y="2341869"/>
                  <a:pt x="456388" y="2343283"/>
                </a:cubicBezTo>
                <a:cubicBezTo>
                  <a:pt x="454267" y="2344343"/>
                  <a:pt x="450762" y="2347525"/>
                  <a:pt x="445872" y="2352827"/>
                </a:cubicBezTo>
                <a:lnTo>
                  <a:pt x="445872" y="2383048"/>
                </a:lnTo>
                <a:cubicBezTo>
                  <a:pt x="445872" y="2389587"/>
                  <a:pt x="446137" y="2393888"/>
                  <a:pt x="446667" y="2395950"/>
                </a:cubicBezTo>
                <a:cubicBezTo>
                  <a:pt x="447492" y="2399366"/>
                  <a:pt x="449510" y="2402371"/>
                  <a:pt x="452720" y="2404963"/>
                </a:cubicBezTo>
                <a:cubicBezTo>
                  <a:pt x="455931" y="2407555"/>
                  <a:pt x="459981" y="2408851"/>
                  <a:pt x="464871" y="2408851"/>
                </a:cubicBezTo>
                <a:cubicBezTo>
                  <a:pt x="470762" y="2408851"/>
                  <a:pt x="475534" y="2406554"/>
                  <a:pt x="479186" y="2401959"/>
                </a:cubicBezTo>
                <a:cubicBezTo>
                  <a:pt x="483958" y="2395950"/>
                  <a:pt x="486344" y="2387496"/>
                  <a:pt x="486344" y="2376597"/>
                </a:cubicBezTo>
                <a:cubicBezTo>
                  <a:pt x="486344" y="2364226"/>
                  <a:pt x="483634" y="2354712"/>
                  <a:pt x="478214" y="2348055"/>
                </a:cubicBezTo>
                <a:cubicBezTo>
                  <a:pt x="474444" y="2343460"/>
                  <a:pt x="469966" y="2341162"/>
                  <a:pt x="464782" y="2341162"/>
                </a:cubicBezTo>
                <a:close/>
                <a:moveTo>
                  <a:pt x="1146252" y="2332591"/>
                </a:moveTo>
                <a:cubicBezTo>
                  <a:pt x="1141893" y="2332591"/>
                  <a:pt x="1138241" y="2334329"/>
                  <a:pt x="1135295" y="2337804"/>
                </a:cubicBezTo>
                <a:cubicBezTo>
                  <a:pt x="1132349" y="2341280"/>
                  <a:pt x="1130876" y="2346611"/>
                  <a:pt x="1130876" y="2353799"/>
                </a:cubicBezTo>
                <a:cubicBezTo>
                  <a:pt x="1130876" y="2363107"/>
                  <a:pt x="1132880" y="2370323"/>
                  <a:pt x="1136885" y="2375449"/>
                </a:cubicBezTo>
                <a:cubicBezTo>
                  <a:pt x="1139949" y="2379337"/>
                  <a:pt x="1143837" y="2381281"/>
                  <a:pt x="1148550" y="2381281"/>
                </a:cubicBezTo>
                <a:cubicBezTo>
                  <a:pt x="1153027" y="2381281"/>
                  <a:pt x="1156709" y="2379602"/>
                  <a:pt x="1159596" y="2376244"/>
                </a:cubicBezTo>
                <a:cubicBezTo>
                  <a:pt x="1162482" y="2372886"/>
                  <a:pt x="1163926" y="2367613"/>
                  <a:pt x="1163926" y="2360426"/>
                </a:cubicBezTo>
                <a:cubicBezTo>
                  <a:pt x="1163926" y="2351059"/>
                  <a:pt x="1161893" y="2343725"/>
                  <a:pt x="1157828" y="2338423"/>
                </a:cubicBezTo>
                <a:cubicBezTo>
                  <a:pt x="1154824" y="2334535"/>
                  <a:pt x="1150965" y="2332591"/>
                  <a:pt x="1146252" y="2332591"/>
                </a:cubicBezTo>
                <a:close/>
                <a:moveTo>
                  <a:pt x="513198" y="2330735"/>
                </a:moveTo>
                <a:lnTo>
                  <a:pt x="541563" y="2330735"/>
                </a:lnTo>
                <a:lnTo>
                  <a:pt x="541563" y="2384904"/>
                </a:lnTo>
                <a:cubicBezTo>
                  <a:pt x="541563" y="2392444"/>
                  <a:pt x="542874" y="2397393"/>
                  <a:pt x="545496" y="2399749"/>
                </a:cubicBezTo>
                <a:cubicBezTo>
                  <a:pt x="548117" y="2402106"/>
                  <a:pt x="551284" y="2403284"/>
                  <a:pt x="554995" y="2403284"/>
                </a:cubicBezTo>
                <a:cubicBezTo>
                  <a:pt x="557528" y="2403284"/>
                  <a:pt x="560401" y="2402489"/>
                  <a:pt x="563611" y="2400898"/>
                </a:cubicBezTo>
                <a:cubicBezTo>
                  <a:pt x="566822" y="2399308"/>
                  <a:pt x="570636" y="2396274"/>
                  <a:pt x="575055" y="2391796"/>
                </a:cubicBezTo>
                <a:lnTo>
                  <a:pt x="575055" y="2345934"/>
                </a:lnTo>
                <a:cubicBezTo>
                  <a:pt x="575055" y="2341339"/>
                  <a:pt x="574215" y="2338231"/>
                  <a:pt x="572536" y="2336611"/>
                </a:cubicBezTo>
                <a:cubicBezTo>
                  <a:pt x="570857" y="2334991"/>
                  <a:pt x="567367" y="2334122"/>
                  <a:pt x="562065" y="2334005"/>
                </a:cubicBezTo>
                <a:lnTo>
                  <a:pt x="562065" y="2330735"/>
                </a:lnTo>
                <a:lnTo>
                  <a:pt x="589635" y="2330735"/>
                </a:lnTo>
                <a:lnTo>
                  <a:pt x="589635" y="2379778"/>
                </a:lnTo>
                <a:cubicBezTo>
                  <a:pt x="589635" y="2389145"/>
                  <a:pt x="589856" y="2394874"/>
                  <a:pt x="590298" y="2396966"/>
                </a:cubicBezTo>
                <a:cubicBezTo>
                  <a:pt x="590740" y="2399057"/>
                  <a:pt x="591447" y="2400515"/>
                  <a:pt x="592419" y="2401340"/>
                </a:cubicBezTo>
                <a:cubicBezTo>
                  <a:pt x="593391" y="2402165"/>
                  <a:pt x="594525" y="2402577"/>
                  <a:pt x="595821" y="2402577"/>
                </a:cubicBezTo>
                <a:cubicBezTo>
                  <a:pt x="597647" y="2402577"/>
                  <a:pt x="599709" y="2402076"/>
                  <a:pt x="602006" y="2401075"/>
                </a:cubicBezTo>
                <a:lnTo>
                  <a:pt x="603243" y="2404168"/>
                </a:lnTo>
                <a:lnTo>
                  <a:pt x="579031" y="2414153"/>
                </a:lnTo>
                <a:lnTo>
                  <a:pt x="575055" y="2414153"/>
                </a:lnTo>
                <a:lnTo>
                  <a:pt x="575055" y="2397010"/>
                </a:lnTo>
                <a:cubicBezTo>
                  <a:pt x="568103" y="2404551"/>
                  <a:pt x="562801" y="2409293"/>
                  <a:pt x="559149" y="2411237"/>
                </a:cubicBezTo>
                <a:cubicBezTo>
                  <a:pt x="555496" y="2413181"/>
                  <a:pt x="551638" y="2414153"/>
                  <a:pt x="547573" y="2414153"/>
                </a:cubicBezTo>
                <a:cubicBezTo>
                  <a:pt x="543037" y="2414153"/>
                  <a:pt x="539104" y="2412842"/>
                  <a:pt x="535776" y="2410221"/>
                </a:cubicBezTo>
                <a:cubicBezTo>
                  <a:pt x="532447" y="2407599"/>
                  <a:pt x="530135" y="2404227"/>
                  <a:pt x="528839" y="2400103"/>
                </a:cubicBezTo>
                <a:cubicBezTo>
                  <a:pt x="527543" y="2395979"/>
                  <a:pt x="526895" y="2390147"/>
                  <a:pt x="526895" y="2382606"/>
                </a:cubicBezTo>
                <a:lnTo>
                  <a:pt x="526895" y="2346464"/>
                </a:lnTo>
                <a:cubicBezTo>
                  <a:pt x="526895" y="2342635"/>
                  <a:pt x="526483" y="2339984"/>
                  <a:pt x="525658" y="2338511"/>
                </a:cubicBezTo>
                <a:cubicBezTo>
                  <a:pt x="524833" y="2337038"/>
                  <a:pt x="523610" y="2335904"/>
                  <a:pt x="521991" y="2335109"/>
                </a:cubicBezTo>
                <a:cubicBezTo>
                  <a:pt x="520370" y="2334314"/>
                  <a:pt x="517439" y="2333946"/>
                  <a:pt x="513198" y="2334005"/>
                </a:cubicBezTo>
                <a:close/>
                <a:moveTo>
                  <a:pt x="1147754" y="2328349"/>
                </a:moveTo>
                <a:cubicBezTo>
                  <a:pt x="1155472" y="2328349"/>
                  <a:pt x="1162158" y="2330234"/>
                  <a:pt x="1167814" y="2334005"/>
                </a:cubicBezTo>
                <a:lnTo>
                  <a:pt x="1184957" y="2334005"/>
                </a:lnTo>
                <a:cubicBezTo>
                  <a:pt x="1187490" y="2334005"/>
                  <a:pt x="1188963" y="2334078"/>
                  <a:pt x="1189375" y="2334225"/>
                </a:cubicBezTo>
                <a:cubicBezTo>
                  <a:pt x="1189788" y="2334373"/>
                  <a:pt x="1190082" y="2334623"/>
                  <a:pt x="1190259" y="2334977"/>
                </a:cubicBezTo>
                <a:cubicBezTo>
                  <a:pt x="1190612" y="2335507"/>
                  <a:pt x="1190789" y="2336449"/>
                  <a:pt x="1190789" y="2337804"/>
                </a:cubicBezTo>
                <a:cubicBezTo>
                  <a:pt x="1190789" y="2339336"/>
                  <a:pt x="1190642" y="2340396"/>
                  <a:pt x="1190347" y="2340986"/>
                </a:cubicBezTo>
                <a:cubicBezTo>
                  <a:pt x="1190171" y="2341280"/>
                  <a:pt x="1189861" y="2341516"/>
                  <a:pt x="1189419" y="2341692"/>
                </a:cubicBezTo>
                <a:cubicBezTo>
                  <a:pt x="1188977" y="2341869"/>
                  <a:pt x="1187490" y="2341958"/>
                  <a:pt x="1184957" y="2341958"/>
                </a:cubicBezTo>
                <a:lnTo>
                  <a:pt x="1174441" y="2341958"/>
                </a:lnTo>
                <a:cubicBezTo>
                  <a:pt x="1177740" y="2346199"/>
                  <a:pt x="1179390" y="2351619"/>
                  <a:pt x="1179390" y="2358217"/>
                </a:cubicBezTo>
                <a:cubicBezTo>
                  <a:pt x="1179390" y="2365758"/>
                  <a:pt x="1176503" y="2372208"/>
                  <a:pt x="1170730" y="2377569"/>
                </a:cubicBezTo>
                <a:cubicBezTo>
                  <a:pt x="1164957" y="2382930"/>
                  <a:pt x="1157210" y="2385611"/>
                  <a:pt x="1147489" y="2385611"/>
                </a:cubicBezTo>
                <a:cubicBezTo>
                  <a:pt x="1143483" y="2385611"/>
                  <a:pt x="1139389" y="2385022"/>
                  <a:pt x="1135207" y="2383843"/>
                </a:cubicBezTo>
                <a:cubicBezTo>
                  <a:pt x="1132614" y="2386082"/>
                  <a:pt x="1130862" y="2388041"/>
                  <a:pt x="1129949" y="2389720"/>
                </a:cubicBezTo>
                <a:cubicBezTo>
                  <a:pt x="1129036" y="2391399"/>
                  <a:pt x="1128579" y="2392827"/>
                  <a:pt x="1128579" y="2394006"/>
                </a:cubicBezTo>
                <a:cubicBezTo>
                  <a:pt x="1128579" y="2395007"/>
                  <a:pt x="1129065" y="2395979"/>
                  <a:pt x="1130037" y="2396922"/>
                </a:cubicBezTo>
                <a:cubicBezTo>
                  <a:pt x="1131009" y="2397864"/>
                  <a:pt x="1132909" y="2398542"/>
                  <a:pt x="1135736" y="2398954"/>
                </a:cubicBezTo>
                <a:cubicBezTo>
                  <a:pt x="1137386" y="2399190"/>
                  <a:pt x="1141510" y="2399396"/>
                  <a:pt x="1148108" y="2399573"/>
                </a:cubicBezTo>
                <a:cubicBezTo>
                  <a:pt x="1160244" y="2399867"/>
                  <a:pt x="1168108" y="2400280"/>
                  <a:pt x="1171702" y="2400810"/>
                </a:cubicBezTo>
                <a:cubicBezTo>
                  <a:pt x="1177181" y="2401576"/>
                  <a:pt x="1181555" y="2403608"/>
                  <a:pt x="1184825" y="2406907"/>
                </a:cubicBezTo>
                <a:cubicBezTo>
                  <a:pt x="1188094" y="2410206"/>
                  <a:pt x="1189729" y="2414271"/>
                  <a:pt x="1189729" y="2419102"/>
                </a:cubicBezTo>
                <a:cubicBezTo>
                  <a:pt x="1189729" y="2425759"/>
                  <a:pt x="1186607" y="2432003"/>
                  <a:pt x="1180362" y="2437835"/>
                </a:cubicBezTo>
                <a:cubicBezTo>
                  <a:pt x="1171172" y="2446436"/>
                  <a:pt x="1159183" y="2450737"/>
                  <a:pt x="1144397" y="2450737"/>
                </a:cubicBezTo>
                <a:cubicBezTo>
                  <a:pt x="1133027" y="2450737"/>
                  <a:pt x="1123424" y="2448174"/>
                  <a:pt x="1115589" y="2443049"/>
                </a:cubicBezTo>
                <a:cubicBezTo>
                  <a:pt x="1111171" y="2440103"/>
                  <a:pt x="1108962" y="2437040"/>
                  <a:pt x="1108962" y="2433859"/>
                </a:cubicBezTo>
                <a:cubicBezTo>
                  <a:pt x="1108962" y="2432445"/>
                  <a:pt x="1109285" y="2431031"/>
                  <a:pt x="1109934" y="2429617"/>
                </a:cubicBezTo>
                <a:cubicBezTo>
                  <a:pt x="1110935" y="2427438"/>
                  <a:pt x="1112997" y="2424404"/>
                  <a:pt x="1116119" y="2420516"/>
                </a:cubicBezTo>
                <a:cubicBezTo>
                  <a:pt x="1116532" y="2419985"/>
                  <a:pt x="1119537" y="2416804"/>
                  <a:pt x="1125132" y="2410972"/>
                </a:cubicBezTo>
                <a:cubicBezTo>
                  <a:pt x="1122069" y="2409146"/>
                  <a:pt x="1119904" y="2407511"/>
                  <a:pt x="1118638" y="2406068"/>
                </a:cubicBezTo>
                <a:cubicBezTo>
                  <a:pt x="1117371" y="2404624"/>
                  <a:pt x="1116738" y="2402989"/>
                  <a:pt x="1116738" y="2401163"/>
                </a:cubicBezTo>
                <a:cubicBezTo>
                  <a:pt x="1116738" y="2399101"/>
                  <a:pt x="1117577" y="2396686"/>
                  <a:pt x="1119256" y="2393917"/>
                </a:cubicBezTo>
                <a:cubicBezTo>
                  <a:pt x="1120935" y="2391148"/>
                  <a:pt x="1124809" y="2387231"/>
                  <a:pt x="1130876" y="2382164"/>
                </a:cubicBezTo>
                <a:cubicBezTo>
                  <a:pt x="1125928" y="2379749"/>
                  <a:pt x="1122128" y="2376376"/>
                  <a:pt x="1119477" y="2372046"/>
                </a:cubicBezTo>
                <a:cubicBezTo>
                  <a:pt x="1116826" y="2367716"/>
                  <a:pt x="1115501" y="2362930"/>
                  <a:pt x="1115501" y="2357687"/>
                </a:cubicBezTo>
                <a:cubicBezTo>
                  <a:pt x="1115501" y="2349675"/>
                  <a:pt x="1118520" y="2342782"/>
                  <a:pt x="1124558" y="2337009"/>
                </a:cubicBezTo>
                <a:cubicBezTo>
                  <a:pt x="1130597" y="2331236"/>
                  <a:pt x="1138329" y="2328349"/>
                  <a:pt x="1147754" y="2328349"/>
                </a:cubicBezTo>
                <a:close/>
                <a:moveTo>
                  <a:pt x="1009437" y="2328349"/>
                </a:moveTo>
                <a:lnTo>
                  <a:pt x="1013325" y="2328349"/>
                </a:lnTo>
                <a:lnTo>
                  <a:pt x="1013325" y="2393387"/>
                </a:lnTo>
                <a:cubicBezTo>
                  <a:pt x="1013325" y="2398453"/>
                  <a:pt x="1013694" y="2401826"/>
                  <a:pt x="1014430" y="2403505"/>
                </a:cubicBezTo>
                <a:cubicBezTo>
                  <a:pt x="1015166" y="2405184"/>
                  <a:pt x="1016256" y="2406436"/>
                  <a:pt x="1017700" y="2407261"/>
                </a:cubicBezTo>
                <a:lnTo>
                  <a:pt x="1023060" y="2408099"/>
                </a:lnTo>
                <a:lnTo>
                  <a:pt x="1030350" y="2405361"/>
                </a:lnTo>
                <a:cubicBezTo>
                  <a:pt x="1031794" y="2403269"/>
                  <a:pt x="1032515" y="2399278"/>
                  <a:pt x="1032515" y="2393387"/>
                </a:cubicBezTo>
                <a:lnTo>
                  <a:pt x="1032515" y="2363342"/>
                </a:lnTo>
                <a:cubicBezTo>
                  <a:pt x="1032515" y="2353622"/>
                  <a:pt x="1032294" y="2347701"/>
                  <a:pt x="1031853" y="2345581"/>
                </a:cubicBezTo>
                <a:cubicBezTo>
                  <a:pt x="1031410" y="2343460"/>
                  <a:pt x="1030733" y="2342016"/>
                  <a:pt x="1029820" y="2341251"/>
                </a:cubicBezTo>
                <a:cubicBezTo>
                  <a:pt x="1028907" y="2340485"/>
                  <a:pt x="1027685" y="2340102"/>
                  <a:pt x="1026153" y="2340102"/>
                </a:cubicBezTo>
                <a:cubicBezTo>
                  <a:pt x="1024503" y="2340102"/>
                  <a:pt x="1022530" y="2340544"/>
                  <a:pt x="1020232" y="2341427"/>
                </a:cubicBezTo>
                <a:lnTo>
                  <a:pt x="1018906" y="2338246"/>
                </a:lnTo>
                <a:lnTo>
                  <a:pt x="1043296" y="2328349"/>
                </a:lnTo>
                <a:lnTo>
                  <a:pt x="1047095" y="2328349"/>
                </a:lnTo>
                <a:lnTo>
                  <a:pt x="1047095" y="2345492"/>
                </a:lnTo>
                <a:cubicBezTo>
                  <a:pt x="1056581" y="2334063"/>
                  <a:pt x="1065623" y="2328349"/>
                  <a:pt x="1074224" y="2328349"/>
                </a:cubicBezTo>
                <a:cubicBezTo>
                  <a:pt x="1078643" y="2328349"/>
                  <a:pt x="1082442" y="2329454"/>
                  <a:pt x="1085624" y="2331663"/>
                </a:cubicBezTo>
                <a:cubicBezTo>
                  <a:pt x="1088805" y="2333872"/>
                  <a:pt x="1091338" y="2337510"/>
                  <a:pt x="1093223" y="2342576"/>
                </a:cubicBezTo>
                <a:cubicBezTo>
                  <a:pt x="1094519" y="2346111"/>
                  <a:pt x="1095167" y="2351531"/>
                  <a:pt x="1095167" y="2358836"/>
                </a:cubicBezTo>
                <a:lnTo>
                  <a:pt x="1095167" y="2393387"/>
                </a:lnTo>
                <a:cubicBezTo>
                  <a:pt x="1095167" y="2398512"/>
                  <a:pt x="1095580" y="2401988"/>
                  <a:pt x="1096404" y="2403814"/>
                </a:cubicBezTo>
                <a:cubicBezTo>
                  <a:pt x="1097052" y="2405287"/>
                  <a:pt x="1098098" y="2406436"/>
                  <a:pt x="1099541" y="2407261"/>
                </a:cubicBezTo>
                <a:cubicBezTo>
                  <a:pt x="1100984" y="2408085"/>
                  <a:pt x="1103650" y="2408498"/>
                  <a:pt x="1107539" y="2408498"/>
                </a:cubicBezTo>
                <a:lnTo>
                  <a:pt x="1107539" y="2411679"/>
                </a:lnTo>
                <a:lnTo>
                  <a:pt x="1067508" y="2411679"/>
                </a:lnTo>
                <a:lnTo>
                  <a:pt x="1067508" y="2408498"/>
                </a:lnTo>
                <a:lnTo>
                  <a:pt x="1069187" y="2408498"/>
                </a:lnTo>
                <a:cubicBezTo>
                  <a:pt x="1072957" y="2408498"/>
                  <a:pt x="1075594" y="2407923"/>
                  <a:pt x="1077096" y="2406775"/>
                </a:cubicBezTo>
                <a:cubicBezTo>
                  <a:pt x="1078598" y="2405626"/>
                  <a:pt x="1079644" y="2403932"/>
                  <a:pt x="1080233" y="2401693"/>
                </a:cubicBezTo>
                <a:cubicBezTo>
                  <a:pt x="1080468" y="2400810"/>
                  <a:pt x="1080587" y="2398041"/>
                  <a:pt x="1080587" y="2393387"/>
                </a:cubicBezTo>
                <a:lnTo>
                  <a:pt x="1080587" y="2360249"/>
                </a:lnTo>
                <a:cubicBezTo>
                  <a:pt x="1080587" y="2352886"/>
                  <a:pt x="1079629" y="2347539"/>
                  <a:pt x="1077714" y="2344211"/>
                </a:cubicBezTo>
                <a:cubicBezTo>
                  <a:pt x="1075800" y="2340882"/>
                  <a:pt x="1072575" y="2339218"/>
                  <a:pt x="1068038" y="2339218"/>
                </a:cubicBezTo>
                <a:cubicBezTo>
                  <a:pt x="1061028" y="2339218"/>
                  <a:pt x="1054047" y="2343047"/>
                  <a:pt x="1047095" y="2350706"/>
                </a:cubicBezTo>
                <a:lnTo>
                  <a:pt x="1047095" y="2393387"/>
                </a:lnTo>
                <a:cubicBezTo>
                  <a:pt x="1047095" y="2398866"/>
                  <a:pt x="1047419" y="2402253"/>
                  <a:pt x="1048068" y="2403549"/>
                </a:cubicBezTo>
                <a:cubicBezTo>
                  <a:pt x="1048892" y="2405258"/>
                  <a:pt x="1050026" y="2406509"/>
                  <a:pt x="1051470" y="2407305"/>
                </a:cubicBezTo>
                <a:cubicBezTo>
                  <a:pt x="1052913" y="2408100"/>
                  <a:pt x="1055844" y="2408498"/>
                  <a:pt x="1060263" y="2408498"/>
                </a:cubicBezTo>
                <a:lnTo>
                  <a:pt x="1060263" y="2411679"/>
                </a:lnTo>
                <a:lnTo>
                  <a:pt x="1025608" y="2411679"/>
                </a:lnTo>
                <a:lnTo>
                  <a:pt x="1020232" y="2411679"/>
                </a:lnTo>
                <a:lnTo>
                  <a:pt x="986285" y="2411679"/>
                </a:lnTo>
                <a:lnTo>
                  <a:pt x="986285" y="2408498"/>
                </a:lnTo>
                <a:cubicBezTo>
                  <a:pt x="990233" y="2408498"/>
                  <a:pt x="992883" y="2408115"/>
                  <a:pt x="994238" y="2407349"/>
                </a:cubicBezTo>
                <a:cubicBezTo>
                  <a:pt x="995593" y="2406583"/>
                  <a:pt x="996669" y="2405316"/>
                  <a:pt x="997464" y="2403549"/>
                </a:cubicBezTo>
                <a:cubicBezTo>
                  <a:pt x="998259" y="2401782"/>
                  <a:pt x="998657" y="2398394"/>
                  <a:pt x="998657" y="2393387"/>
                </a:cubicBezTo>
                <a:lnTo>
                  <a:pt x="998657" y="2362194"/>
                </a:lnTo>
                <a:cubicBezTo>
                  <a:pt x="998657" y="2353416"/>
                  <a:pt x="998391" y="2347731"/>
                  <a:pt x="997861" y="2345139"/>
                </a:cubicBezTo>
                <a:cubicBezTo>
                  <a:pt x="997449" y="2343254"/>
                  <a:pt x="996801" y="2341943"/>
                  <a:pt x="995917" y="2341206"/>
                </a:cubicBezTo>
                <a:cubicBezTo>
                  <a:pt x="995033" y="2340470"/>
                  <a:pt x="993826" y="2340102"/>
                  <a:pt x="992294" y="2340102"/>
                </a:cubicBezTo>
                <a:cubicBezTo>
                  <a:pt x="990645" y="2340102"/>
                  <a:pt x="988642" y="2340544"/>
                  <a:pt x="986285" y="2341427"/>
                </a:cubicBezTo>
                <a:lnTo>
                  <a:pt x="985048" y="2338246"/>
                </a:lnTo>
                <a:close/>
                <a:moveTo>
                  <a:pt x="936949" y="2328349"/>
                </a:moveTo>
                <a:cubicBezTo>
                  <a:pt x="940130" y="2328349"/>
                  <a:pt x="943989" y="2329027"/>
                  <a:pt x="948525" y="2330382"/>
                </a:cubicBezTo>
                <a:cubicBezTo>
                  <a:pt x="951530" y="2331265"/>
                  <a:pt x="953532" y="2331707"/>
                  <a:pt x="954534" y="2331707"/>
                </a:cubicBezTo>
                <a:cubicBezTo>
                  <a:pt x="955476" y="2331707"/>
                  <a:pt x="956213" y="2331501"/>
                  <a:pt x="956743" y="2331088"/>
                </a:cubicBezTo>
                <a:cubicBezTo>
                  <a:pt x="957273" y="2330676"/>
                  <a:pt x="957892" y="2329763"/>
                  <a:pt x="958599" y="2328349"/>
                </a:cubicBezTo>
                <a:lnTo>
                  <a:pt x="961515" y="2328349"/>
                </a:lnTo>
                <a:lnTo>
                  <a:pt x="961515" y="2355919"/>
                </a:lnTo>
                <a:lnTo>
                  <a:pt x="958599" y="2355919"/>
                </a:lnTo>
                <a:cubicBezTo>
                  <a:pt x="956360" y="2347260"/>
                  <a:pt x="953488" y="2341368"/>
                  <a:pt x="949983" y="2338246"/>
                </a:cubicBezTo>
                <a:cubicBezTo>
                  <a:pt x="946478" y="2335124"/>
                  <a:pt x="942015" y="2333563"/>
                  <a:pt x="936595" y="2333563"/>
                </a:cubicBezTo>
                <a:cubicBezTo>
                  <a:pt x="932471" y="2333563"/>
                  <a:pt x="929143" y="2334653"/>
                  <a:pt x="926610" y="2336832"/>
                </a:cubicBezTo>
                <a:cubicBezTo>
                  <a:pt x="924077" y="2339012"/>
                  <a:pt x="922810" y="2341427"/>
                  <a:pt x="922810" y="2344078"/>
                </a:cubicBezTo>
                <a:cubicBezTo>
                  <a:pt x="922810" y="2347377"/>
                  <a:pt x="923753" y="2350205"/>
                  <a:pt x="925638" y="2352562"/>
                </a:cubicBezTo>
                <a:cubicBezTo>
                  <a:pt x="927464" y="2354977"/>
                  <a:pt x="931175" y="2357540"/>
                  <a:pt x="936772" y="2360249"/>
                </a:cubicBezTo>
                <a:lnTo>
                  <a:pt x="949674" y="2366523"/>
                </a:lnTo>
                <a:cubicBezTo>
                  <a:pt x="961633" y="2372356"/>
                  <a:pt x="967612" y="2380044"/>
                  <a:pt x="967612" y="2389587"/>
                </a:cubicBezTo>
                <a:cubicBezTo>
                  <a:pt x="967612" y="2396951"/>
                  <a:pt x="964829" y="2402886"/>
                  <a:pt x="959261" y="2407393"/>
                </a:cubicBezTo>
                <a:cubicBezTo>
                  <a:pt x="953694" y="2411900"/>
                  <a:pt x="947464" y="2414153"/>
                  <a:pt x="940572" y="2414153"/>
                </a:cubicBezTo>
                <a:cubicBezTo>
                  <a:pt x="935623" y="2414153"/>
                  <a:pt x="929968" y="2413269"/>
                  <a:pt x="923605" y="2411502"/>
                </a:cubicBezTo>
                <a:cubicBezTo>
                  <a:pt x="921661" y="2410913"/>
                  <a:pt x="920071" y="2410618"/>
                  <a:pt x="918834" y="2410618"/>
                </a:cubicBezTo>
                <a:cubicBezTo>
                  <a:pt x="917479" y="2410618"/>
                  <a:pt x="916418" y="2411384"/>
                  <a:pt x="915652" y="2412916"/>
                </a:cubicBezTo>
                <a:lnTo>
                  <a:pt x="912736" y="2412916"/>
                </a:lnTo>
                <a:lnTo>
                  <a:pt x="912736" y="2384020"/>
                </a:lnTo>
                <a:lnTo>
                  <a:pt x="915652" y="2384020"/>
                </a:lnTo>
                <a:cubicBezTo>
                  <a:pt x="917302" y="2392268"/>
                  <a:pt x="920454" y="2398483"/>
                  <a:pt x="925108" y="2402665"/>
                </a:cubicBezTo>
                <a:cubicBezTo>
                  <a:pt x="929762" y="2406848"/>
                  <a:pt x="934975" y="2408940"/>
                  <a:pt x="940749" y="2408940"/>
                </a:cubicBezTo>
                <a:cubicBezTo>
                  <a:pt x="944813" y="2408940"/>
                  <a:pt x="948127" y="2407747"/>
                  <a:pt x="950690" y="2405361"/>
                </a:cubicBezTo>
                <a:cubicBezTo>
                  <a:pt x="953253" y="2402975"/>
                  <a:pt x="954534" y="2400103"/>
                  <a:pt x="954534" y="2396745"/>
                </a:cubicBezTo>
                <a:cubicBezTo>
                  <a:pt x="954534" y="2392680"/>
                  <a:pt x="953105" y="2389263"/>
                  <a:pt x="950248" y="2386494"/>
                </a:cubicBezTo>
                <a:cubicBezTo>
                  <a:pt x="947391" y="2383725"/>
                  <a:pt x="941691" y="2380220"/>
                  <a:pt x="933149" y="2375979"/>
                </a:cubicBezTo>
                <a:cubicBezTo>
                  <a:pt x="924607" y="2371737"/>
                  <a:pt x="919010" y="2367908"/>
                  <a:pt x="916359" y="2364491"/>
                </a:cubicBezTo>
                <a:cubicBezTo>
                  <a:pt x="913708" y="2361133"/>
                  <a:pt x="912383" y="2356892"/>
                  <a:pt x="912383" y="2351766"/>
                </a:cubicBezTo>
                <a:cubicBezTo>
                  <a:pt x="912383" y="2345109"/>
                  <a:pt x="914666" y="2339542"/>
                  <a:pt x="919232" y="2335065"/>
                </a:cubicBezTo>
                <a:cubicBezTo>
                  <a:pt x="923797" y="2330588"/>
                  <a:pt x="929703" y="2328349"/>
                  <a:pt x="936949" y="2328349"/>
                </a:cubicBezTo>
                <a:close/>
                <a:moveTo>
                  <a:pt x="866493" y="2328349"/>
                </a:moveTo>
                <a:cubicBezTo>
                  <a:pt x="873680" y="2328349"/>
                  <a:pt x="879571" y="2329557"/>
                  <a:pt x="884166" y="2331972"/>
                </a:cubicBezTo>
                <a:cubicBezTo>
                  <a:pt x="887642" y="2333798"/>
                  <a:pt x="890204" y="2336656"/>
                  <a:pt x="891854" y="2340544"/>
                </a:cubicBezTo>
                <a:cubicBezTo>
                  <a:pt x="892914" y="2343077"/>
                  <a:pt x="893444" y="2348261"/>
                  <a:pt x="893444" y="2356096"/>
                </a:cubicBezTo>
                <a:lnTo>
                  <a:pt x="893444" y="2383578"/>
                </a:lnTo>
                <a:cubicBezTo>
                  <a:pt x="893444" y="2391296"/>
                  <a:pt x="893592" y="2396023"/>
                  <a:pt x="893887" y="2397761"/>
                </a:cubicBezTo>
                <a:cubicBezTo>
                  <a:pt x="894181" y="2399499"/>
                  <a:pt x="894667" y="2400662"/>
                  <a:pt x="895345" y="2401252"/>
                </a:cubicBezTo>
                <a:cubicBezTo>
                  <a:pt x="896022" y="2401841"/>
                  <a:pt x="896803" y="2402135"/>
                  <a:pt x="897686" y="2402135"/>
                </a:cubicBezTo>
                <a:cubicBezTo>
                  <a:pt x="898629" y="2402135"/>
                  <a:pt x="899453" y="2401929"/>
                  <a:pt x="900161" y="2401517"/>
                </a:cubicBezTo>
                <a:cubicBezTo>
                  <a:pt x="901397" y="2400751"/>
                  <a:pt x="903783" y="2398601"/>
                  <a:pt x="907318" y="2395066"/>
                </a:cubicBezTo>
                <a:lnTo>
                  <a:pt x="907318" y="2400014"/>
                </a:lnTo>
                <a:cubicBezTo>
                  <a:pt x="900720" y="2408851"/>
                  <a:pt x="894417" y="2413269"/>
                  <a:pt x="888408" y="2413269"/>
                </a:cubicBezTo>
                <a:cubicBezTo>
                  <a:pt x="885521" y="2413269"/>
                  <a:pt x="883224" y="2412268"/>
                  <a:pt x="881515" y="2410265"/>
                </a:cubicBezTo>
                <a:cubicBezTo>
                  <a:pt x="879806" y="2408262"/>
                  <a:pt x="878923" y="2404845"/>
                  <a:pt x="878864" y="2400014"/>
                </a:cubicBezTo>
                <a:cubicBezTo>
                  <a:pt x="870557" y="2406436"/>
                  <a:pt x="865344" y="2410147"/>
                  <a:pt x="863223" y="2411149"/>
                </a:cubicBezTo>
                <a:cubicBezTo>
                  <a:pt x="860042" y="2412621"/>
                  <a:pt x="856655" y="2413358"/>
                  <a:pt x="853061" y="2413358"/>
                </a:cubicBezTo>
                <a:cubicBezTo>
                  <a:pt x="847464" y="2413358"/>
                  <a:pt x="842855" y="2411443"/>
                  <a:pt x="839231" y="2407614"/>
                </a:cubicBezTo>
                <a:cubicBezTo>
                  <a:pt x="835609" y="2403785"/>
                  <a:pt x="833797" y="2398748"/>
                  <a:pt x="833797" y="2392503"/>
                </a:cubicBezTo>
                <a:cubicBezTo>
                  <a:pt x="833797" y="2388556"/>
                  <a:pt x="834680" y="2385139"/>
                  <a:pt x="836448" y="2382253"/>
                </a:cubicBezTo>
                <a:cubicBezTo>
                  <a:pt x="838863" y="2378247"/>
                  <a:pt x="843060" y="2374476"/>
                  <a:pt x="849040" y="2370942"/>
                </a:cubicBezTo>
                <a:cubicBezTo>
                  <a:pt x="855020" y="2367407"/>
                  <a:pt x="864961" y="2363107"/>
                  <a:pt x="878864" y="2358040"/>
                </a:cubicBezTo>
                <a:lnTo>
                  <a:pt x="878864" y="2354859"/>
                </a:lnTo>
                <a:cubicBezTo>
                  <a:pt x="878864" y="2346788"/>
                  <a:pt x="877583" y="2341251"/>
                  <a:pt x="875020" y="2338246"/>
                </a:cubicBezTo>
                <a:cubicBezTo>
                  <a:pt x="872458" y="2335242"/>
                  <a:pt x="868731" y="2333739"/>
                  <a:pt x="863841" y="2333739"/>
                </a:cubicBezTo>
                <a:cubicBezTo>
                  <a:pt x="860130" y="2333739"/>
                  <a:pt x="857185" y="2334741"/>
                  <a:pt x="855005" y="2336744"/>
                </a:cubicBezTo>
                <a:cubicBezTo>
                  <a:pt x="852766" y="2338747"/>
                  <a:pt x="851647" y="2341044"/>
                  <a:pt x="851647" y="2343637"/>
                </a:cubicBezTo>
                <a:lnTo>
                  <a:pt x="851824" y="2348762"/>
                </a:lnTo>
                <a:cubicBezTo>
                  <a:pt x="851824" y="2351472"/>
                  <a:pt x="851131" y="2353563"/>
                  <a:pt x="849747" y="2355036"/>
                </a:cubicBezTo>
                <a:cubicBezTo>
                  <a:pt x="848363" y="2356509"/>
                  <a:pt x="846551" y="2357245"/>
                  <a:pt x="844313" y="2357245"/>
                </a:cubicBezTo>
                <a:cubicBezTo>
                  <a:pt x="842133" y="2357245"/>
                  <a:pt x="840351" y="2356479"/>
                  <a:pt x="838966" y="2354947"/>
                </a:cubicBezTo>
                <a:cubicBezTo>
                  <a:pt x="837582" y="2353416"/>
                  <a:pt x="836890" y="2351324"/>
                  <a:pt x="836890" y="2348673"/>
                </a:cubicBezTo>
                <a:cubicBezTo>
                  <a:pt x="836890" y="2343607"/>
                  <a:pt x="839482" y="2338953"/>
                  <a:pt x="844666" y="2334711"/>
                </a:cubicBezTo>
                <a:cubicBezTo>
                  <a:pt x="849850" y="2330470"/>
                  <a:pt x="857126" y="2328349"/>
                  <a:pt x="866493" y="2328349"/>
                </a:cubicBezTo>
                <a:close/>
                <a:moveTo>
                  <a:pt x="700698" y="2328349"/>
                </a:moveTo>
                <a:cubicBezTo>
                  <a:pt x="708651" y="2328349"/>
                  <a:pt x="715191" y="2330455"/>
                  <a:pt x="720315" y="2334667"/>
                </a:cubicBezTo>
                <a:cubicBezTo>
                  <a:pt x="725441" y="2338879"/>
                  <a:pt x="728004" y="2343254"/>
                  <a:pt x="728004" y="2347790"/>
                </a:cubicBezTo>
                <a:cubicBezTo>
                  <a:pt x="728004" y="2350028"/>
                  <a:pt x="727282" y="2351840"/>
                  <a:pt x="725839" y="2353224"/>
                </a:cubicBezTo>
                <a:cubicBezTo>
                  <a:pt x="724395" y="2354609"/>
                  <a:pt x="722378" y="2355301"/>
                  <a:pt x="719785" y="2355301"/>
                </a:cubicBezTo>
                <a:cubicBezTo>
                  <a:pt x="716310" y="2355301"/>
                  <a:pt x="713688" y="2354182"/>
                  <a:pt x="711921" y="2351943"/>
                </a:cubicBezTo>
                <a:cubicBezTo>
                  <a:pt x="710919" y="2350706"/>
                  <a:pt x="710256" y="2348349"/>
                  <a:pt x="709932" y="2344874"/>
                </a:cubicBezTo>
                <a:cubicBezTo>
                  <a:pt x="709608" y="2341398"/>
                  <a:pt x="708416" y="2338747"/>
                  <a:pt x="706354" y="2336921"/>
                </a:cubicBezTo>
                <a:cubicBezTo>
                  <a:pt x="704292" y="2335153"/>
                  <a:pt x="701434" y="2334270"/>
                  <a:pt x="697782" y="2334270"/>
                </a:cubicBezTo>
                <a:cubicBezTo>
                  <a:pt x="691891" y="2334270"/>
                  <a:pt x="687149" y="2336449"/>
                  <a:pt x="683555" y="2340809"/>
                </a:cubicBezTo>
                <a:cubicBezTo>
                  <a:pt x="678783" y="2346582"/>
                  <a:pt x="676397" y="2354211"/>
                  <a:pt x="676397" y="2363696"/>
                </a:cubicBezTo>
                <a:cubicBezTo>
                  <a:pt x="676397" y="2373357"/>
                  <a:pt x="678768" y="2381885"/>
                  <a:pt x="683511" y="2389278"/>
                </a:cubicBezTo>
                <a:cubicBezTo>
                  <a:pt x="688253" y="2396671"/>
                  <a:pt x="694660" y="2400368"/>
                  <a:pt x="702731" y="2400368"/>
                </a:cubicBezTo>
                <a:cubicBezTo>
                  <a:pt x="708503" y="2400368"/>
                  <a:pt x="713688" y="2398394"/>
                  <a:pt x="718283" y="2394447"/>
                </a:cubicBezTo>
                <a:cubicBezTo>
                  <a:pt x="721523" y="2391737"/>
                  <a:pt x="724675" y="2386818"/>
                  <a:pt x="727738" y="2379690"/>
                </a:cubicBezTo>
                <a:lnTo>
                  <a:pt x="730301" y="2380927"/>
                </a:lnTo>
                <a:cubicBezTo>
                  <a:pt x="728121" y="2391590"/>
                  <a:pt x="723850" y="2399794"/>
                  <a:pt x="717488" y="2405537"/>
                </a:cubicBezTo>
                <a:cubicBezTo>
                  <a:pt x="711126" y="2411281"/>
                  <a:pt x="704085" y="2414153"/>
                  <a:pt x="696368" y="2414153"/>
                </a:cubicBezTo>
                <a:cubicBezTo>
                  <a:pt x="687178" y="2414153"/>
                  <a:pt x="679166" y="2410294"/>
                  <a:pt x="672332" y="2402577"/>
                </a:cubicBezTo>
                <a:cubicBezTo>
                  <a:pt x="665499" y="2394860"/>
                  <a:pt x="662082" y="2384432"/>
                  <a:pt x="662082" y="2371295"/>
                </a:cubicBezTo>
                <a:cubicBezTo>
                  <a:pt x="662082" y="2358570"/>
                  <a:pt x="665867" y="2348232"/>
                  <a:pt x="673437" y="2340279"/>
                </a:cubicBezTo>
                <a:cubicBezTo>
                  <a:pt x="681007" y="2332326"/>
                  <a:pt x="690095" y="2328349"/>
                  <a:pt x="700698" y="2328349"/>
                </a:cubicBezTo>
                <a:close/>
                <a:moveTo>
                  <a:pt x="624373" y="2328349"/>
                </a:moveTo>
                <a:lnTo>
                  <a:pt x="628084" y="2328349"/>
                </a:lnTo>
                <a:lnTo>
                  <a:pt x="628084" y="2346553"/>
                </a:lnTo>
                <a:cubicBezTo>
                  <a:pt x="634859" y="2334417"/>
                  <a:pt x="641810" y="2328349"/>
                  <a:pt x="648938" y="2328349"/>
                </a:cubicBezTo>
                <a:cubicBezTo>
                  <a:pt x="652179" y="2328349"/>
                  <a:pt x="654859" y="2329336"/>
                  <a:pt x="656980" y="2331309"/>
                </a:cubicBezTo>
                <a:cubicBezTo>
                  <a:pt x="659101" y="2333283"/>
                  <a:pt x="660161" y="2335566"/>
                  <a:pt x="660161" y="2338158"/>
                </a:cubicBezTo>
                <a:cubicBezTo>
                  <a:pt x="660161" y="2340455"/>
                  <a:pt x="659395" y="2342399"/>
                  <a:pt x="657864" y="2343990"/>
                </a:cubicBezTo>
                <a:cubicBezTo>
                  <a:pt x="656332" y="2345581"/>
                  <a:pt x="654506" y="2346376"/>
                  <a:pt x="652385" y="2346376"/>
                </a:cubicBezTo>
                <a:cubicBezTo>
                  <a:pt x="650323" y="2346376"/>
                  <a:pt x="648011" y="2345360"/>
                  <a:pt x="645448" y="2343327"/>
                </a:cubicBezTo>
                <a:cubicBezTo>
                  <a:pt x="642885" y="2341295"/>
                  <a:pt x="640986" y="2340279"/>
                  <a:pt x="639749" y="2340279"/>
                </a:cubicBezTo>
                <a:cubicBezTo>
                  <a:pt x="638688" y="2340279"/>
                  <a:pt x="637539" y="2340868"/>
                  <a:pt x="636302" y="2342046"/>
                </a:cubicBezTo>
                <a:cubicBezTo>
                  <a:pt x="633651" y="2344461"/>
                  <a:pt x="630912" y="2348438"/>
                  <a:pt x="628084" y="2353975"/>
                </a:cubicBezTo>
                <a:lnTo>
                  <a:pt x="628084" y="2392768"/>
                </a:lnTo>
                <a:cubicBezTo>
                  <a:pt x="628084" y="2397246"/>
                  <a:pt x="628644" y="2400633"/>
                  <a:pt x="629763" y="2402931"/>
                </a:cubicBezTo>
                <a:cubicBezTo>
                  <a:pt x="630529" y="2404521"/>
                  <a:pt x="631884" y="2405847"/>
                  <a:pt x="633828" y="2406907"/>
                </a:cubicBezTo>
                <a:cubicBezTo>
                  <a:pt x="635772" y="2407967"/>
                  <a:pt x="638570" y="2408498"/>
                  <a:pt x="642222" y="2408498"/>
                </a:cubicBezTo>
                <a:lnTo>
                  <a:pt x="642222" y="2411679"/>
                </a:lnTo>
                <a:lnTo>
                  <a:pt x="600779" y="2411679"/>
                </a:lnTo>
                <a:lnTo>
                  <a:pt x="600779" y="2408498"/>
                </a:lnTo>
                <a:cubicBezTo>
                  <a:pt x="604902" y="2408498"/>
                  <a:pt x="607966" y="2407850"/>
                  <a:pt x="609969" y="2406554"/>
                </a:cubicBezTo>
                <a:cubicBezTo>
                  <a:pt x="611442" y="2405611"/>
                  <a:pt x="612472" y="2404109"/>
                  <a:pt x="613062" y="2402047"/>
                </a:cubicBezTo>
                <a:cubicBezTo>
                  <a:pt x="613356" y="2401045"/>
                  <a:pt x="613504" y="2398188"/>
                  <a:pt x="613504" y="2393475"/>
                </a:cubicBezTo>
                <a:lnTo>
                  <a:pt x="613504" y="2362105"/>
                </a:lnTo>
                <a:cubicBezTo>
                  <a:pt x="613504" y="2352679"/>
                  <a:pt x="613312" y="2347068"/>
                  <a:pt x="612929" y="2345271"/>
                </a:cubicBezTo>
                <a:cubicBezTo>
                  <a:pt x="612547" y="2343474"/>
                  <a:pt x="611839" y="2342164"/>
                  <a:pt x="610808" y="2341339"/>
                </a:cubicBezTo>
                <a:cubicBezTo>
                  <a:pt x="609777" y="2340514"/>
                  <a:pt x="608496" y="2340102"/>
                  <a:pt x="606964" y="2340102"/>
                </a:cubicBezTo>
                <a:cubicBezTo>
                  <a:pt x="605138" y="2340102"/>
                  <a:pt x="603076" y="2340544"/>
                  <a:pt x="600779" y="2341427"/>
                </a:cubicBezTo>
                <a:lnTo>
                  <a:pt x="599895" y="2338246"/>
                </a:lnTo>
                <a:close/>
                <a:moveTo>
                  <a:pt x="471764" y="2328349"/>
                </a:moveTo>
                <a:cubicBezTo>
                  <a:pt x="479893" y="2328349"/>
                  <a:pt x="486668" y="2331530"/>
                  <a:pt x="492088" y="2337893"/>
                </a:cubicBezTo>
                <a:cubicBezTo>
                  <a:pt x="498744" y="2345669"/>
                  <a:pt x="502073" y="2355802"/>
                  <a:pt x="502073" y="2368291"/>
                </a:cubicBezTo>
                <a:cubicBezTo>
                  <a:pt x="502073" y="2382253"/>
                  <a:pt x="498067" y="2393799"/>
                  <a:pt x="490055" y="2402931"/>
                </a:cubicBezTo>
                <a:cubicBezTo>
                  <a:pt x="483457" y="2410412"/>
                  <a:pt x="475151" y="2414153"/>
                  <a:pt x="465136" y="2414153"/>
                </a:cubicBezTo>
                <a:cubicBezTo>
                  <a:pt x="460776" y="2414153"/>
                  <a:pt x="457006" y="2413535"/>
                  <a:pt x="453825" y="2412297"/>
                </a:cubicBezTo>
                <a:cubicBezTo>
                  <a:pt x="451468" y="2411414"/>
                  <a:pt x="448818" y="2409646"/>
                  <a:pt x="445872" y="2406995"/>
                </a:cubicBezTo>
                <a:lnTo>
                  <a:pt x="445872" y="2431650"/>
                </a:lnTo>
                <a:cubicBezTo>
                  <a:pt x="445872" y="2437187"/>
                  <a:pt x="446211" y="2440707"/>
                  <a:pt x="446888" y="2442210"/>
                </a:cubicBezTo>
                <a:cubicBezTo>
                  <a:pt x="447566" y="2443712"/>
                  <a:pt x="448744" y="2444905"/>
                  <a:pt x="450423" y="2445788"/>
                </a:cubicBezTo>
                <a:cubicBezTo>
                  <a:pt x="452102" y="2446672"/>
                  <a:pt x="455150" y="2447114"/>
                  <a:pt x="459569" y="2447114"/>
                </a:cubicBezTo>
                <a:lnTo>
                  <a:pt x="459569" y="2450383"/>
                </a:lnTo>
                <a:lnTo>
                  <a:pt x="417153" y="2450383"/>
                </a:lnTo>
                <a:lnTo>
                  <a:pt x="417153" y="2447114"/>
                </a:lnTo>
                <a:lnTo>
                  <a:pt x="419362" y="2447114"/>
                </a:lnTo>
                <a:cubicBezTo>
                  <a:pt x="422602" y="2447173"/>
                  <a:pt x="425371" y="2446554"/>
                  <a:pt x="427669" y="2445258"/>
                </a:cubicBezTo>
                <a:cubicBezTo>
                  <a:pt x="428787" y="2444610"/>
                  <a:pt x="429657" y="2443564"/>
                  <a:pt x="430275" y="2442121"/>
                </a:cubicBezTo>
                <a:cubicBezTo>
                  <a:pt x="430894" y="2440678"/>
                  <a:pt x="431203" y="2437011"/>
                  <a:pt x="431203" y="2431120"/>
                </a:cubicBezTo>
                <a:lnTo>
                  <a:pt x="431203" y="2354594"/>
                </a:lnTo>
                <a:cubicBezTo>
                  <a:pt x="431203" y="2349351"/>
                  <a:pt x="430967" y="2346022"/>
                  <a:pt x="430496" y="2344609"/>
                </a:cubicBezTo>
                <a:cubicBezTo>
                  <a:pt x="430025" y="2343195"/>
                  <a:pt x="429274" y="2342134"/>
                  <a:pt x="428243" y="2341427"/>
                </a:cubicBezTo>
                <a:cubicBezTo>
                  <a:pt x="427212" y="2340720"/>
                  <a:pt x="425813" y="2340367"/>
                  <a:pt x="424045" y="2340367"/>
                </a:cubicBezTo>
                <a:cubicBezTo>
                  <a:pt x="422632" y="2340367"/>
                  <a:pt x="420835" y="2340779"/>
                  <a:pt x="418655" y="2341604"/>
                </a:cubicBezTo>
                <a:lnTo>
                  <a:pt x="417594" y="2338776"/>
                </a:lnTo>
                <a:lnTo>
                  <a:pt x="442514" y="2328703"/>
                </a:lnTo>
                <a:lnTo>
                  <a:pt x="445872" y="2328703"/>
                </a:lnTo>
                <a:lnTo>
                  <a:pt x="445872" y="2347613"/>
                </a:lnTo>
                <a:cubicBezTo>
                  <a:pt x="450055" y="2340485"/>
                  <a:pt x="454252" y="2335492"/>
                  <a:pt x="458464" y="2332635"/>
                </a:cubicBezTo>
                <a:cubicBezTo>
                  <a:pt x="462676" y="2329778"/>
                  <a:pt x="467109" y="2328349"/>
                  <a:pt x="471764" y="2328349"/>
                </a:cubicBezTo>
                <a:close/>
                <a:moveTo>
                  <a:pt x="1005991" y="2286021"/>
                </a:moveTo>
                <a:cubicBezTo>
                  <a:pt x="1008465" y="2286021"/>
                  <a:pt x="1010571" y="2286890"/>
                  <a:pt x="1012309" y="2288628"/>
                </a:cubicBezTo>
                <a:cubicBezTo>
                  <a:pt x="1014047" y="2290366"/>
                  <a:pt x="1014916" y="2292472"/>
                  <a:pt x="1014916" y="2294946"/>
                </a:cubicBezTo>
                <a:cubicBezTo>
                  <a:pt x="1014916" y="2297421"/>
                  <a:pt x="1014047" y="2299542"/>
                  <a:pt x="1012309" y="2301309"/>
                </a:cubicBezTo>
                <a:cubicBezTo>
                  <a:pt x="1010571" y="2303076"/>
                  <a:pt x="1008465" y="2303960"/>
                  <a:pt x="1005991" y="2303960"/>
                </a:cubicBezTo>
                <a:cubicBezTo>
                  <a:pt x="1003517" y="2303960"/>
                  <a:pt x="1001396" y="2303076"/>
                  <a:pt x="999629" y="2301309"/>
                </a:cubicBezTo>
                <a:cubicBezTo>
                  <a:pt x="997861" y="2299542"/>
                  <a:pt x="996978" y="2297421"/>
                  <a:pt x="996978" y="2294946"/>
                </a:cubicBezTo>
                <a:cubicBezTo>
                  <a:pt x="996978" y="2292472"/>
                  <a:pt x="997847" y="2290366"/>
                  <a:pt x="999585" y="2288628"/>
                </a:cubicBezTo>
                <a:cubicBezTo>
                  <a:pt x="1001322" y="2286890"/>
                  <a:pt x="1003458" y="2286021"/>
                  <a:pt x="1005991" y="2286021"/>
                </a:cubicBezTo>
                <a:close/>
                <a:moveTo>
                  <a:pt x="766983" y="2286021"/>
                </a:moveTo>
                <a:lnTo>
                  <a:pt x="771048" y="2286021"/>
                </a:lnTo>
                <a:lnTo>
                  <a:pt x="771048" y="2345227"/>
                </a:lnTo>
                <a:cubicBezTo>
                  <a:pt x="777587" y="2338040"/>
                  <a:pt x="782771" y="2333430"/>
                  <a:pt x="786600" y="2331398"/>
                </a:cubicBezTo>
                <a:cubicBezTo>
                  <a:pt x="790429" y="2329365"/>
                  <a:pt x="794258" y="2328349"/>
                  <a:pt x="798087" y="2328349"/>
                </a:cubicBezTo>
                <a:cubicBezTo>
                  <a:pt x="802683" y="2328349"/>
                  <a:pt x="806630" y="2329616"/>
                  <a:pt x="809929" y="2332149"/>
                </a:cubicBezTo>
                <a:cubicBezTo>
                  <a:pt x="813228" y="2334682"/>
                  <a:pt x="815673" y="2338658"/>
                  <a:pt x="817263" y="2344078"/>
                </a:cubicBezTo>
                <a:cubicBezTo>
                  <a:pt x="818382" y="2347849"/>
                  <a:pt x="818942" y="2354741"/>
                  <a:pt x="818942" y="2364756"/>
                </a:cubicBezTo>
                <a:lnTo>
                  <a:pt x="818942" y="2393387"/>
                </a:lnTo>
                <a:cubicBezTo>
                  <a:pt x="818942" y="2398512"/>
                  <a:pt x="819355" y="2402017"/>
                  <a:pt x="820179" y="2403903"/>
                </a:cubicBezTo>
                <a:cubicBezTo>
                  <a:pt x="820768" y="2405316"/>
                  <a:pt x="821770" y="2406436"/>
                  <a:pt x="823184" y="2407261"/>
                </a:cubicBezTo>
                <a:cubicBezTo>
                  <a:pt x="824598" y="2408085"/>
                  <a:pt x="827189" y="2408498"/>
                  <a:pt x="830960" y="2408498"/>
                </a:cubicBezTo>
                <a:lnTo>
                  <a:pt x="830960" y="2411679"/>
                </a:lnTo>
                <a:lnTo>
                  <a:pt x="791195" y="2411679"/>
                </a:lnTo>
                <a:lnTo>
                  <a:pt x="791195" y="2408498"/>
                </a:lnTo>
                <a:lnTo>
                  <a:pt x="793051" y="2408498"/>
                </a:lnTo>
                <a:cubicBezTo>
                  <a:pt x="796821" y="2408498"/>
                  <a:pt x="799442" y="2407923"/>
                  <a:pt x="800915" y="2406775"/>
                </a:cubicBezTo>
                <a:cubicBezTo>
                  <a:pt x="802388" y="2405626"/>
                  <a:pt x="803419" y="2403932"/>
                  <a:pt x="804008" y="2401693"/>
                </a:cubicBezTo>
                <a:cubicBezTo>
                  <a:pt x="804185" y="2400751"/>
                  <a:pt x="804273" y="2397982"/>
                  <a:pt x="804273" y="2393387"/>
                </a:cubicBezTo>
                <a:lnTo>
                  <a:pt x="804273" y="2364756"/>
                </a:lnTo>
                <a:cubicBezTo>
                  <a:pt x="804273" y="2355919"/>
                  <a:pt x="803817" y="2350117"/>
                  <a:pt x="802904" y="2347348"/>
                </a:cubicBezTo>
                <a:cubicBezTo>
                  <a:pt x="801990" y="2344579"/>
                  <a:pt x="800533" y="2342502"/>
                  <a:pt x="798529" y="2341118"/>
                </a:cubicBezTo>
                <a:cubicBezTo>
                  <a:pt x="796526" y="2339734"/>
                  <a:pt x="794111" y="2339041"/>
                  <a:pt x="791284" y="2339041"/>
                </a:cubicBezTo>
                <a:cubicBezTo>
                  <a:pt x="788397" y="2339041"/>
                  <a:pt x="785392" y="2339807"/>
                  <a:pt x="782270" y="2341339"/>
                </a:cubicBezTo>
                <a:cubicBezTo>
                  <a:pt x="779148" y="2342871"/>
                  <a:pt x="775407" y="2345963"/>
                  <a:pt x="771048" y="2350617"/>
                </a:cubicBezTo>
                <a:lnTo>
                  <a:pt x="771048" y="2393387"/>
                </a:lnTo>
                <a:cubicBezTo>
                  <a:pt x="771048" y="2398925"/>
                  <a:pt x="771357" y="2402371"/>
                  <a:pt x="771975" y="2403726"/>
                </a:cubicBezTo>
                <a:cubicBezTo>
                  <a:pt x="772594" y="2405081"/>
                  <a:pt x="773743" y="2406215"/>
                  <a:pt x="775422" y="2407128"/>
                </a:cubicBezTo>
                <a:cubicBezTo>
                  <a:pt x="777101" y="2408041"/>
                  <a:pt x="780002" y="2408498"/>
                  <a:pt x="784126" y="2408498"/>
                </a:cubicBezTo>
                <a:lnTo>
                  <a:pt x="784126" y="2411679"/>
                </a:lnTo>
                <a:lnTo>
                  <a:pt x="744007" y="2411679"/>
                </a:lnTo>
                <a:lnTo>
                  <a:pt x="744007" y="2408498"/>
                </a:lnTo>
                <a:cubicBezTo>
                  <a:pt x="747601" y="2408498"/>
                  <a:pt x="750428" y="2407938"/>
                  <a:pt x="752490" y="2406819"/>
                </a:cubicBezTo>
                <a:cubicBezTo>
                  <a:pt x="753668" y="2406230"/>
                  <a:pt x="754611" y="2405110"/>
                  <a:pt x="755318" y="2403461"/>
                </a:cubicBezTo>
                <a:cubicBezTo>
                  <a:pt x="756025" y="2401811"/>
                  <a:pt x="756379" y="2398453"/>
                  <a:pt x="756379" y="2393387"/>
                </a:cubicBezTo>
                <a:lnTo>
                  <a:pt x="756379" y="2320131"/>
                </a:lnTo>
                <a:cubicBezTo>
                  <a:pt x="756379" y="2310882"/>
                  <a:pt x="756158" y="2305197"/>
                  <a:pt x="755716" y="2303076"/>
                </a:cubicBezTo>
                <a:cubicBezTo>
                  <a:pt x="755274" y="2300955"/>
                  <a:pt x="754596" y="2299512"/>
                  <a:pt x="753683" y="2298746"/>
                </a:cubicBezTo>
                <a:cubicBezTo>
                  <a:pt x="752770" y="2297980"/>
                  <a:pt x="751548" y="2297597"/>
                  <a:pt x="750016" y="2297597"/>
                </a:cubicBezTo>
                <a:cubicBezTo>
                  <a:pt x="748779" y="2297597"/>
                  <a:pt x="746776" y="2298069"/>
                  <a:pt x="744007" y="2299011"/>
                </a:cubicBezTo>
                <a:lnTo>
                  <a:pt x="742770" y="2295918"/>
                </a:lnTo>
                <a:close/>
                <a:moveTo>
                  <a:pt x="10070033" y="2260315"/>
                </a:moveTo>
                <a:cubicBezTo>
                  <a:pt x="10072802" y="2260315"/>
                  <a:pt x="10075129" y="2261272"/>
                  <a:pt x="10077014" y="2263187"/>
                </a:cubicBezTo>
                <a:cubicBezTo>
                  <a:pt x="10078899" y="2265101"/>
                  <a:pt x="10079842" y="2267414"/>
                  <a:pt x="10079842" y="2270123"/>
                </a:cubicBezTo>
                <a:cubicBezTo>
                  <a:pt x="10079842" y="2272833"/>
                  <a:pt x="10078884" y="2275146"/>
                  <a:pt x="10076970" y="2277060"/>
                </a:cubicBezTo>
                <a:cubicBezTo>
                  <a:pt x="10075055" y="2278975"/>
                  <a:pt x="10072743" y="2279932"/>
                  <a:pt x="10070033" y="2279932"/>
                </a:cubicBezTo>
                <a:cubicBezTo>
                  <a:pt x="10067323" y="2279932"/>
                  <a:pt x="10065011" y="2278975"/>
                  <a:pt x="10063096" y="2277060"/>
                </a:cubicBezTo>
                <a:cubicBezTo>
                  <a:pt x="10061181" y="2275146"/>
                  <a:pt x="10060224" y="2272833"/>
                  <a:pt x="10060224" y="2270123"/>
                </a:cubicBezTo>
                <a:cubicBezTo>
                  <a:pt x="10060224" y="2267355"/>
                  <a:pt x="10061181" y="2265028"/>
                  <a:pt x="10063096" y="2263142"/>
                </a:cubicBezTo>
                <a:cubicBezTo>
                  <a:pt x="10065011" y="2261257"/>
                  <a:pt x="10067323" y="2260315"/>
                  <a:pt x="10070033" y="2260315"/>
                </a:cubicBezTo>
                <a:close/>
                <a:moveTo>
                  <a:pt x="9204816" y="2203141"/>
                </a:moveTo>
                <a:cubicBezTo>
                  <a:pt x="9198866" y="2203141"/>
                  <a:pt x="9193976" y="2207442"/>
                  <a:pt x="9190147" y="2216043"/>
                </a:cubicBezTo>
                <a:lnTo>
                  <a:pt x="9190147" y="2260138"/>
                </a:lnTo>
                <a:cubicBezTo>
                  <a:pt x="9195213" y="2267325"/>
                  <a:pt x="9200633" y="2270919"/>
                  <a:pt x="9206407" y="2270919"/>
                </a:cubicBezTo>
                <a:cubicBezTo>
                  <a:pt x="9209588" y="2270919"/>
                  <a:pt x="9212209" y="2269240"/>
                  <a:pt x="9214271" y="2265882"/>
                </a:cubicBezTo>
                <a:cubicBezTo>
                  <a:pt x="9217335" y="2260933"/>
                  <a:pt x="9218866" y="2251507"/>
                  <a:pt x="9218866" y="2237604"/>
                </a:cubicBezTo>
                <a:cubicBezTo>
                  <a:pt x="9218866" y="2223348"/>
                  <a:pt x="9217187" y="2213598"/>
                  <a:pt x="9213829" y="2208355"/>
                </a:cubicBezTo>
                <a:cubicBezTo>
                  <a:pt x="9211591" y="2204879"/>
                  <a:pt x="9208586" y="2203141"/>
                  <a:pt x="9204816" y="2203141"/>
                </a:cubicBezTo>
                <a:close/>
                <a:moveTo>
                  <a:pt x="9938046" y="2198105"/>
                </a:moveTo>
                <a:cubicBezTo>
                  <a:pt x="9934982" y="2198105"/>
                  <a:pt x="9932479" y="2199607"/>
                  <a:pt x="9930535" y="2202611"/>
                </a:cubicBezTo>
                <a:cubicBezTo>
                  <a:pt x="9927059" y="2207854"/>
                  <a:pt x="9925321" y="2215041"/>
                  <a:pt x="9925321" y="2224173"/>
                </a:cubicBezTo>
                <a:lnTo>
                  <a:pt x="9925321" y="2227266"/>
                </a:lnTo>
                <a:lnTo>
                  <a:pt x="9949357" y="2227266"/>
                </a:lnTo>
                <a:cubicBezTo>
                  <a:pt x="9949357" y="2217781"/>
                  <a:pt x="9948841" y="2211271"/>
                  <a:pt x="9947810" y="2207737"/>
                </a:cubicBezTo>
                <a:cubicBezTo>
                  <a:pt x="9946779" y="2204202"/>
                  <a:pt x="9945174" y="2201521"/>
                  <a:pt x="9942994" y="2199695"/>
                </a:cubicBezTo>
                <a:cubicBezTo>
                  <a:pt x="9941757" y="2198635"/>
                  <a:pt x="9940108" y="2198105"/>
                  <a:pt x="9938046" y="2198105"/>
                </a:cubicBezTo>
                <a:close/>
                <a:moveTo>
                  <a:pt x="9671346" y="2198105"/>
                </a:moveTo>
                <a:cubicBezTo>
                  <a:pt x="9668282" y="2198105"/>
                  <a:pt x="9665779" y="2199607"/>
                  <a:pt x="9663835" y="2202611"/>
                </a:cubicBezTo>
                <a:cubicBezTo>
                  <a:pt x="9660359" y="2207854"/>
                  <a:pt x="9658621" y="2215041"/>
                  <a:pt x="9658621" y="2224173"/>
                </a:cubicBezTo>
                <a:lnTo>
                  <a:pt x="9658621" y="2227266"/>
                </a:lnTo>
                <a:lnTo>
                  <a:pt x="9682657" y="2227266"/>
                </a:lnTo>
                <a:cubicBezTo>
                  <a:pt x="9682657" y="2217781"/>
                  <a:pt x="9682141" y="2211271"/>
                  <a:pt x="9681110" y="2207737"/>
                </a:cubicBezTo>
                <a:cubicBezTo>
                  <a:pt x="9680079" y="2204202"/>
                  <a:pt x="9678474" y="2201521"/>
                  <a:pt x="9676294" y="2199695"/>
                </a:cubicBezTo>
                <a:cubicBezTo>
                  <a:pt x="9675057" y="2198635"/>
                  <a:pt x="9673407" y="2198105"/>
                  <a:pt x="9671346" y="2198105"/>
                </a:cubicBezTo>
                <a:close/>
                <a:moveTo>
                  <a:pt x="9509421" y="2198105"/>
                </a:moveTo>
                <a:cubicBezTo>
                  <a:pt x="9506357" y="2198105"/>
                  <a:pt x="9503853" y="2199607"/>
                  <a:pt x="9501909" y="2202611"/>
                </a:cubicBezTo>
                <a:cubicBezTo>
                  <a:pt x="9498434" y="2207854"/>
                  <a:pt x="9496696" y="2215041"/>
                  <a:pt x="9496696" y="2224173"/>
                </a:cubicBezTo>
                <a:lnTo>
                  <a:pt x="9496696" y="2227266"/>
                </a:lnTo>
                <a:lnTo>
                  <a:pt x="9520731" y="2227266"/>
                </a:lnTo>
                <a:cubicBezTo>
                  <a:pt x="9520731" y="2217781"/>
                  <a:pt x="9520216" y="2211271"/>
                  <a:pt x="9519185" y="2207737"/>
                </a:cubicBezTo>
                <a:cubicBezTo>
                  <a:pt x="9518154" y="2204202"/>
                  <a:pt x="9516549" y="2201521"/>
                  <a:pt x="9514369" y="2199695"/>
                </a:cubicBezTo>
                <a:cubicBezTo>
                  <a:pt x="9513132" y="2198635"/>
                  <a:pt x="9511483" y="2198105"/>
                  <a:pt x="9509421" y="2198105"/>
                </a:cubicBezTo>
                <a:close/>
                <a:moveTo>
                  <a:pt x="9366546" y="2198105"/>
                </a:moveTo>
                <a:cubicBezTo>
                  <a:pt x="9363482" y="2198105"/>
                  <a:pt x="9360978" y="2199607"/>
                  <a:pt x="9359034" y="2202611"/>
                </a:cubicBezTo>
                <a:cubicBezTo>
                  <a:pt x="9355559" y="2207854"/>
                  <a:pt x="9353821" y="2215041"/>
                  <a:pt x="9353821" y="2224173"/>
                </a:cubicBezTo>
                <a:lnTo>
                  <a:pt x="9353821" y="2227266"/>
                </a:lnTo>
                <a:lnTo>
                  <a:pt x="9377857" y="2227266"/>
                </a:lnTo>
                <a:cubicBezTo>
                  <a:pt x="9377857" y="2217781"/>
                  <a:pt x="9377341" y="2211271"/>
                  <a:pt x="9376310" y="2207737"/>
                </a:cubicBezTo>
                <a:cubicBezTo>
                  <a:pt x="9375279" y="2204202"/>
                  <a:pt x="9373674" y="2201521"/>
                  <a:pt x="9371494" y="2199695"/>
                </a:cubicBezTo>
                <a:cubicBezTo>
                  <a:pt x="9370257" y="2198635"/>
                  <a:pt x="9368607" y="2198105"/>
                  <a:pt x="9366546" y="2198105"/>
                </a:cubicBezTo>
                <a:close/>
                <a:moveTo>
                  <a:pt x="8984322" y="2194835"/>
                </a:moveTo>
                <a:lnTo>
                  <a:pt x="9018962" y="2194835"/>
                </a:lnTo>
                <a:lnTo>
                  <a:pt x="9018962" y="2260315"/>
                </a:lnTo>
                <a:cubicBezTo>
                  <a:pt x="9018962" y="2266147"/>
                  <a:pt x="9019640" y="2269873"/>
                  <a:pt x="9020995" y="2271493"/>
                </a:cubicBezTo>
                <a:cubicBezTo>
                  <a:pt x="9022350" y="2273113"/>
                  <a:pt x="9025001" y="2274041"/>
                  <a:pt x="9028948" y="2274277"/>
                </a:cubicBezTo>
                <a:lnTo>
                  <a:pt x="9028948" y="2277458"/>
                </a:lnTo>
                <a:lnTo>
                  <a:pt x="8984322" y="2277458"/>
                </a:lnTo>
                <a:lnTo>
                  <a:pt x="8984322" y="2274277"/>
                </a:lnTo>
                <a:cubicBezTo>
                  <a:pt x="8987975" y="2274159"/>
                  <a:pt x="8990685" y="2273098"/>
                  <a:pt x="8992452" y="2271095"/>
                </a:cubicBezTo>
                <a:cubicBezTo>
                  <a:pt x="8993630" y="2269740"/>
                  <a:pt x="8994219" y="2266147"/>
                  <a:pt x="8994219" y="2260315"/>
                </a:cubicBezTo>
                <a:lnTo>
                  <a:pt x="8994219" y="2212067"/>
                </a:lnTo>
                <a:cubicBezTo>
                  <a:pt x="8994219" y="2206234"/>
                  <a:pt x="8993542" y="2202508"/>
                  <a:pt x="8992187" y="2200888"/>
                </a:cubicBezTo>
                <a:cubicBezTo>
                  <a:pt x="8990832" y="2199268"/>
                  <a:pt x="8988211" y="2198340"/>
                  <a:pt x="8984322" y="2198105"/>
                </a:cubicBezTo>
                <a:close/>
                <a:moveTo>
                  <a:pt x="8814728" y="2194835"/>
                </a:moveTo>
                <a:lnTo>
                  <a:pt x="8848396" y="2194835"/>
                </a:lnTo>
                <a:lnTo>
                  <a:pt x="8848396" y="2251301"/>
                </a:lnTo>
                <a:cubicBezTo>
                  <a:pt x="8848396" y="2257192"/>
                  <a:pt x="8848676" y="2260992"/>
                  <a:pt x="8849235" y="2262701"/>
                </a:cubicBezTo>
                <a:cubicBezTo>
                  <a:pt x="8849795" y="2264409"/>
                  <a:pt x="8850679" y="2265705"/>
                  <a:pt x="8851886" y="2266589"/>
                </a:cubicBezTo>
                <a:cubicBezTo>
                  <a:pt x="8853094" y="2267472"/>
                  <a:pt x="8854493" y="2267914"/>
                  <a:pt x="8856084" y="2267914"/>
                </a:cubicBezTo>
                <a:cubicBezTo>
                  <a:pt x="8858205" y="2267914"/>
                  <a:pt x="8860119" y="2267355"/>
                  <a:pt x="8861828" y="2266235"/>
                </a:cubicBezTo>
                <a:cubicBezTo>
                  <a:pt x="8864184" y="2264704"/>
                  <a:pt x="8867012" y="2261611"/>
                  <a:pt x="8870311" y="2256957"/>
                </a:cubicBezTo>
                <a:lnTo>
                  <a:pt x="8870311" y="2212773"/>
                </a:lnTo>
                <a:cubicBezTo>
                  <a:pt x="8870311" y="2206529"/>
                  <a:pt x="8869736" y="2202641"/>
                  <a:pt x="8868588" y="2201109"/>
                </a:cubicBezTo>
                <a:cubicBezTo>
                  <a:pt x="8867439" y="2199577"/>
                  <a:pt x="8865038" y="2198576"/>
                  <a:pt x="8861386" y="2198105"/>
                </a:cubicBezTo>
                <a:lnTo>
                  <a:pt x="8861386" y="2194835"/>
                </a:lnTo>
                <a:lnTo>
                  <a:pt x="8895053" y="2194835"/>
                </a:lnTo>
                <a:lnTo>
                  <a:pt x="8895053" y="2259519"/>
                </a:lnTo>
                <a:cubicBezTo>
                  <a:pt x="8895053" y="2265823"/>
                  <a:pt x="8895643" y="2269755"/>
                  <a:pt x="8896821" y="2271316"/>
                </a:cubicBezTo>
                <a:cubicBezTo>
                  <a:pt x="8897999" y="2272877"/>
                  <a:pt x="8900385" y="2273864"/>
                  <a:pt x="8903979" y="2274277"/>
                </a:cubicBezTo>
                <a:lnTo>
                  <a:pt x="8903979" y="2277458"/>
                </a:lnTo>
                <a:lnTo>
                  <a:pt x="8870311" y="2277458"/>
                </a:lnTo>
                <a:lnTo>
                  <a:pt x="8870311" y="2266412"/>
                </a:lnTo>
                <a:cubicBezTo>
                  <a:pt x="8866364" y="2271125"/>
                  <a:pt x="8862417" y="2274556"/>
                  <a:pt x="8858470" y="2276707"/>
                </a:cubicBezTo>
                <a:cubicBezTo>
                  <a:pt x="8854523" y="2278857"/>
                  <a:pt x="8850104" y="2279932"/>
                  <a:pt x="8845215" y="2279932"/>
                </a:cubicBezTo>
                <a:cubicBezTo>
                  <a:pt x="8840561" y="2279932"/>
                  <a:pt x="8836422" y="2278504"/>
                  <a:pt x="8832799" y="2275646"/>
                </a:cubicBezTo>
                <a:cubicBezTo>
                  <a:pt x="8829176" y="2272789"/>
                  <a:pt x="8826746" y="2269446"/>
                  <a:pt x="8825509" y="2265617"/>
                </a:cubicBezTo>
                <a:cubicBezTo>
                  <a:pt x="8824272" y="2261787"/>
                  <a:pt x="8823653" y="2255101"/>
                  <a:pt x="8823653" y="2245557"/>
                </a:cubicBezTo>
                <a:lnTo>
                  <a:pt x="8823653" y="2212773"/>
                </a:lnTo>
                <a:cubicBezTo>
                  <a:pt x="8823653" y="2206529"/>
                  <a:pt x="8823079" y="2202641"/>
                  <a:pt x="8821930" y="2201109"/>
                </a:cubicBezTo>
                <a:cubicBezTo>
                  <a:pt x="8820781" y="2199577"/>
                  <a:pt x="8818381" y="2198576"/>
                  <a:pt x="8814728" y="2198105"/>
                </a:cubicBezTo>
                <a:close/>
                <a:moveTo>
                  <a:pt x="10013520" y="2192361"/>
                </a:moveTo>
                <a:cubicBezTo>
                  <a:pt x="10017997" y="2192361"/>
                  <a:pt x="10022327" y="2193451"/>
                  <a:pt x="10026510" y="2195630"/>
                </a:cubicBezTo>
                <a:cubicBezTo>
                  <a:pt x="10028101" y="2196514"/>
                  <a:pt x="10029397" y="2196956"/>
                  <a:pt x="10030398" y="2196956"/>
                </a:cubicBezTo>
                <a:cubicBezTo>
                  <a:pt x="10031459" y="2196956"/>
                  <a:pt x="10032313" y="2196735"/>
                  <a:pt x="10032961" y="2196293"/>
                </a:cubicBezTo>
                <a:cubicBezTo>
                  <a:pt x="10033609" y="2195851"/>
                  <a:pt x="10034640" y="2194599"/>
                  <a:pt x="10036054" y="2192537"/>
                </a:cubicBezTo>
                <a:lnTo>
                  <a:pt x="10039058" y="2192537"/>
                </a:lnTo>
                <a:lnTo>
                  <a:pt x="10040384" y="2220726"/>
                </a:lnTo>
                <a:lnTo>
                  <a:pt x="10037379" y="2220726"/>
                </a:lnTo>
                <a:cubicBezTo>
                  <a:pt x="10033785" y="2212361"/>
                  <a:pt x="10030059" y="2206647"/>
                  <a:pt x="10026201" y="2203583"/>
                </a:cubicBezTo>
                <a:cubicBezTo>
                  <a:pt x="10022342" y="2200520"/>
                  <a:pt x="10018498" y="2198988"/>
                  <a:pt x="10014669" y="2198988"/>
                </a:cubicBezTo>
                <a:cubicBezTo>
                  <a:pt x="10012253" y="2198988"/>
                  <a:pt x="10010191" y="2199798"/>
                  <a:pt x="10008483" y="2201418"/>
                </a:cubicBezTo>
                <a:cubicBezTo>
                  <a:pt x="10006775" y="2203038"/>
                  <a:pt x="10005921" y="2204909"/>
                  <a:pt x="10005921" y="2207030"/>
                </a:cubicBezTo>
                <a:cubicBezTo>
                  <a:pt x="10005921" y="2208620"/>
                  <a:pt x="10006510" y="2210152"/>
                  <a:pt x="10007688" y="2211625"/>
                </a:cubicBezTo>
                <a:cubicBezTo>
                  <a:pt x="10009573" y="2214040"/>
                  <a:pt x="10014846" y="2218178"/>
                  <a:pt x="10023505" y="2224040"/>
                </a:cubicBezTo>
                <a:cubicBezTo>
                  <a:pt x="10032165" y="2229902"/>
                  <a:pt x="10037865" y="2234880"/>
                  <a:pt x="10040605" y="2238974"/>
                </a:cubicBezTo>
                <a:cubicBezTo>
                  <a:pt x="10043344" y="2243068"/>
                  <a:pt x="10044713" y="2247649"/>
                  <a:pt x="10044713" y="2252715"/>
                </a:cubicBezTo>
                <a:cubicBezTo>
                  <a:pt x="10044713" y="2257310"/>
                  <a:pt x="10043565" y="2261817"/>
                  <a:pt x="10041267" y="2266235"/>
                </a:cubicBezTo>
                <a:cubicBezTo>
                  <a:pt x="10038970" y="2270654"/>
                  <a:pt x="10035729" y="2274041"/>
                  <a:pt x="10031547" y="2276397"/>
                </a:cubicBezTo>
                <a:cubicBezTo>
                  <a:pt x="10027364" y="2278754"/>
                  <a:pt x="10022740" y="2279932"/>
                  <a:pt x="10017673" y="2279932"/>
                </a:cubicBezTo>
                <a:cubicBezTo>
                  <a:pt x="10013726" y="2279932"/>
                  <a:pt x="10008454" y="2278695"/>
                  <a:pt x="10001856" y="2276221"/>
                </a:cubicBezTo>
                <a:cubicBezTo>
                  <a:pt x="10000088" y="2275573"/>
                  <a:pt x="9998881" y="2275249"/>
                  <a:pt x="9998233" y="2275249"/>
                </a:cubicBezTo>
                <a:cubicBezTo>
                  <a:pt x="9996289" y="2275249"/>
                  <a:pt x="9994669" y="2276721"/>
                  <a:pt x="9993373" y="2279667"/>
                </a:cubicBezTo>
                <a:lnTo>
                  <a:pt x="9990456" y="2279667"/>
                </a:lnTo>
                <a:lnTo>
                  <a:pt x="9989043" y="2249976"/>
                </a:lnTo>
                <a:lnTo>
                  <a:pt x="9992047" y="2249976"/>
                </a:lnTo>
                <a:cubicBezTo>
                  <a:pt x="9994698" y="2257752"/>
                  <a:pt x="9998336" y="2263584"/>
                  <a:pt x="10002960" y="2267472"/>
                </a:cubicBezTo>
                <a:cubicBezTo>
                  <a:pt x="10007585" y="2271361"/>
                  <a:pt x="10011959" y="2273305"/>
                  <a:pt x="10016083" y="2273305"/>
                </a:cubicBezTo>
                <a:cubicBezTo>
                  <a:pt x="10018911" y="2273305"/>
                  <a:pt x="10021223" y="2272436"/>
                  <a:pt x="10023019" y="2270698"/>
                </a:cubicBezTo>
                <a:cubicBezTo>
                  <a:pt x="10024816" y="2268960"/>
                  <a:pt x="10025715" y="2266854"/>
                  <a:pt x="10025715" y="2264380"/>
                </a:cubicBezTo>
                <a:cubicBezTo>
                  <a:pt x="10025715" y="2261552"/>
                  <a:pt x="10024831" y="2259107"/>
                  <a:pt x="10023064" y="2257045"/>
                </a:cubicBezTo>
                <a:cubicBezTo>
                  <a:pt x="10021296" y="2254983"/>
                  <a:pt x="10017349" y="2251861"/>
                  <a:pt x="10011223" y="2247678"/>
                </a:cubicBezTo>
                <a:cubicBezTo>
                  <a:pt x="10002209" y="2241434"/>
                  <a:pt x="9996377" y="2236662"/>
                  <a:pt x="9993726" y="2233363"/>
                </a:cubicBezTo>
                <a:cubicBezTo>
                  <a:pt x="9989838" y="2228532"/>
                  <a:pt x="9987894" y="2223201"/>
                  <a:pt x="9987894" y="2217369"/>
                </a:cubicBezTo>
                <a:cubicBezTo>
                  <a:pt x="9987894" y="2211006"/>
                  <a:pt x="9990088" y="2205248"/>
                  <a:pt x="9994477" y="2200093"/>
                </a:cubicBezTo>
                <a:cubicBezTo>
                  <a:pt x="9998866" y="2194938"/>
                  <a:pt x="10005214" y="2192361"/>
                  <a:pt x="10013520" y="2192361"/>
                </a:cubicBezTo>
                <a:close/>
                <a:moveTo>
                  <a:pt x="9939371" y="2192361"/>
                </a:moveTo>
                <a:cubicBezTo>
                  <a:pt x="9947737" y="2192361"/>
                  <a:pt x="9954997" y="2195792"/>
                  <a:pt x="9961153" y="2202655"/>
                </a:cubicBezTo>
                <a:cubicBezTo>
                  <a:pt x="9967310" y="2209519"/>
                  <a:pt x="9970623" y="2219695"/>
                  <a:pt x="9971095" y="2233186"/>
                </a:cubicBezTo>
                <a:lnTo>
                  <a:pt x="9925763" y="2233186"/>
                </a:lnTo>
                <a:cubicBezTo>
                  <a:pt x="9926293" y="2244144"/>
                  <a:pt x="9929209" y="2252804"/>
                  <a:pt x="9934511" y="2259166"/>
                </a:cubicBezTo>
                <a:cubicBezTo>
                  <a:pt x="9938576" y="2264056"/>
                  <a:pt x="9943465" y="2266500"/>
                  <a:pt x="9949180" y="2266500"/>
                </a:cubicBezTo>
                <a:cubicBezTo>
                  <a:pt x="9952715" y="2266500"/>
                  <a:pt x="9955925" y="2265514"/>
                  <a:pt x="9958812" y="2263540"/>
                </a:cubicBezTo>
                <a:cubicBezTo>
                  <a:pt x="9961698" y="2261567"/>
                  <a:pt x="9964791" y="2258017"/>
                  <a:pt x="9968090" y="2252892"/>
                </a:cubicBezTo>
                <a:lnTo>
                  <a:pt x="9971095" y="2254836"/>
                </a:lnTo>
                <a:cubicBezTo>
                  <a:pt x="9966618" y="2263967"/>
                  <a:pt x="9961669" y="2270433"/>
                  <a:pt x="9956249" y="2274232"/>
                </a:cubicBezTo>
                <a:cubicBezTo>
                  <a:pt x="9950829" y="2278032"/>
                  <a:pt x="9944555" y="2279932"/>
                  <a:pt x="9937427" y="2279932"/>
                </a:cubicBezTo>
                <a:cubicBezTo>
                  <a:pt x="9925174" y="2279932"/>
                  <a:pt x="9915895" y="2275219"/>
                  <a:pt x="9909592" y="2265793"/>
                </a:cubicBezTo>
                <a:cubicBezTo>
                  <a:pt x="9904525" y="2258194"/>
                  <a:pt x="9901992" y="2248768"/>
                  <a:pt x="9901992" y="2237516"/>
                </a:cubicBezTo>
                <a:cubicBezTo>
                  <a:pt x="9901992" y="2223731"/>
                  <a:pt x="9905718" y="2212759"/>
                  <a:pt x="9913170" y="2204600"/>
                </a:cubicBezTo>
                <a:cubicBezTo>
                  <a:pt x="9920623" y="2196440"/>
                  <a:pt x="9929356" y="2192361"/>
                  <a:pt x="9939371" y="2192361"/>
                </a:cubicBezTo>
                <a:close/>
                <a:moveTo>
                  <a:pt x="9855148" y="2192361"/>
                </a:moveTo>
                <a:cubicBezTo>
                  <a:pt x="9863691" y="2192361"/>
                  <a:pt x="9870480" y="2194511"/>
                  <a:pt x="9875517" y="2198812"/>
                </a:cubicBezTo>
                <a:cubicBezTo>
                  <a:pt x="9880554" y="2203112"/>
                  <a:pt x="9883072" y="2207913"/>
                  <a:pt x="9883072" y="2213215"/>
                </a:cubicBezTo>
                <a:cubicBezTo>
                  <a:pt x="9883072" y="2216573"/>
                  <a:pt x="9882056" y="2219254"/>
                  <a:pt x="9880024" y="2221257"/>
                </a:cubicBezTo>
                <a:cubicBezTo>
                  <a:pt x="9877991" y="2223260"/>
                  <a:pt x="9875325" y="2224261"/>
                  <a:pt x="9872026" y="2224261"/>
                </a:cubicBezTo>
                <a:cubicBezTo>
                  <a:pt x="9868551" y="2224261"/>
                  <a:pt x="9865679" y="2223112"/>
                  <a:pt x="9863411" y="2220815"/>
                </a:cubicBezTo>
                <a:cubicBezTo>
                  <a:pt x="9861143" y="2218517"/>
                  <a:pt x="9859743" y="2214423"/>
                  <a:pt x="9859213" y="2208532"/>
                </a:cubicBezTo>
                <a:cubicBezTo>
                  <a:pt x="9858860" y="2204820"/>
                  <a:pt x="9858006" y="2202228"/>
                  <a:pt x="9856651" y="2200756"/>
                </a:cubicBezTo>
                <a:cubicBezTo>
                  <a:pt x="9855296" y="2199283"/>
                  <a:pt x="9853705" y="2198546"/>
                  <a:pt x="9851879" y="2198546"/>
                </a:cubicBezTo>
                <a:cubicBezTo>
                  <a:pt x="9849051" y="2198546"/>
                  <a:pt x="9846636" y="2200049"/>
                  <a:pt x="9844633" y="2203053"/>
                </a:cubicBezTo>
                <a:cubicBezTo>
                  <a:pt x="9841569" y="2207589"/>
                  <a:pt x="9840038" y="2214541"/>
                  <a:pt x="9840038" y="2223908"/>
                </a:cubicBezTo>
                <a:cubicBezTo>
                  <a:pt x="9840038" y="2231684"/>
                  <a:pt x="9841275" y="2239121"/>
                  <a:pt x="9843749" y="2246220"/>
                </a:cubicBezTo>
                <a:cubicBezTo>
                  <a:pt x="9846223" y="2253319"/>
                  <a:pt x="9849611" y="2258606"/>
                  <a:pt x="9853911" y="2262082"/>
                </a:cubicBezTo>
                <a:cubicBezTo>
                  <a:pt x="9857151" y="2264615"/>
                  <a:pt x="9860981" y="2265882"/>
                  <a:pt x="9865399" y="2265882"/>
                </a:cubicBezTo>
                <a:cubicBezTo>
                  <a:pt x="9868285" y="2265882"/>
                  <a:pt x="9871025" y="2265204"/>
                  <a:pt x="9873617" y="2263849"/>
                </a:cubicBezTo>
                <a:cubicBezTo>
                  <a:pt x="9876209" y="2262494"/>
                  <a:pt x="9879273" y="2259932"/>
                  <a:pt x="9882807" y="2256161"/>
                </a:cubicBezTo>
                <a:lnTo>
                  <a:pt x="9885547" y="2258282"/>
                </a:lnTo>
                <a:cubicBezTo>
                  <a:pt x="9881658" y="2265587"/>
                  <a:pt x="9876813" y="2271022"/>
                  <a:pt x="9871010" y="2274586"/>
                </a:cubicBezTo>
                <a:cubicBezTo>
                  <a:pt x="9865207" y="2278150"/>
                  <a:pt x="9859037" y="2279932"/>
                  <a:pt x="9852497" y="2279932"/>
                </a:cubicBezTo>
                <a:cubicBezTo>
                  <a:pt x="9841481" y="2279932"/>
                  <a:pt x="9832674" y="2275779"/>
                  <a:pt x="9826076" y="2267472"/>
                </a:cubicBezTo>
                <a:cubicBezTo>
                  <a:pt x="9819478" y="2259166"/>
                  <a:pt x="9816179" y="2249181"/>
                  <a:pt x="9816179" y="2237516"/>
                </a:cubicBezTo>
                <a:cubicBezTo>
                  <a:pt x="9816179" y="2226264"/>
                  <a:pt x="9819183" y="2216367"/>
                  <a:pt x="9825192" y="2207825"/>
                </a:cubicBezTo>
                <a:cubicBezTo>
                  <a:pt x="9832438" y="2197515"/>
                  <a:pt x="9842424" y="2192361"/>
                  <a:pt x="9855148" y="2192361"/>
                </a:cubicBezTo>
                <a:close/>
                <a:moveTo>
                  <a:pt x="9778632" y="2192361"/>
                </a:moveTo>
                <a:cubicBezTo>
                  <a:pt x="9783993" y="2192361"/>
                  <a:pt x="9788441" y="2193848"/>
                  <a:pt x="9791975" y="2196823"/>
                </a:cubicBezTo>
                <a:cubicBezTo>
                  <a:pt x="9795510" y="2199798"/>
                  <a:pt x="9797867" y="2203495"/>
                  <a:pt x="9799045" y="2207913"/>
                </a:cubicBezTo>
                <a:cubicBezTo>
                  <a:pt x="9799987" y="2211271"/>
                  <a:pt x="9800459" y="2217722"/>
                  <a:pt x="9800459" y="2227266"/>
                </a:cubicBezTo>
                <a:lnTo>
                  <a:pt x="9800459" y="2259431"/>
                </a:lnTo>
                <a:cubicBezTo>
                  <a:pt x="9800459" y="2265793"/>
                  <a:pt x="9801033" y="2269755"/>
                  <a:pt x="9802182" y="2271316"/>
                </a:cubicBezTo>
                <a:cubicBezTo>
                  <a:pt x="9803331" y="2272877"/>
                  <a:pt x="9805731" y="2273864"/>
                  <a:pt x="9809384" y="2274277"/>
                </a:cubicBezTo>
                <a:lnTo>
                  <a:pt x="9809384" y="2277458"/>
                </a:lnTo>
                <a:lnTo>
                  <a:pt x="9767586" y="2277458"/>
                </a:lnTo>
                <a:lnTo>
                  <a:pt x="9767586" y="2274277"/>
                </a:lnTo>
                <a:cubicBezTo>
                  <a:pt x="9770709" y="2273864"/>
                  <a:pt x="9772947" y="2272568"/>
                  <a:pt x="9774302" y="2270389"/>
                </a:cubicBezTo>
                <a:cubicBezTo>
                  <a:pt x="9775245" y="2268916"/>
                  <a:pt x="9775716" y="2265263"/>
                  <a:pt x="9775716" y="2259431"/>
                </a:cubicBezTo>
                <a:lnTo>
                  <a:pt x="9775716" y="2222671"/>
                </a:lnTo>
                <a:cubicBezTo>
                  <a:pt x="9775716" y="2215896"/>
                  <a:pt x="9775451" y="2211625"/>
                  <a:pt x="9774921" y="2209857"/>
                </a:cubicBezTo>
                <a:cubicBezTo>
                  <a:pt x="9774391" y="2208090"/>
                  <a:pt x="9773492" y="2206720"/>
                  <a:pt x="9772225" y="2205748"/>
                </a:cubicBezTo>
                <a:cubicBezTo>
                  <a:pt x="9770959" y="2204776"/>
                  <a:pt x="9769560" y="2204290"/>
                  <a:pt x="9768028" y="2204290"/>
                </a:cubicBezTo>
                <a:cubicBezTo>
                  <a:pt x="9762962" y="2204290"/>
                  <a:pt x="9758249" y="2207913"/>
                  <a:pt x="9753889" y="2215159"/>
                </a:cubicBezTo>
                <a:lnTo>
                  <a:pt x="9753889" y="2259431"/>
                </a:lnTo>
                <a:cubicBezTo>
                  <a:pt x="9753889" y="2265617"/>
                  <a:pt x="9754464" y="2269534"/>
                  <a:pt x="9755613" y="2271184"/>
                </a:cubicBezTo>
                <a:cubicBezTo>
                  <a:pt x="9756761" y="2272833"/>
                  <a:pt x="9758897" y="2273864"/>
                  <a:pt x="9762019" y="2274277"/>
                </a:cubicBezTo>
                <a:lnTo>
                  <a:pt x="9762019" y="2277458"/>
                </a:lnTo>
                <a:lnTo>
                  <a:pt x="9720222" y="2277458"/>
                </a:lnTo>
                <a:lnTo>
                  <a:pt x="9720222" y="2274277"/>
                </a:lnTo>
                <a:cubicBezTo>
                  <a:pt x="9723697" y="2273923"/>
                  <a:pt x="9726172" y="2272804"/>
                  <a:pt x="9727645" y="2270919"/>
                </a:cubicBezTo>
                <a:cubicBezTo>
                  <a:pt x="9728646" y="2269623"/>
                  <a:pt x="9729147" y="2265793"/>
                  <a:pt x="9729147" y="2259431"/>
                </a:cubicBezTo>
                <a:lnTo>
                  <a:pt x="9729147" y="2212773"/>
                </a:lnTo>
                <a:cubicBezTo>
                  <a:pt x="9729147" y="2206529"/>
                  <a:pt x="9728572" y="2202641"/>
                  <a:pt x="9727423" y="2201109"/>
                </a:cubicBezTo>
                <a:cubicBezTo>
                  <a:pt x="9726275" y="2199577"/>
                  <a:pt x="9723874" y="2198576"/>
                  <a:pt x="9720222" y="2198105"/>
                </a:cubicBezTo>
                <a:lnTo>
                  <a:pt x="9720222" y="2194835"/>
                </a:lnTo>
                <a:lnTo>
                  <a:pt x="9753889" y="2194835"/>
                </a:lnTo>
                <a:lnTo>
                  <a:pt x="9753889" y="2205527"/>
                </a:lnTo>
                <a:cubicBezTo>
                  <a:pt x="9758131" y="2200932"/>
                  <a:pt x="9762196" y="2197589"/>
                  <a:pt x="9766084" y="2195498"/>
                </a:cubicBezTo>
                <a:cubicBezTo>
                  <a:pt x="9769972" y="2193406"/>
                  <a:pt x="9774155" y="2192361"/>
                  <a:pt x="9778632" y="2192361"/>
                </a:cubicBezTo>
                <a:close/>
                <a:moveTo>
                  <a:pt x="9672671" y="2192361"/>
                </a:moveTo>
                <a:cubicBezTo>
                  <a:pt x="9681036" y="2192361"/>
                  <a:pt x="9688297" y="2195792"/>
                  <a:pt x="9694453" y="2202655"/>
                </a:cubicBezTo>
                <a:cubicBezTo>
                  <a:pt x="9700610" y="2209519"/>
                  <a:pt x="9703923" y="2219695"/>
                  <a:pt x="9704395" y="2233186"/>
                </a:cubicBezTo>
                <a:lnTo>
                  <a:pt x="9659063" y="2233186"/>
                </a:lnTo>
                <a:cubicBezTo>
                  <a:pt x="9659593" y="2244144"/>
                  <a:pt x="9662509" y="2252804"/>
                  <a:pt x="9667811" y="2259166"/>
                </a:cubicBezTo>
                <a:cubicBezTo>
                  <a:pt x="9671876" y="2264056"/>
                  <a:pt x="9676765" y="2266500"/>
                  <a:pt x="9682480" y="2266500"/>
                </a:cubicBezTo>
                <a:cubicBezTo>
                  <a:pt x="9686015" y="2266500"/>
                  <a:pt x="9689225" y="2265514"/>
                  <a:pt x="9692112" y="2263540"/>
                </a:cubicBezTo>
                <a:cubicBezTo>
                  <a:pt x="9694998" y="2261567"/>
                  <a:pt x="9698091" y="2258017"/>
                  <a:pt x="9701390" y="2252892"/>
                </a:cubicBezTo>
                <a:lnTo>
                  <a:pt x="9704395" y="2254836"/>
                </a:lnTo>
                <a:cubicBezTo>
                  <a:pt x="9699917" y="2263967"/>
                  <a:pt x="9694969" y="2270433"/>
                  <a:pt x="9689549" y="2274232"/>
                </a:cubicBezTo>
                <a:cubicBezTo>
                  <a:pt x="9684129" y="2278032"/>
                  <a:pt x="9677855" y="2279932"/>
                  <a:pt x="9670727" y="2279932"/>
                </a:cubicBezTo>
                <a:cubicBezTo>
                  <a:pt x="9658473" y="2279932"/>
                  <a:pt x="9649195" y="2275219"/>
                  <a:pt x="9642892" y="2265793"/>
                </a:cubicBezTo>
                <a:cubicBezTo>
                  <a:pt x="9637825" y="2258194"/>
                  <a:pt x="9635292" y="2248768"/>
                  <a:pt x="9635292" y="2237516"/>
                </a:cubicBezTo>
                <a:cubicBezTo>
                  <a:pt x="9635292" y="2223731"/>
                  <a:pt x="9639018" y="2212759"/>
                  <a:pt x="9646470" y="2204600"/>
                </a:cubicBezTo>
                <a:cubicBezTo>
                  <a:pt x="9653923" y="2196440"/>
                  <a:pt x="9662656" y="2192361"/>
                  <a:pt x="9672671" y="2192361"/>
                </a:cubicBezTo>
                <a:close/>
                <a:moveTo>
                  <a:pt x="9618828" y="2192361"/>
                </a:moveTo>
                <a:cubicBezTo>
                  <a:pt x="9622127" y="2192361"/>
                  <a:pt x="9624763" y="2193377"/>
                  <a:pt x="9626737" y="2195409"/>
                </a:cubicBezTo>
                <a:cubicBezTo>
                  <a:pt x="9628710" y="2197442"/>
                  <a:pt x="9629697" y="2200314"/>
                  <a:pt x="9629697" y="2204025"/>
                </a:cubicBezTo>
                <a:cubicBezTo>
                  <a:pt x="9629697" y="2207972"/>
                  <a:pt x="9628740" y="2211036"/>
                  <a:pt x="9626825" y="2213215"/>
                </a:cubicBezTo>
                <a:cubicBezTo>
                  <a:pt x="9624910" y="2215395"/>
                  <a:pt x="9622598" y="2216485"/>
                  <a:pt x="9619888" y="2216485"/>
                </a:cubicBezTo>
                <a:cubicBezTo>
                  <a:pt x="9616766" y="2216485"/>
                  <a:pt x="9614056" y="2215483"/>
                  <a:pt x="9611759" y="2213480"/>
                </a:cubicBezTo>
                <a:cubicBezTo>
                  <a:pt x="9609461" y="2211477"/>
                  <a:pt x="9608106" y="2210358"/>
                  <a:pt x="9607694" y="2210122"/>
                </a:cubicBezTo>
                <a:cubicBezTo>
                  <a:pt x="9607105" y="2209769"/>
                  <a:pt x="9606427" y="2209592"/>
                  <a:pt x="9605661" y="2209592"/>
                </a:cubicBezTo>
                <a:cubicBezTo>
                  <a:pt x="9603953" y="2209592"/>
                  <a:pt x="9602333" y="2210240"/>
                  <a:pt x="9600801" y="2211536"/>
                </a:cubicBezTo>
                <a:cubicBezTo>
                  <a:pt x="9598386" y="2213539"/>
                  <a:pt x="9596559" y="2216396"/>
                  <a:pt x="9595322" y="2220108"/>
                </a:cubicBezTo>
                <a:cubicBezTo>
                  <a:pt x="9593437" y="2225822"/>
                  <a:pt x="9592495" y="2232126"/>
                  <a:pt x="9592495" y="2239018"/>
                </a:cubicBezTo>
                <a:lnTo>
                  <a:pt x="9592495" y="2258017"/>
                </a:lnTo>
                <a:lnTo>
                  <a:pt x="9592583" y="2262966"/>
                </a:lnTo>
                <a:cubicBezTo>
                  <a:pt x="9592583" y="2266324"/>
                  <a:pt x="9592789" y="2268474"/>
                  <a:pt x="9593201" y="2269417"/>
                </a:cubicBezTo>
                <a:cubicBezTo>
                  <a:pt x="9593908" y="2271007"/>
                  <a:pt x="9594954" y="2272171"/>
                  <a:pt x="9596339" y="2272907"/>
                </a:cubicBezTo>
                <a:cubicBezTo>
                  <a:pt x="9597723" y="2273643"/>
                  <a:pt x="9600065" y="2274100"/>
                  <a:pt x="9603364" y="2274277"/>
                </a:cubicBezTo>
                <a:lnTo>
                  <a:pt x="9603364" y="2277458"/>
                </a:lnTo>
                <a:lnTo>
                  <a:pt x="9558739" y="2277458"/>
                </a:lnTo>
                <a:lnTo>
                  <a:pt x="9558739" y="2274277"/>
                </a:lnTo>
                <a:cubicBezTo>
                  <a:pt x="9562332" y="2273982"/>
                  <a:pt x="9564762" y="2272995"/>
                  <a:pt x="9566029" y="2271316"/>
                </a:cubicBezTo>
                <a:cubicBezTo>
                  <a:pt x="9567295" y="2269637"/>
                  <a:pt x="9567929" y="2265204"/>
                  <a:pt x="9567929" y="2258017"/>
                </a:cubicBezTo>
                <a:lnTo>
                  <a:pt x="9567929" y="2212332"/>
                </a:lnTo>
                <a:cubicBezTo>
                  <a:pt x="9567929" y="2207619"/>
                  <a:pt x="9567693" y="2204614"/>
                  <a:pt x="9567222" y="2203318"/>
                </a:cubicBezTo>
                <a:cubicBezTo>
                  <a:pt x="9566633" y="2201669"/>
                  <a:pt x="9565778" y="2200461"/>
                  <a:pt x="9564659" y="2199695"/>
                </a:cubicBezTo>
                <a:cubicBezTo>
                  <a:pt x="9563540" y="2198929"/>
                  <a:pt x="9561566" y="2198399"/>
                  <a:pt x="9558739" y="2198105"/>
                </a:cubicBezTo>
                <a:lnTo>
                  <a:pt x="9558739" y="2194835"/>
                </a:lnTo>
                <a:lnTo>
                  <a:pt x="9592495" y="2194835"/>
                </a:lnTo>
                <a:lnTo>
                  <a:pt x="9592495" y="2213569"/>
                </a:lnTo>
                <a:cubicBezTo>
                  <a:pt x="9597973" y="2205027"/>
                  <a:pt x="9602775" y="2199356"/>
                  <a:pt x="9606898" y="2196558"/>
                </a:cubicBezTo>
                <a:cubicBezTo>
                  <a:pt x="9611022" y="2193760"/>
                  <a:pt x="9614999" y="2192361"/>
                  <a:pt x="9618828" y="2192361"/>
                </a:cubicBezTo>
                <a:close/>
                <a:moveTo>
                  <a:pt x="9510746" y="2192361"/>
                </a:moveTo>
                <a:cubicBezTo>
                  <a:pt x="9519111" y="2192361"/>
                  <a:pt x="9526372" y="2195792"/>
                  <a:pt x="9532528" y="2202655"/>
                </a:cubicBezTo>
                <a:cubicBezTo>
                  <a:pt x="9538685" y="2209519"/>
                  <a:pt x="9541998" y="2219695"/>
                  <a:pt x="9542470" y="2233186"/>
                </a:cubicBezTo>
                <a:lnTo>
                  <a:pt x="9497138" y="2233186"/>
                </a:lnTo>
                <a:cubicBezTo>
                  <a:pt x="9497668" y="2244144"/>
                  <a:pt x="9500584" y="2252804"/>
                  <a:pt x="9505886" y="2259166"/>
                </a:cubicBezTo>
                <a:cubicBezTo>
                  <a:pt x="9509951" y="2264056"/>
                  <a:pt x="9514840" y="2266500"/>
                  <a:pt x="9520555" y="2266500"/>
                </a:cubicBezTo>
                <a:cubicBezTo>
                  <a:pt x="9524089" y="2266500"/>
                  <a:pt x="9527300" y="2265514"/>
                  <a:pt x="9530187" y="2263540"/>
                </a:cubicBezTo>
                <a:cubicBezTo>
                  <a:pt x="9533073" y="2261567"/>
                  <a:pt x="9536166" y="2258017"/>
                  <a:pt x="9539465" y="2252892"/>
                </a:cubicBezTo>
                <a:lnTo>
                  <a:pt x="9542470" y="2254836"/>
                </a:lnTo>
                <a:cubicBezTo>
                  <a:pt x="9537993" y="2263967"/>
                  <a:pt x="9533044" y="2270433"/>
                  <a:pt x="9527624" y="2274232"/>
                </a:cubicBezTo>
                <a:cubicBezTo>
                  <a:pt x="9522204" y="2278032"/>
                  <a:pt x="9515930" y="2279932"/>
                  <a:pt x="9508802" y="2279932"/>
                </a:cubicBezTo>
                <a:cubicBezTo>
                  <a:pt x="9496549" y="2279932"/>
                  <a:pt x="9487270" y="2275219"/>
                  <a:pt x="9480967" y="2265793"/>
                </a:cubicBezTo>
                <a:cubicBezTo>
                  <a:pt x="9475900" y="2258194"/>
                  <a:pt x="9473367" y="2248768"/>
                  <a:pt x="9473367" y="2237516"/>
                </a:cubicBezTo>
                <a:cubicBezTo>
                  <a:pt x="9473367" y="2223731"/>
                  <a:pt x="9477093" y="2212759"/>
                  <a:pt x="9484545" y="2204600"/>
                </a:cubicBezTo>
                <a:cubicBezTo>
                  <a:pt x="9491998" y="2196440"/>
                  <a:pt x="9500731" y="2192361"/>
                  <a:pt x="9510746" y="2192361"/>
                </a:cubicBezTo>
                <a:close/>
                <a:moveTo>
                  <a:pt x="9367871" y="2192361"/>
                </a:moveTo>
                <a:cubicBezTo>
                  <a:pt x="9376236" y="2192361"/>
                  <a:pt x="9383497" y="2195792"/>
                  <a:pt x="9389653" y="2202655"/>
                </a:cubicBezTo>
                <a:cubicBezTo>
                  <a:pt x="9395810" y="2209519"/>
                  <a:pt x="9399123" y="2219695"/>
                  <a:pt x="9399595" y="2233186"/>
                </a:cubicBezTo>
                <a:lnTo>
                  <a:pt x="9354263" y="2233186"/>
                </a:lnTo>
                <a:cubicBezTo>
                  <a:pt x="9354793" y="2244144"/>
                  <a:pt x="9357709" y="2252804"/>
                  <a:pt x="9363011" y="2259166"/>
                </a:cubicBezTo>
                <a:cubicBezTo>
                  <a:pt x="9367076" y="2264056"/>
                  <a:pt x="9371965" y="2266500"/>
                  <a:pt x="9377680" y="2266500"/>
                </a:cubicBezTo>
                <a:cubicBezTo>
                  <a:pt x="9381214" y="2266500"/>
                  <a:pt x="9384425" y="2265514"/>
                  <a:pt x="9387312" y="2263540"/>
                </a:cubicBezTo>
                <a:cubicBezTo>
                  <a:pt x="9390198" y="2261567"/>
                  <a:pt x="9393291" y="2258017"/>
                  <a:pt x="9396590" y="2252892"/>
                </a:cubicBezTo>
                <a:lnTo>
                  <a:pt x="9399595" y="2254836"/>
                </a:lnTo>
                <a:cubicBezTo>
                  <a:pt x="9395117" y="2263967"/>
                  <a:pt x="9390169" y="2270433"/>
                  <a:pt x="9384749" y="2274232"/>
                </a:cubicBezTo>
                <a:cubicBezTo>
                  <a:pt x="9379329" y="2278032"/>
                  <a:pt x="9373055" y="2279932"/>
                  <a:pt x="9365927" y="2279932"/>
                </a:cubicBezTo>
                <a:cubicBezTo>
                  <a:pt x="9353673" y="2279932"/>
                  <a:pt x="9344395" y="2275219"/>
                  <a:pt x="9338091" y="2265793"/>
                </a:cubicBezTo>
                <a:cubicBezTo>
                  <a:pt x="9333025" y="2258194"/>
                  <a:pt x="9330492" y="2248768"/>
                  <a:pt x="9330492" y="2237516"/>
                </a:cubicBezTo>
                <a:cubicBezTo>
                  <a:pt x="9330492" y="2223731"/>
                  <a:pt x="9334218" y="2212759"/>
                  <a:pt x="9341670" y="2204600"/>
                </a:cubicBezTo>
                <a:cubicBezTo>
                  <a:pt x="9349123" y="2196440"/>
                  <a:pt x="9357856" y="2192361"/>
                  <a:pt x="9367871" y="2192361"/>
                </a:cubicBezTo>
                <a:close/>
                <a:moveTo>
                  <a:pt x="9314028" y="2192361"/>
                </a:moveTo>
                <a:cubicBezTo>
                  <a:pt x="9317327" y="2192361"/>
                  <a:pt x="9319963" y="2193377"/>
                  <a:pt x="9321937" y="2195409"/>
                </a:cubicBezTo>
                <a:cubicBezTo>
                  <a:pt x="9323910" y="2197442"/>
                  <a:pt x="9324897" y="2200314"/>
                  <a:pt x="9324897" y="2204025"/>
                </a:cubicBezTo>
                <a:cubicBezTo>
                  <a:pt x="9324897" y="2207972"/>
                  <a:pt x="9323940" y="2211036"/>
                  <a:pt x="9322025" y="2213215"/>
                </a:cubicBezTo>
                <a:cubicBezTo>
                  <a:pt x="9320110" y="2215395"/>
                  <a:pt x="9317798" y="2216485"/>
                  <a:pt x="9315088" y="2216485"/>
                </a:cubicBezTo>
                <a:cubicBezTo>
                  <a:pt x="9311966" y="2216485"/>
                  <a:pt x="9309256" y="2215483"/>
                  <a:pt x="9306959" y="2213480"/>
                </a:cubicBezTo>
                <a:cubicBezTo>
                  <a:pt x="9304661" y="2211477"/>
                  <a:pt x="9303306" y="2210358"/>
                  <a:pt x="9302894" y="2210122"/>
                </a:cubicBezTo>
                <a:cubicBezTo>
                  <a:pt x="9302305" y="2209769"/>
                  <a:pt x="9301627" y="2209592"/>
                  <a:pt x="9300861" y="2209592"/>
                </a:cubicBezTo>
                <a:cubicBezTo>
                  <a:pt x="9299153" y="2209592"/>
                  <a:pt x="9297533" y="2210240"/>
                  <a:pt x="9296001" y="2211536"/>
                </a:cubicBezTo>
                <a:cubicBezTo>
                  <a:pt x="9293586" y="2213539"/>
                  <a:pt x="9291759" y="2216396"/>
                  <a:pt x="9290522" y="2220108"/>
                </a:cubicBezTo>
                <a:cubicBezTo>
                  <a:pt x="9288637" y="2225822"/>
                  <a:pt x="9287695" y="2232126"/>
                  <a:pt x="9287695" y="2239018"/>
                </a:cubicBezTo>
                <a:lnTo>
                  <a:pt x="9287695" y="2258017"/>
                </a:lnTo>
                <a:lnTo>
                  <a:pt x="9287783" y="2262966"/>
                </a:lnTo>
                <a:cubicBezTo>
                  <a:pt x="9287783" y="2266324"/>
                  <a:pt x="9287989" y="2268474"/>
                  <a:pt x="9288401" y="2269417"/>
                </a:cubicBezTo>
                <a:cubicBezTo>
                  <a:pt x="9289108" y="2271007"/>
                  <a:pt x="9290154" y="2272171"/>
                  <a:pt x="9291539" y="2272907"/>
                </a:cubicBezTo>
                <a:cubicBezTo>
                  <a:pt x="9292923" y="2273643"/>
                  <a:pt x="9295265" y="2274100"/>
                  <a:pt x="9298564" y="2274277"/>
                </a:cubicBezTo>
                <a:lnTo>
                  <a:pt x="9298564" y="2277458"/>
                </a:lnTo>
                <a:lnTo>
                  <a:pt x="9253939" y="2277458"/>
                </a:lnTo>
                <a:lnTo>
                  <a:pt x="9253939" y="2274277"/>
                </a:lnTo>
                <a:cubicBezTo>
                  <a:pt x="9257532" y="2273982"/>
                  <a:pt x="9259962" y="2272995"/>
                  <a:pt x="9261229" y="2271316"/>
                </a:cubicBezTo>
                <a:cubicBezTo>
                  <a:pt x="9262495" y="2269637"/>
                  <a:pt x="9263129" y="2265204"/>
                  <a:pt x="9263129" y="2258017"/>
                </a:cubicBezTo>
                <a:lnTo>
                  <a:pt x="9263129" y="2212332"/>
                </a:lnTo>
                <a:cubicBezTo>
                  <a:pt x="9263129" y="2207619"/>
                  <a:pt x="9262893" y="2204614"/>
                  <a:pt x="9262422" y="2203318"/>
                </a:cubicBezTo>
                <a:cubicBezTo>
                  <a:pt x="9261833" y="2201669"/>
                  <a:pt x="9260978" y="2200461"/>
                  <a:pt x="9259859" y="2199695"/>
                </a:cubicBezTo>
                <a:cubicBezTo>
                  <a:pt x="9258740" y="2198929"/>
                  <a:pt x="9256766" y="2198399"/>
                  <a:pt x="9253939" y="2198105"/>
                </a:cubicBezTo>
                <a:lnTo>
                  <a:pt x="9253939" y="2194835"/>
                </a:lnTo>
                <a:lnTo>
                  <a:pt x="9287695" y="2194835"/>
                </a:lnTo>
                <a:lnTo>
                  <a:pt x="9287695" y="2213569"/>
                </a:lnTo>
                <a:cubicBezTo>
                  <a:pt x="9293173" y="2205027"/>
                  <a:pt x="9297975" y="2199356"/>
                  <a:pt x="9302098" y="2196558"/>
                </a:cubicBezTo>
                <a:cubicBezTo>
                  <a:pt x="9306222" y="2193760"/>
                  <a:pt x="9310199" y="2192361"/>
                  <a:pt x="9314028" y="2192361"/>
                </a:cubicBezTo>
                <a:close/>
                <a:moveTo>
                  <a:pt x="9213034" y="2192361"/>
                </a:moveTo>
                <a:cubicBezTo>
                  <a:pt x="9219102" y="2192361"/>
                  <a:pt x="9224625" y="2194275"/>
                  <a:pt x="9229603" y="2198105"/>
                </a:cubicBezTo>
                <a:cubicBezTo>
                  <a:pt x="9234581" y="2201934"/>
                  <a:pt x="9238366" y="2207221"/>
                  <a:pt x="9240958" y="2213966"/>
                </a:cubicBezTo>
                <a:cubicBezTo>
                  <a:pt x="9243550" y="2220712"/>
                  <a:pt x="9244846" y="2227973"/>
                  <a:pt x="9244846" y="2235749"/>
                </a:cubicBezTo>
                <a:cubicBezTo>
                  <a:pt x="9244846" y="2244114"/>
                  <a:pt x="9243506" y="2251758"/>
                  <a:pt x="9240825" y="2258680"/>
                </a:cubicBezTo>
                <a:cubicBezTo>
                  <a:pt x="9238145" y="2265602"/>
                  <a:pt x="9234257" y="2270875"/>
                  <a:pt x="9229161" y="2274498"/>
                </a:cubicBezTo>
                <a:cubicBezTo>
                  <a:pt x="9224065" y="2278121"/>
                  <a:pt x="9218395" y="2279932"/>
                  <a:pt x="9212150" y="2279932"/>
                </a:cubicBezTo>
                <a:cubicBezTo>
                  <a:pt x="9207614" y="2279932"/>
                  <a:pt x="9203373" y="2278931"/>
                  <a:pt x="9199426" y="2276928"/>
                </a:cubicBezTo>
                <a:cubicBezTo>
                  <a:pt x="9196480" y="2275396"/>
                  <a:pt x="9193387" y="2272774"/>
                  <a:pt x="9190147" y="2269063"/>
                </a:cubicBezTo>
                <a:lnTo>
                  <a:pt x="9190147" y="2299815"/>
                </a:lnTo>
                <a:cubicBezTo>
                  <a:pt x="9190147" y="2304056"/>
                  <a:pt x="9190486" y="2306943"/>
                  <a:pt x="9191163" y="2308475"/>
                </a:cubicBezTo>
                <a:cubicBezTo>
                  <a:pt x="9191841" y="2310006"/>
                  <a:pt x="9192887" y="2311126"/>
                  <a:pt x="9194300" y="2311833"/>
                </a:cubicBezTo>
                <a:cubicBezTo>
                  <a:pt x="9195714" y="2312539"/>
                  <a:pt x="9198483" y="2312893"/>
                  <a:pt x="9202607" y="2312893"/>
                </a:cubicBezTo>
                <a:lnTo>
                  <a:pt x="9202607" y="2316162"/>
                </a:lnTo>
                <a:lnTo>
                  <a:pt x="9155507" y="2316162"/>
                </a:lnTo>
                <a:lnTo>
                  <a:pt x="9155507" y="2312893"/>
                </a:lnTo>
                <a:cubicBezTo>
                  <a:pt x="9159160" y="2312775"/>
                  <a:pt x="9161870" y="2311744"/>
                  <a:pt x="9163637" y="2309800"/>
                </a:cubicBezTo>
                <a:cubicBezTo>
                  <a:pt x="9164815" y="2308445"/>
                  <a:pt x="9165404" y="2304940"/>
                  <a:pt x="9165404" y="2299284"/>
                </a:cubicBezTo>
                <a:lnTo>
                  <a:pt x="9165404" y="2212067"/>
                </a:lnTo>
                <a:cubicBezTo>
                  <a:pt x="9165404" y="2206234"/>
                  <a:pt x="9164727" y="2202508"/>
                  <a:pt x="9163372" y="2200888"/>
                </a:cubicBezTo>
                <a:cubicBezTo>
                  <a:pt x="9162017" y="2199268"/>
                  <a:pt x="9159395" y="2198340"/>
                  <a:pt x="9155507" y="2198105"/>
                </a:cubicBezTo>
                <a:lnTo>
                  <a:pt x="9155507" y="2194835"/>
                </a:lnTo>
                <a:lnTo>
                  <a:pt x="9190147" y="2194835"/>
                </a:lnTo>
                <a:lnTo>
                  <a:pt x="9190147" y="2205704"/>
                </a:lnTo>
                <a:cubicBezTo>
                  <a:pt x="9193034" y="2201463"/>
                  <a:pt x="9195979" y="2198399"/>
                  <a:pt x="9198984" y="2196514"/>
                </a:cubicBezTo>
                <a:cubicBezTo>
                  <a:pt x="9203284" y="2193745"/>
                  <a:pt x="9207968" y="2192361"/>
                  <a:pt x="9213034" y="2192361"/>
                </a:cubicBezTo>
                <a:close/>
                <a:moveTo>
                  <a:pt x="9074098" y="2192361"/>
                </a:moveTo>
                <a:cubicBezTo>
                  <a:pt x="9082640" y="2192361"/>
                  <a:pt x="9089430" y="2194511"/>
                  <a:pt x="9094467" y="2198812"/>
                </a:cubicBezTo>
                <a:cubicBezTo>
                  <a:pt x="9099504" y="2203112"/>
                  <a:pt x="9102022" y="2207913"/>
                  <a:pt x="9102022" y="2213215"/>
                </a:cubicBezTo>
                <a:cubicBezTo>
                  <a:pt x="9102022" y="2216573"/>
                  <a:pt x="9101006" y="2219254"/>
                  <a:pt x="9098974" y="2221257"/>
                </a:cubicBezTo>
                <a:cubicBezTo>
                  <a:pt x="9096941" y="2223260"/>
                  <a:pt x="9094275" y="2224261"/>
                  <a:pt x="9090976" y="2224261"/>
                </a:cubicBezTo>
                <a:cubicBezTo>
                  <a:pt x="9087501" y="2224261"/>
                  <a:pt x="9084629" y="2223112"/>
                  <a:pt x="9082361" y="2220815"/>
                </a:cubicBezTo>
                <a:cubicBezTo>
                  <a:pt x="9080093" y="2218517"/>
                  <a:pt x="9078693" y="2214423"/>
                  <a:pt x="9078163" y="2208532"/>
                </a:cubicBezTo>
                <a:cubicBezTo>
                  <a:pt x="9077810" y="2204820"/>
                  <a:pt x="9076955" y="2202228"/>
                  <a:pt x="9075601" y="2200756"/>
                </a:cubicBezTo>
                <a:cubicBezTo>
                  <a:pt x="9074246" y="2199283"/>
                  <a:pt x="9072655" y="2198546"/>
                  <a:pt x="9070829" y="2198546"/>
                </a:cubicBezTo>
                <a:cubicBezTo>
                  <a:pt x="9068001" y="2198546"/>
                  <a:pt x="9065586" y="2200049"/>
                  <a:pt x="9063583" y="2203053"/>
                </a:cubicBezTo>
                <a:cubicBezTo>
                  <a:pt x="9060519" y="2207589"/>
                  <a:pt x="9058988" y="2214541"/>
                  <a:pt x="9058988" y="2223908"/>
                </a:cubicBezTo>
                <a:cubicBezTo>
                  <a:pt x="9058988" y="2231684"/>
                  <a:pt x="9060225" y="2239121"/>
                  <a:pt x="9062699" y="2246220"/>
                </a:cubicBezTo>
                <a:cubicBezTo>
                  <a:pt x="9065173" y="2253319"/>
                  <a:pt x="9068561" y="2258606"/>
                  <a:pt x="9072861" y="2262082"/>
                </a:cubicBezTo>
                <a:cubicBezTo>
                  <a:pt x="9076101" y="2264615"/>
                  <a:pt x="9079931" y="2265882"/>
                  <a:pt x="9084349" y="2265882"/>
                </a:cubicBezTo>
                <a:cubicBezTo>
                  <a:pt x="9087235" y="2265882"/>
                  <a:pt x="9089975" y="2265204"/>
                  <a:pt x="9092567" y="2263849"/>
                </a:cubicBezTo>
                <a:cubicBezTo>
                  <a:pt x="9095159" y="2262494"/>
                  <a:pt x="9098222" y="2259932"/>
                  <a:pt x="9101757" y="2256161"/>
                </a:cubicBezTo>
                <a:lnTo>
                  <a:pt x="9104496" y="2258282"/>
                </a:lnTo>
                <a:cubicBezTo>
                  <a:pt x="9100608" y="2265587"/>
                  <a:pt x="9095763" y="2271022"/>
                  <a:pt x="9089960" y="2274586"/>
                </a:cubicBezTo>
                <a:cubicBezTo>
                  <a:pt x="9084157" y="2278150"/>
                  <a:pt x="9077986" y="2279932"/>
                  <a:pt x="9071447" y="2279932"/>
                </a:cubicBezTo>
                <a:cubicBezTo>
                  <a:pt x="9060431" y="2279932"/>
                  <a:pt x="9051624" y="2275779"/>
                  <a:pt x="9045026" y="2267472"/>
                </a:cubicBezTo>
                <a:cubicBezTo>
                  <a:pt x="9038428" y="2259166"/>
                  <a:pt x="9035129" y="2249181"/>
                  <a:pt x="9035129" y="2237516"/>
                </a:cubicBezTo>
                <a:cubicBezTo>
                  <a:pt x="9035129" y="2226264"/>
                  <a:pt x="9038133" y="2216367"/>
                  <a:pt x="9044142" y="2207825"/>
                </a:cubicBezTo>
                <a:cubicBezTo>
                  <a:pt x="9051388" y="2197515"/>
                  <a:pt x="9061374" y="2192361"/>
                  <a:pt x="9074098" y="2192361"/>
                </a:cubicBezTo>
                <a:close/>
                <a:moveTo>
                  <a:pt x="8937195" y="2192361"/>
                </a:moveTo>
                <a:cubicBezTo>
                  <a:pt x="8941672" y="2192361"/>
                  <a:pt x="8946002" y="2193451"/>
                  <a:pt x="8950185" y="2195630"/>
                </a:cubicBezTo>
                <a:cubicBezTo>
                  <a:pt x="8951776" y="2196514"/>
                  <a:pt x="8953072" y="2196956"/>
                  <a:pt x="8954073" y="2196956"/>
                </a:cubicBezTo>
                <a:cubicBezTo>
                  <a:pt x="8955133" y="2196956"/>
                  <a:pt x="8955988" y="2196735"/>
                  <a:pt x="8956636" y="2196293"/>
                </a:cubicBezTo>
                <a:cubicBezTo>
                  <a:pt x="8957284" y="2195851"/>
                  <a:pt x="8958315" y="2194599"/>
                  <a:pt x="8959729" y="2192537"/>
                </a:cubicBezTo>
                <a:lnTo>
                  <a:pt x="8962733" y="2192537"/>
                </a:lnTo>
                <a:lnTo>
                  <a:pt x="8964059" y="2220726"/>
                </a:lnTo>
                <a:lnTo>
                  <a:pt x="8961054" y="2220726"/>
                </a:lnTo>
                <a:cubicBezTo>
                  <a:pt x="8957460" y="2212361"/>
                  <a:pt x="8953734" y="2206647"/>
                  <a:pt x="8949876" y="2203583"/>
                </a:cubicBezTo>
                <a:cubicBezTo>
                  <a:pt x="8946017" y="2200520"/>
                  <a:pt x="8942173" y="2198988"/>
                  <a:pt x="8938344" y="2198988"/>
                </a:cubicBezTo>
                <a:cubicBezTo>
                  <a:pt x="8935928" y="2198988"/>
                  <a:pt x="8933867" y="2199798"/>
                  <a:pt x="8932158" y="2201418"/>
                </a:cubicBezTo>
                <a:cubicBezTo>
                  <a:pt x="8930450" y="2203038"/>
                  <a:pt x="8929596" y="2204909"/>
                  <a:pt x="8929596" y="2207030"/>
                </a:cubicBezTo>
                <a:cubicBezTo>
                  <a:pt x="8929596" y="2208620"/>
                  <a:pt x="8930185" y="2210152"/>
                  <a:pt x="8931363" y="2211625"/>
                </a:cubicBezTo>
                <a:cubicBezTo>
                  <a:pt x="8933248" y="2214040"/>
                  <a:pt x="8938521" y="2218178"/>
                  <a:pt x="8947181" y="2224040"/>
                </a:cubicBezTo>
                <a:cubicBezTo>
                  <a:pt x="8955840" y="2229902"/>
                  <a:pt x="8961540" y="2234880"/>
                  <a:pt x="8964279" y="2238974"/>
                </a:cubicBezTo>
                <a:cubicBezTo>
                  <a:pt x="8967019" y="2243068"/>
                  <a:pt x="8968389" y="2247649"/>
                  <a:pt x="8968389" y="2252715"/>
                </a:cubicBezTo>
                <a:cubicBezTo>
                  <a:pt x="8968389" y="2257310"/>
                  <a:pt x="8967240" y="2261817"/>
                  <a:pt x="8964942" y="2266235"/>
                </a:cubicBezTo>
                <a:cubicBezTo>
                  <a:pt x="8962645" y="2270654"/>
                  <a:pt x="8959405" y="2274041"/>
                  <a:pt x="8955222" y="2276397"/>
                </a:cubicBezTo>
                <a:cubicBezTo>
                  <a:pt x="8951039" y="2278754"/>
                  <a:pt x="8946415" y="2279932"/>
                  <a:pt x="8941348" y="2279932"/>
                </a:cubicBezTo>
                <a:cubicBezTo>
                  <a:pt x="8937401" y="2279932"/>
                  <a:pt x="8932129" y="2278695"/>
                  <a:pt x="8925531" y="2276221"/>
                </a:cubicBezTo>
                <a:cubicBezTo>
                  <a:pt x="8923763" y="2275573"/>
                  <a:pt x="8922556" y="2275249"/>
                  <a:pt x="8921908" y="2275249"/>
                </a:cubicBezTo>
                <a:cubicBezTo>
                  <a:pt x="8919964" y="2275249"/>
                  <a:pt x="8918343" y="2276721"/>
                  <a:pt x="8917047" y="2279667"/>
                </a:cubicBezTo>
                <a:lnTo>
                  <a:pt x="8914131" y="2279667"/>
                </a:lnTo>
                <a:lnTo>
                  <a:pt x="8912717" y="2249976"/>
                </a:lnTo>
                <a:lnTo>
                  <a:pt x="8915722" y="2249976"/>
                </a:lnTo>
                <a:cubicBezTo>
                  <a:pt x="8918373" y="2257752"/>
                  <a:pt x="8922011" y="2263584"/>
                  <a:pt x="8926635" y="2267472"/>
                </a:cubicBezTo>
                <a:cubicBezTo>
                  <a:pt x="8931260" y="2271361"/>
                  <a:pt x="8935634" y="2273305"/>
                  <a:pt x="8939758" y="2273305"/>
                </a:cubicBezTo>
                <a:cubicBezTo>
                  <a:pt x="8942585" y="2273305"/>
                  <a:pt x="8944898" y="2272436"/>
                  <a:pt x="8946695" y="2270698"/>
                </a:cubicBezTo>
                <a:cubicBezTo>
                  <a:pt x="8948491" y="2268960"/>
                  <a:pt x="8949390" y="2266854"/>
                  <a:pt x="8949390" y="2264380"/>
                </a:cubicBezTo>
                <a:cubicBezTo>
                  <a:pt x="8949390" y="2261552"/>
                  <a:pt x="8948506" y="2259107"/>
                  <a:pt x="8946739" y="2257045"/>
                </a:cubicBezTo>
                <a:cubicBezTo>
                  <a:pt x="8944971" y="2254983"/>
                  <a:pt x="8941024" y="2251861"/>
                  <a:pt x="8934898" y="2247678"/>
                </a:cubicBezTo>
                <a:cubicBezTo>
                  <a:pt x="8925884" y="2241434"/>
                  <a:pt x="8920052" y="2236662"/>
                  <a:pt x="8917401" y="2233363"/>
                </a:cubicBezTo>
                <a:cubicBezTo>
                  <a:pt x="8913513" y="2228532"/>
                  <a:pt x="8911569" y="2223201"/>
                  <a:pt x="8911569" y="2217369"/>
                </a:cubicBezTo>
                <a:cubicBezTo>
                  <a:pt x="8911569" y="2211006"/>
                  <a:pt x="8913763" y="2205248"/>
                  <a:pt x="8918152" y="2200093"/>
                </a:cubicBezTo>
                <a:cubicBezTo>
                  <a:pt x="8922541" y="2194938"/>
                  <a:pt x="8928889" y="2192361"/>
                  <a:pt x="8937195" y="2192361"/>
                </a:cubicBezTo>
                <a:close/>
                <a:moveTo>
                  <a:pt x="8731942" y="2192361"/>
                </a:moveTo>
                <a:cubicBezTo>
                  <a:pt x="8737244" y="2192361"/>
                  <a:pt x="8741692" y="2193598"/>
                  <a:pt x="8745286" y="2196072"/>
                </a:cubicBezTo>
                <a:cubicBezTo>
                  <a:pt x="8748879" y="2198546"/>
                  <a:pt x="8751648" y="2202317"/>
                  <a:pt x="8753592" y="2207383"/>
                </a:cubicBezTo>
                <a:cubicBezTo>
                  <a:pt x="8758305" y="2202081"/>
                  <a:pt x="8762827" y="2198252"/>
                  <a:pt x="8767157" y="2195895"/>
                </a:cubicBezTo>
                <a:cubicBezTo>
                  <a:pt x="8771487" y="2193539"/>
                  <a:pt x="8776008" y="2192361"/>
                  <a:pt x="8780721" y="2192361"/>
                </a:cubicBezTo>
                <a:cubicBezTo>
                  <a:pt x="8786435" y="2192361"/>
                  <a:pt x="8790986" y="2193671"/>
                  <a:pt x="8794374" y="2196293"/>
                </a:cubicBezTo>
                <a:cubicBezTo>
                  <a:pt x="8797761" y="2198915"/>
                  <a:pt x="8800117" y="2202243"/>
                  <a:pt x="8801443" y="2206278"/>
                </a:cubicBezTo>
                <a:cubicBezTo>
                  <a:pt x="8802768" y="2210314"/>
                  <a:pt x="8803431" y="2216750"/>
                  <a:pt x="8803431" y="2225587"/>
                </a:cubicBezTo>
                <a:lnTo>
                  <a:pt x="8803431" y="2259431"/>
                </a:lnTo>
                <a:cubicBezTo>
                  <a:pt x="8803431" y="2265793"/>
                  <a:pt x="8804006" y="2269740"/>
                  <a:pt x="8805154" y="2271272"/>
                </a:cubicBezTo>
                <a:cubicBezTo>
                  <a:pt x="8806303" y="2272804"/>
                  <a:pt x="8808704" y="2273805"/>
                  <a:pt x="8812356" y="2274277"/>
                </a:cubicBezTo>
                <a:lnTo>
                  <a:pt x="8812356" y="2277458"/>
                </a:lnTo>
                <a:lnTo>
                  <a:pt x="8769675" y="2277458"/>
                </a:lnTo>
                <a:lnTo>
                  <a:pt x="8769675" y="2274277"/>
                </a:lnTo>
                <a:cubicBezTo>
                  <a:pt x="8773033" y="2273982"/>
                  <a:pt x="8775507" y="2272686"/>
                  <a:pt x="8777098" y="2270389"/>
                </a:cubicBezTo>
                <a:cubicBezTo>
                  <a:pt x="8778158" y="2268798"/>
                  <a:pt x="8778688" y="2265145"/>
                  <a:pt x="8778688" y="2259431"/>
                </a:cubicBezTo>
                <a:lnTo>
                  <a:pt x="8778688" y="2223908"/>
                </a:lnTo>
                <a:cubicBezTo>
                  <a:pt x="8778688" y="2216544"/>
                  <a:pt x="8778394" y="2211860"/>
                  <a:pt x="8777805" y="2209857"/>
                </a:cubicBezTo>
                <a:cubicBezTo>
                  <a:pt x="8777216" y="2207854"/>
                  <a:pt x="8776288" y="2206367"/>
                  <a:pt x="8775021" y="2205395"/>
                </a:cubicBezTo>
                <a:cubicBezTo>
                  <a:pt x="8773755" y="2204423"/>
                  <a:pt x="8772267" y="2203937"/>
                  <a:pt x="8770559" y="2203937"/>
                </a:cubicBezTo>
                <a:cubicBezTo>
                  <a:pt x="8768026" y="2203937"/>
                  <a:pt x="8765463" y="2204865"/>
                  <a:pt x="8762871" y="2206720"/>
                </a:cubicBezTo>
                <a:cubicBezTo>
                  <a:pt x="8760279" y="2208576"/>
                  <a:pt x="8757657" y="2211360"/>
                  <a:pt x="8755006" y="2215071"/>
                </a:cubicBezTo>
                <a:lnTo>
                  <a:pt x="8755006" y="2259431"/>
                </a:lnTo>
                <a:cubicBezTo>
                  <a:pt x="8755006" y="2265381"/>
                  <a:pt x="8755507" y="2269122"/>
                  <a:pt x="8756508" y="2270654"/>
                </a:cubicBezTo>
                <a:cubicBezTo>
                  <a:pt x="8757863" y="2272833"/>
                  <a:pt x="8760455" y="2274041"/>
                  <a:pt x="8764285" y="2274277"/>
                </a:cubicBezTo>
                <a:lnTo>
                  <a:pt x="8764285" y="2277458"/>
                </a:lnTo>
                <a:lnTo>
                  <a:pt x="8721515" y="2277458"/>
                </a:lnTo>
                <a:lnTo>
                  <a:pt x="8721515" y="2274277"/>
                </a:lnTo>
                <a:cubicBezTo>
                  <a:pt x="8723813" y="2274159"/>
                  <a:pt x="8725624" y="2273584"/>
                  <a:pt x="8726950" y="2272554"/>
                </a:cubicBezTo>
                <a:cubicBezTo>
                  <a:pt x="8728275" y="2271523"/>
                  <a:pt x="8729159" y="2270285"/>
                  <a:pt x="8729601" y="2268842"/>
                </a:cubicBezTo>
                <a:cubicBezTo>
                  <a:pt x="8730043" y="2267399"/>
                  <a:pt x="8730264" y="2264262"/>
                  <a:pt x="8730264" y="2259431"/>
                </a:cubicBezTo>
                <a:lnTo>
                  <a:pt x="8730264" y="2223908"/>
                </a:lnTo>
                <a:cubicBezTo>
                  <a:pt x="8730264" y="2216426"/>
                  <a:pt x="8729969" y="2211742"/>
                  <a:pt x="8729380" y="2209857"/>
                </a:cubicBezTo>
                <a:cubicBezTo>
                  <a:pt x="8728791" y="2207972"/>
                  <a:pt x="8727804" y="2206499"/>
                  <a:pt x="8726420" y="2205439"/>
                </a:cubicBezTo>
                <a:cubicBezTo>
                  <a:pt x="8725035" y="2204379"/>
                  <a:pt x="8723548" y="2203848"/>
                  <a:pt x="8721957" y="2203848"/>
                </a:cubicBezTo>
                <a:cubicBezTo>
                  <a:pt x="8719601" y="2203848"/>
                  <a:pt x="8717450" y="2204467"/>
                  <a:pt x="8715506" y="2205704"/>
                </a:cubicBezTo>
                <a:cubicBezTo>
                  <a:pt x="8712737" y="2207530"/>
                  <a:pt x="8709792" y="2210653"/>
                  <a:pt x="8706670" y="2215071"/>
                </a:cubicBezTo>
                <a:lnTo>
                  <a:pt x="8706670" y="2259431"/>
                </a:lnTo>
                <a:cubicBezTo>
                  <a:pt x="8706670" y="2265263"/>
                  <a:pt x="8707244" y="2269107"/>
                  <a:pt x="8708393" y="2270963"/>
                </a:cubicBezTo>
                <a:cubicBezTo>
                  <a:pt x="8709542" y="2272819"/>
                  <a:pt x="8711942" y="2273923"/>
                  <a:pt x="8715595" y="2274277"/>
                </a:cubicBezTo>
                <a:lnTo>
                  <a:pt x="8715595" y="2277458"/>
                </a:lnTo>
                <a:lnTo>
                  <a:pt x="8673002" y="2277458"/>
                </a:lnTo>
                <a:lnTo>
                  <a:pt x="8673002" y="2274277"/>
                </a:lnTo>
                <a:cubicBezTo>
                  <a:pt x="8676478" y="2273923"/>
                  <a:pt x="8678952" y="2272804"/>
                  <a:pt x="8680425" y="2270919"/>
                </a:cubicBezTo>
                <a:cubicBezTo>
                  <a:pt x="8681426" y="2269623"/>
                  <a:pt x="8681927" y="2265793"/>
                  <a:pt x="8681927" y="2259431"/>
                </a:cubicBezTo>
                <a:lnTo>
                  <a:pt x="8681927" y="2212773"/>
                </a:lnTo>
                <a:cubicBezTo>
                  <a:pt x="8681927" y="2206529"/>
                  <a:pt x="8681353" y="2202641"/>
                  <a:pt x="8680204" y="2201109"/>
                </a:cubicBezTo>
                <a:cubicBezTo>
                  <a:pt x="8679055" y="2199577"/>
                  <a:pt x="8676654" y="2198576"/>
                  <a:pt x="8673002" y="2198105"/>
                </a:cubicBezTo>
                <a:lnTo>
                  <a:pt x="8673002" y="2194835"/>
                </a:lnTo>
                <a:lnTo>
                  <a:pt x="8706670" y="2194835"/>
                </a:lnTo>
                <a:lnTo>
                  <a:pt x="8706670" y="2205704"/>
                </a:lnTo>
                <a:cubicBezTo>
                  <a:pt x="8711206" y="2200756"/>
                  <a:pt x="8715403" y="2197295"/>
                  <a:pt x="8719262" y="2195321"/>
                </a:cubicBezTo>
                <a:cubicBezTo>
                  <a:pt x="8723121" y="2193347"/>
                  <a:pt x="8727347" y="2192361"/>
                  <a:pt x="8731942" y="2192361"/>
                </a:cubicBezTo>
                <a:close/>
                <a:moveTo>
                  <a:pt x="9461549" y="2154893"/>
                </a:moveTo>
                <a:cubicBezTo>
                  <a:pt x="9468795" y="2154893"/>
                  <a:pt x="9474171" y="2156248"/>
                  <a:pt x="9477676" y="2158958"/>
                </a:cubicBezTo>
                <a:cubicBezTo>
                  <a:pt x="9481181" y="2161668"/>
                  <a:pt x="9482934" y="2164672"/>
                  <a:pt x="9482934" y="2167972"/>
                </a:cubicBezTo>
                <a:cubicBezTo>
                  <a:pt x="9482934" y="2170623"/>
                  <a:pt x="9481844" y="2172920"/>
                  <a:pt x="9479664" y="2174864"/>
                </a:cubicBezTo>
                <a:cubicBezTo>
                  <a:pt x="9477485" y="2176808"/>
                  <a:pt x="9474598" y="2177780"/>
                  <a:pt x="9471004" y="2177780"/>
                </a:cubicBezTo>
                <a:cubicBezTo>
                  <a:pt x="9467941" y="2177780"/>
                  <a:pt x="9465511" y="2176985"/>
                  <a:pt x="9463714" y="2175394"/>
                </a:cubicBezTo>
                <a:cubicBezTo>
                  <a:pt x="9461917" y="2173804"/>
                  <a:pt x="9461019" y="2172036"/>
                  <a:pt x="9461019" y="2170092"/>
                </a:cubicBezTo>
                <a:cubicBezTo>
                  <a:pt x="9461019" y="2169562"/>
                  <a:pt x="9461196" y="2168472"/>
                  <a:pt x="9461549" y="2166823"/>
                </a:cubicBezTo>
                <a:cubicBezTo>
                  <a:pt x="9461785" y="2165821"/>
                  <a:pt x="9461903" y="2164879"/>
                  <a:pt x="9461903" y="2163995"/>
                </a:cubicBezTo>
                <a:cubicBezTo>
                  <a:pt x="9461903" y="2162758"/>
                  <a:pt x="9461549" y="2161845"/>
                  <a:pt x="9460842" y="2161256"/>
                </a:cubicBezTo>
                <a:cubicBezTo>
                  <a:pt x="9459900" y="2160372"/>
                  <a:pt x="9458751" y="2159930"/>
                  <a:pt x="9457396" y="2159930"/>
                </a:cubicBezTo>
                <a:cubicBezTo>
                  <a:pt x="9455687" y="2159930"/>
                  <a:pt x="9454259" y="2160637"/>
                  <a:pt x="9453110" y="2162051"/>
                </a:cubicBezTo>
                <a:cubicBezTo>
                  <a:pt x="9451961" y="2163465"/>
                  <a:pt x="9451387" y="2165733"/>
                  <a:pt x="9451387" y="2168855"/>
                </a:cubicBezTo>
                <a:lnTo>
                  <a:pt x="9451564" y="2184319"/>
                </a:lnTo>
                <a:lnTo>
                  <a:pt x="9451564" y="2194835"/>
                </a:lnTo>
                <a:lnTo>
                  <a:pt x="9463758" y="2194835"/>
                </a:lnTo>
                <a:lnTo>
                  <a:pt x="9463758" y="2203495"/>
                </a:lnTo>
                <a:lnTo>
                  <a:pt x="9451564" y="2203495"/>
                </a:lnTo>
                <a:lnTo>
                  <a:pt x="9451564" y="2260845"/>
                </a:lnTo>
                <a:cubicBezTo>
                  <a:pt x="9451564" y="2266383"/>
                  <a:pt x="9452153" y="2269858"/>
                  <a:pt x="9453331" y="2271272"/>
                </a:cubicBezTo>
                <a:cubicBezTo>
                  <a:pt x="9455216" y="2273452"/>
                  <a:pt x="9458692" y="2274453"/>
                  <a:pt x="9463758" y="2274277"/>
                </a:cubicBezTo>
                <a:lnTo>
                  <a:pt x="9463758" y="2277458"/>
                </a:lnTo>
                <a:lnTo>
                  <a:pt x="9415068" y="2277458"/>
                </a:lnTo>
                <a:lnTo>
                  <a:pt x="9415068" y="2274277"/>
                </a:lnTo>
                <a:cubicBezTo>
                  <a:pt x="9418780" y="2274218"/>
                  <a:pt x="9421416" y="2273791"/>
                  <a:pt x="9422977" y="2272995"/>
                </a:cubicBezTo>
                <a:cubicBezTo>
                  <a:pt x="9424538" y="2272200"/>
                  <a:pt x="9425613" y="2271095"/>
                  <a:pt x="9426202" y="2269682"/>
                </a:cubicBezTo>
                <a:cubicBezTo>
                  <a:pt x="9426791" y="2268268"/>
                  <a:pt x="9427086" y="2265322"/>
                  <a:pt x="9427086" y="2260845"/>
                </a:cubicBezTo>
                <a:lnTo>
                  <a:pt x="9427086" y="2203495"/>
                </a:lnTo>
                <a:lnTo>
                  <a:pt x="9415068" y="2203495"/>
                </a:lnTo>
                <a:lnTo>
                  <a:pt x="9415068" y="2194835"/>
                </a:lnTo>
                <a:lnTo>
                  <a:pt x="9427086" y="2194835"/>
                </a:lnTo>
                <a:lnTo>
                  <a:pt x="9427086" y="2188738"/>
                </a:lnTo>
                <a:lnTo>
                  <a:pt x="9426998" y="2184584"/>
                </a:lnTo>
                <a:cubicBezTo>
                  <a:pt x="9426998" y="2176101"/>
                  <a:pt x="9430105" y="2169032"/>
                  <a:pt x="9436320" y="2163376"/>
                </a:cubicBezTo>
                <a:cubicBezTo>
                  <a:pt x="9442535" y="2157721"/>
                  <a:pt x="9450945" y="2154893"/>
                  <a:pt x="9461549" y="2154893"/>
                </a:cubicBezTo>
                <a:close/>
                <a:moveTo>
                  <a:pt x="9006591" y="2154805"/>
                </a:moveTo>
                <a:cubicBezTo>
                  <a:pt x="9010420" y="2154805"/>
                  <a:pt x="9013660" y="2156145"/>
                  <a:pt x="9016311" y="2158826"/>
                </a:cubicBezTo>
                <a:cubicBezTo>
                  <a:pt x="9018962" y="2161506"/>
                  <a:pt x="9020288" y="2164731"/>
                  <a:pt x="9020288" y="2168502"/>
                </a:cubicBezTo>
                <a:cubicBezTo>
                  <a:pt x="9020288" y="2172272"/>
                  <a:pt x="9018947" y="2175483"/>
                  <a:pt x="9016267" y="2178134"/>
                </a:cubicBezTo>
                <a:cubicBezTo>
                  <a:pt x="9013586" y="2180785"/>
                  <a:pt x="9010361" y="2182110"/>
                  <a:pt x="9006591" y="2182110"/>
                </a:cubicBezTo>
                <a:cubicBezTo>
                  <a:pt x="9002821" y="2182110"/>
                  <a:pt x="8999610" y="2180785"/>
                  <a:pt x="8996959" y="2178134"/>
                </a:cubicBezTo>
                <a:cubicBezTo>
                  <a:pt x="8994308" y="2175483"/>
                  <a:pt x="8992982" y="2172272"/>
                  <a:pt x="8992982" y="2168502"/>
                </a:cubicBezTo>
                <a:cubicBezTo>
                  <a:pt x="8992982" y="2164731"/>
                  <a:pt x="8994308" y="2161506"/>
                  <a:pt x="8996959" y="2158826"/>
                </a:cubicBezTo>
                <a:cubicBezTo>
                  <a:pt x="8999610" y="2156145"/>
                  <a:pt x="9002821" y="2154805"/>
                  <a:pt x="9006591" y="2154805"/>
                </a:cubicBezTo>
                <a:close/>
                <a:moveTo>
                  <a:pt x="564539" y="2153881"/>
                </a:moveTo>
                <a:cubicBezTo>
                  <a:pt x="555644" y="2157415"/>
                  <a:pt x="549900" y="2159919"/>
                  <a:pt x="547307" y="2161392"/>
                </a:cubicBezTo>
                <a:cubicBezTo>
                  <a:pt x="542654" y="2163984"/>
                  <a:pt x="539325" y="2166694"/>
                  <a:pt x="537322" y="2169522"/>
                </a:cubicBezTo>
                <a:cubicBezTo>
                  <a:pt x="535319" y="2172349"/>
                  <a:pt x="534318" y="2175442"/>
                  <a:pt x="534318" y="2178800"/>
                </a:cubicBezTo>
                <a:cubicBezTo>
                  <a:pt x="534318" y="2183042"/>
                  <a:pt x="535584" y="2186562"/>
                  <a:pt x="538118" y="2189360"/>
                </a:cubicBezTo>
                <a:cubicBezTo>
                  <a:pt x="540651" y="2192158"/>
                  <a:pt x="543567" y="2193557"/>
                  <a:pt x="546866" y="2193557"/>
                </a:cubicBezTo>
                <a:cubicBezTo>
                  <a:pt x="551343" y="2193557"/>
                  <a:pt x="557234" y="2190612"/>
                  <a:pt x="564539" y="2184721"/>
                </a:cubicBezTo>
                <a:close/>
                <a:moveTo>
                  <a:pt x="463987" y="2131347"/>
                </a:moveTo>
                <a:cubicBezTo>
                  <a:pt x="460865" y="2131347"/>
                  <a:pt x="457742" y="2132142"/>
                  <a:pt x="454620" y="2133733"/>
                </a:cubicBezTo>
                <a:cubicBezTo>
                  <a:pt x="452264" y="2134911"/>
                  <a:pt x="449259" y="2137268"/>
                  <a:pt x="445607" y="2140802"/>
                </a:cubicBezTo>
                <a:lnTo>
                  <a:pt x="445607" y="2189227"/>
                </a:lnTo>
                <a:cubicBezTo>
                  <a:pt x="448611" y="2192173"/>
                  <a:pt x="451719" y="2194397"/>
                  <a:pt x="454929" y="2195899"/>
                </a:cubicBezTo>
                <a:cubicBezTo>
                  <a:pt x="458140" y="2197401"/>
                  <a:pt x="461424" y="2198152"/>
                  <a:pt x="464782" y="2198152"/>
                </a:cubicBezTo>
                <a:cubicBezTo>
                  <a:pt x="470143" y="2198152"/>
                  <a:pt x="475136" y="2195207"/>
                  <a:pt x="479761" y="2189316"/>
                </a:cubicBezTo>
                <a:cubicBezTo>
                  <a:pt x="484385" y="2183425"/>
                  <a:pt x="486697" y="2174853"/>
                  <a:pt x="486697" y="2163601"/>
                </a:cubicBezTo>
                <a:cubicBezTo>
                  <a:pt x="486697" y="2153233"/>
                  <a:pt x="484385" y="2145265"/>
                  <a:pt x="479761" y="2139698"/>
                </a:cubicBezTo>
                <a:cubicBezTo>
                  <a:pt x="475136" y="2134131"/>
                  <a:pt x="469878" y="2131347"/>
                  <a:pt x="463987" y="2131347"/>
                </a:cubicBezTo>
                <a:close/>
                <a:moveTo>
                  <a:pt x="1266543" y="2124985"/>
                </a:moveTo>
                <a:cubicBezTo>
                  <a:pt x="1261653" y="2124985"/>
                  <a:pt x="1257279" y="2126885"/>
                  <a:pt x="1253420" y="2130684"/>
                </a:cubicBezTo>
                <a:cubicBezTo>
                  <a:pt x="1249562" y="2134484"/>
                  <a:pt x="1247308" y="2139771"/>
                  <a:pt x="1246660" y="2146546"/>
                </a:cubicBezTo>
                <a:lnTo>
                  <a:pt x="1284128" y="2146546"/>
                </a:lnTo>
                <a:cubicBezTo>
                  <a:pt x="1283833" y="2141362"/>
                  <a:pt x="1283214" y="2137710"/>
                  <a:pt x="1282272" y="2135589"/>
                </a:cubicBezTo>
                <a:cubicBezTo>
                  <a:pt x="1280799" y="2132290"/>
                  <a:pt x="1278605" y="2129698"/>
                  <a:pt x="1275689" y="2127812"/>
                </a:cubicBezTo>
                <a:cubicBezTo>
                  <a:pt x="1272772" y="2125927"/>
                  <a:pt x="1269724" y="2124985"/>
                  <a:pt x="1266543" y="2124985"/>
                </a:cubicBezTo>
                <a:close/>
                <a:moveTo>
                  <a:pt x="704568" y="2124985"/>
                </a:moveTo>
                <a:cubicBezTo>
                  <a:pt x="699678" y="2124985"/>
                  <a:pt x="695304" y="2126885"/>
                  <a:pt x="691445" y="2130684"/>
                </a:cubicBezTo>
                <a:cubicBezTo>
                  <a:pt x="687587" y="2134484"/>
                  <a:pt x="685333" y="2139771"/>
                  <a:pt x="684685" y="2146546"/>
                </a:cubicBezTo>
                <a:lnTo>
                  <a:pt x="722153" y="2146546"/>
                </a:lnTo>
                <a:cubicBezTo>
                  <a:pt x="721858" y="2141362"/>
                  <a:pt x="721240" y="2137710"/>
                  <a:pt x="720297" y="2135589"/>
                </a:cubicBezTo>
                <a:cubicBezTo>
                  <a:pt x="718824" y="2132290"/>
                  <a:pt x="716630" y="2129698"/>
                  <a:pt x="713714" y="2127812"/>
                </a:cubicBezTo>
                <a:cubicBezTo>
                  <a:pt x="710797" y="2125927"/>
                  <a:pt x="707749" y="2124985"/>
                  <a:pt x="704568" y="2124985"/>
                </a:cubicBezTo>
                <a:close/>
                <a:moveTo>
                  <a:pt x="907951" y="2124543"/>
                </a:moveTo>
                <a:cubicBezTo>
                  <a:pt x="904828" y="2124543"/>
                  <a:pt x="901691" y="2125471"/>
                  <a:pt x="898540" y="2127326"/>
                </a:cubicBezTo>
                <a:cubicBezTo>
                  <a:pt x="895388" y="2129182"/>
                  <a:pt x="892840" y="2132437"/>
                  <a:pt x="890896" y="2137091"/>
                </a:cubicBezTo>
                <a:cubicBezTo>
                  <a:pt x="888952" y="2141745"/>
                  <a:pt x="887980" y="2147724"/>
                  <a:pt x="887980" y="2155029"/>
                </a:cubicBezTo>
                <a:cubicBezTo>
                  <a:pt x="887980" y="2166812"/>
                  <a:pt x="890321" y="2176974"/>
                  <a:pt x="895005" y="2185516"/>
                </a:cubicBezTo>
                <a:cubicBezTo>
                  <a:pt x="899688" y="2194058"/>
                  <a:pt x="905859" y="2198329"/>
                  <a:pt x="913518" y="2198329"/>
                </a:cubicBezTo>
                <a:cubicBezTo>
                  <a:pt x="919232" y="2198329"/>
                  <a:pt x="923945" y="2195973"/>
                  <a:pt x="927656" y="2191260"/>
                </a:cubicBezTo>
                <a:cubicBezTo>
                  <a:pt x="931368" y="2186547"/>
                  <a:pt x="933223" y="2178447"/>
                  <a:pt x="933223" y="2166959"/>
                </a:cubicBezTo>
                <a:cubicBezTo>
                  <a:pt x="933223" y="2152585"/>
                  <a:pt x="930130" y="2141274"/>
                  <a:pt x="923945" y="2133026"/>
                </a:cubicBezTo>
                <a:cubicBezTo>
                  <a:pt x="919762" y="2127371"/>
                  <a:pt x="914431" y="2124543"/>
                  <a:pt x="907951" y="2124543"/>
                </a:cubicBezTo>
                <a:close/>
                <a:moveTo>
                  <a:pt x="785716" y="2124189"/>
                </a:moveTo>
                <a:cubicBezTo>
                  <a:pt x="780532" y="2124189"/>
                  <a:pt x="775908" y="2126516"/>
                  <a:pt x="771842" y="2131170"/>
                </a:cubicBezTo>
                <a:cubicBezTo>
                  <a:pt x="766482" y="2137297"/>
                  <a:pt x="763801" y="2146252"/>
                  <a:pt x="763801" y="2158034"/>
                </a:cubicBezTo>
                <a:cubicBezTo>
                  <a:pt x="763801" y="2169934"/>
                  <a:pt x="766393" y="2179050"/>
                  <a:pt x="771578" y="2185383"/>
                </a:cubicBezTo>
                <a:cubicBezTo>
                  <a:pt x="776762" y="2191716"/>
                  <a:pt x="782535" y="2194883"/>
                  <a:pt x="788897" y="2194883"/>
                </a:cubicBezTo>
                <a:cubicBezTo>
                  <a:pt x="794258" y="2194883"/>
                  <a:pt x="799442" y="2192202"/>
                  <a:pt x="804450" y="2186841"/>
                </a:cubicBezTo>
                <a:lnTo>
                  <a:pt x="804450" y="2145132"/>
                </a:lnTo>
                <a:cubicBezTo>
                  <a:pt x="804097" y="2141126"/>
                  <a:pt x="803036" y="2137474"/>
                  <a:pt x="801269" y="2134175"/>
                </a:cubicBezTo>
                <a:cubicBezTo>
                  <a:pt x="799502" y="2130876"/>
                  <a:pt x="797160" y="2128387"/>
                  <a:pt x="794244" y="2126708"/>
                </a:cubicBezTo>
                <a:cubicBezTo>
                  <a:pt x="791327" y="2125029"/>
                  <a:pt x="788485" y="2124189"/>
                  <a:pt x="785716" y="2124189"/>
                </a:cubicBezTo>
                <a:close/>
                <a:moveTo>
                  <a:pt x="1333288" y="2118799"/>
                </a:moveTo>
                <a:lnTo>
                  <a:pt x="1337175" y="2118799"/>
                </a:lnTo>
                <a:lnTo>
                  <a:pt x="1337175" y="2183837"/>
                </a:lnTo>
                <a:cubicBezTo>
                  <a:pt x="1337175" y="2188903"/>
                  <a:pt x="1337544" y="2192276"/>
                  <a:pt x="1338280" y="2193955"/>
                </a:cubicBezTo>
                <a:cubicBezTo>
                  <a:pt x="1339017" y="2195634"/>
                  <a:pt x="1340106" y="2196886"/>
                  <a:pt x="1341550" y="2197711"/>
                </a:cubicBezTo>
                <a:lnTo>
                  <a:pt x="1346164" y="2198432"/>
                </a:lnTo>
                <a:lnTo>
                  <a:pt x="1352919" y="2197004"/>
                </a:lnTo>
                <a:cubicBezTo>
                  <a:pt x="1354392" y="2196061"/>
                  <a:pt x="1355423" y="2194559"/>
                  <a:pt x="1356012" y="2192497"/>
                </a:cubicBezTo>
                <a:cubicBezTo>
                  <a:pt x="1356306" y="2191495"/>
                  <a:pt x="1356453" y="2188638"/>
                  <a:pt x="1356453" y="2183925"/>
                </a:cubicBezTo>
                <a:lnTo>
                  <a:pt x="1356453" y="2152555"/>
                </a:lnTo>
                <a:cubicBezTo>
                  <a:pt x="1356453" y="2143129"/>
                  <a:pt x="1356262" y="2137518"/>
                  <a:pt x="1355879" y="2135721"/>
                </a:cubicBezTo>
                <a:cubicBezTo>
                  <a:pt x="1355496" y="2133924"/>
                  <a:pt x="1354789" y="2132614"/>
                  <a:pt x="1353758" y="2131789"/>
                </a:cubicBezTo>
                <a:cubicBezTo>
                  <a:pt x="1352727" y="2130964"/>
                  <a:pt x="1351446" y="2130552"/>
                  <a:pt x="1349914" y="2130552"/>
                </a:cubicBezTo>
                <a:cubicBezTo>
                  <a:pt x="1348088" y="2130552"/>
                  <a:pt x="1346026" y="2130994"/>
                  <a:pt x="1343729" y="2131877"/>
                </a:cubicBezTo>
                <a:lnTo>
                  <a:pt x="1342845" y="2128696"/>
                </a:lnTo>
                <a:lnTo>
                  <a:pt x="1367323" y="2118799"/>
                </a:lnTo>
                <a:lnTo>
                  <a:pt x="1371034" y="2118799"/>
                </a:lnTo>
                <a:lnTo>
                  <a:pt x="1371034" y="2137003"/>
                </a:lnTo>
                <a:cubicBezTo>
                  <a:pt x="1377809" y="2124867"/>
                  <a:pt x="1384760" y="2118799"/>
                  <a:pt x="1391888" y="2118799"/>
                </a:cubicBezTo>
                <a:cubicBezTo>
                  <a:pt x="1395129" y="2118799"/>
                  <a:pt x="1397809" y="2119786"/>
                  <a:pt x="1399930" y="2121759"/>
                </a:cubicBezTo>
                <a:cubicBezTo>
                  <a:pt x="1402051" y="2123733"/>
                  <a:pt x="1403111" y="2126016"/>
                  <a:pt x="1403111" y="2128608"/>
                </a:cubicBezTo>
                <a:cubicBezTo>
                  <a:pt x="1403111" y="2130905"/>
                  <a:pt x="1402345" y="2132849"/>
                  <a:pt x="1400813" y="2134440"/>
                </a:cubicBezTo>
                <a:cubicBezTo>
                  <a:pt x="1399282" y="2136031"/>
                  <a:pt x="1397456" y="2136826"/>
                  <a:pt x="1395335" y="2136826"/>
                </a:cubicBezTo>
                <a:cubicBezTo>
                  <a:pt x="1393273" y="2136826"/>
                  <a:pt x="1390960" y="2135810"/>
                  <a:pt x="1388398" y="2133777"/>
                </a:cubicBezTo>
                <a:cubicBezTo>
                  <a:pt x="1385836" y="2131745"/>
                  <a:pt x="1383936" y="2130729"/>
                  <a:pt x="1382698" y="2130729"/>
                </a:cubicBezTo>
                <a:cubicBezTo>
                  <a:pt x="1381638" y="2130729"/>
                  <a:pt x="1380489" y="2131318"/>
                  <a:pt x="1379252" y="2132496"/>
                </a:cubicBezTo>
                <a:cubicBezTo>
                  <a:pt x="1376601" y="2134911"/>
                  <a:pt x="1373862" y="2138888"/>
                  <a:pt x="1371034" y="2144425"/>
                </a:cubicBezTo>
                <a:lnTo>
                  <a:pt x="1371034" y="2183218"/>
                </a:lnTo>
                <a:cubicBezTo>
                  <a:pt x="1371034" y="2187696"/>
                  <a:pt x="1371593" y="2191083"/>
                  <a:pt x="1372713" y="2193381"/>
                </a:cubicBezTo>
                <a:cubicBezTo>
                  <a:pt x="1373479" y="2194971"/>
                  <a:pt x="1374834" y="2196297"/>
                  <a:pt x="1376778" y="2197357"/>
                </a:cubicBezTo>
                <a:cubicBezTo>
                  <a:pt x="1378722" y="2198417"/>
                  <a:pt x="1381520" y="2198948"/>
                  <a:pt x="1385173" y="2198948"/>
                </a:cubicBezTo>
                <a:lnTo>
                  <a:pt x="1385173" y="2202129"/>
                </a:lnTo>
                <a:lnTo>
                  <a:pt x="1349458" y="2202129"/>
                </a:lnTo>
                <a:lnTo>
                  <a:pt x="1343729" y="2202129"/>
                </a:lnTo>
                <a:lnTo>
                  <a:pt x="1310135" y="2202129"/>
                </a:lnTo>
                <a:lnTo>
                  <a:pt x="1310135" y="2198948"/>
                </a:lnTo>
                <a:cubicBezTo>
                  <a:pt x="1314082" y="2198948"/>
                  <a:pt x="1316734" y="2198565"/>
                  <a:pt x="1318088" y="2197799"/>
                </a:cubicBezTo>
                <a:cubicBezTo>
                  <a:pt x="1319443" y="2197033"/>
                  <a:pt x="1320519" y="2195766"/>
                  <a:pt x="1321314" y="2193999"/>
                </a:cubicBezTo>
                <a:cubicBezTo>
                  <a:pt x="1322109" y="2192232"/>
                  <a:pt x="1322507" y="2188844"/>
                  <a:pt x="1322507" y="2183837"/>
                </a:cubicBezTo>
                <a:lnTo>
                  <a:pt x="1322507" y="2152643"/>
                </a:lnTo>
                <a:cubicBezTo>
                  <a:pt x="1322507" y="2143866"/>
                  <a:pt x="1322242" y="2138181"/>
                  <a:pt x="1321711" y="2135589"/>
                </a:cubicBezTo>
                <a:cubicBezTo>
                  <a:pt x="1321299" y="2133704"/>
                  <a:pt x="1320651" y="2132393"/>
                  <a:pt x="1319767" y="2131656"/>
                </a:cubicBezTo>
                <a:cubicBezTo>
                  <a:pt x="1318884" y="2130920"/>
                  <a:pt x="1317676" y="2130552"/>
                  <a:pt x="1316144" y="2130552"/>
                </a:cubicBezTo>
                <a:cubicBezTo>
                  <a:pt x="1314495" y="2130552"/>
                  <a:pt x="1312492" y="2130994"/>
                  <a:pt x="1310135" y="2131877"/>
                </a:cubicBezTo>
                <a:lnTo>
                  <a:pt x="1308898" y="2128696"/>
                </a:lnTo>
                <a:close/>
                <a:moveTo>
                  <a:pt x="986146" y="2118799"/>
                </a:moveTo>
                <a:lnTo>
                  <a:pt x="989946" y="2118799"/>
                </a:lnTo>
                <a:lnTo>
                  <a:pt x="989946" y="2135942"/>
                </a:lnTo>
                <a:cubicBezTo>
                  <a:pt x="999431" y="2124513"/>
                  <a:pt x="1008473" y="2118799"/>
                  <a:pt x="1017074" y="2118799"/>
                </a:cubicBezTo>
                <a:cubicBezTo>
                  <a:pt x="1021493" y="2118799"/>
                  <a:pt x="1025292" y="2119904"/>
                  <a:pt x="1028474" y="2122113"/>
                </a:cubicBezTo>
                <a:cubicBezTo>
                  <a:pt x="1031655" y="2124322"/>
                  <a:pt x="1034188" y="2127960"/>
                  <a:pt x="1036073" y="2133026"/>
                </a:cubicBezTo>
                <a:cubicBezTo>
                  <a:pt x="1037369" y="2136561"/>
                  <a:pt x="1038017" y="2141981"/>
                  <a:pt x="1038017" y="2149286"/>
                </a:cubicBezTo>
                <a:lnTo>
                  <a:pt x="1038017" y="2183837"/>
                </a:lnTo>
                <a:cubicBezTo>
                  <a:pt x="1038017" y="2188962"/>
                  <a:pt x="1038429" y="2192438"/>
                  <a:pt x="1039254" y="2194264"/>
                </a:cubicBezTo>
                <a:cubicBezTo>
                  <a:pt x="1039902" y="2195737"/>
                  <a:pt x="1040948" y="2196886"/>
                  <a:pt x="1042391" y="2197711"/>
                </a:cubicBezTo>
                <a:cubicBezTo>
                  <a:pt x="1043835" y="2198535"/>
                  <a:pt x="1046500" y="2198948"/>
                  <a:pt x="1050389" y="2198948"/>
                </a:cubicBezTo>
                <a:lnTo>
                  <a:pt x="1050389" y="2202129"/>
                </a:lnTo>
                <a:lnTo>
                  <a:pt x="1010359" y="2202129"/>
                </a:lnTo>
                <a:lnTo>
                  <a:pt x="1010359" y="2198948"/>
                </a:lnTo>
                <a:lnTo>
                  <a:pt x="1012037" y="2198948"/>
                </a:lnTo>
                <a:cubicBezTo>
                  <a:pt x="1015808" y="2198948"/>
                  <a:pt x="1018444" y="2198373"/>
                  <a:pt x="1019946" y="2197225"/>
                </a:cubicBezTo>
                <a:cubicBezTo>
                  <a:pt x="1021448" y="2196076"/>
                  <a:pt x="1022494" y="2194382"/>
                  <a:pt x="1023083" y="2192143"/>
                </a:cubicBezTo>
                <a:cubicBezTo>
                  <a:pt x="1023319" y="2191260"/>
                  <a:pt x="1023436" y="2188491"/>
                  <a:pt x="1023436" y="2183837"/>
                </a:cubicBezTo>
                <a:lnTo>
                  <a:pt x="1023436" y="2150699"/>
                </a:lnTo>
                <a:cubicBezTo>
                  <a:pt x="1023436" y="2143336"/>
                  <a:pt x="1022479" y="2137989"/>
                  <a:pt x="1020565" y="2134661"/>
                </a:cubicBezTo>
                <a:cubicBezTo>
                  <a:pt x="1018650" y="2131332"/>
                  <a:pt x="1015425" y="2129668"/>
                  <a:pt x="1010888" y="2129668"/>
                </a:cubicBezTo>
                <a:cubicBezTo>
                  <a:pt x="1003878" y="2129668"/>
                  <a:pt x="996897" y="2133497"/>
                  <a:pt x="989946" y="2141156"/>
                </a:cubicBezTo>
                <a:lnTo>
                  <a:pt x="989946" y="2183837"/>
                </a:lnTo>
                <a:cubicBezTo>
                  <a:pt x="989946" y="2189316"/>
                  <a:pt x="990270" y="2192703"/>
                  <a:pt x="990917" y="2193999"/>
                </a:cubicBezTo>
                <a:cubicBezTo>
                  <a:pt x="991742" y="2195708"/>
                  <a:pt x="992876" y="2196959"/>
                  <a:pt x="994320" y="2197755"/>
                </a:cubicBezTo>
                <a:cubicBezTo>
                  <a:pt x="995763" y="2198550"/>
                  <a:pt x="998694" y="2198948"/>
                  <a:pt x="1003112" y="2198948"/>
                </a:cubicBezTo>
                <a:lnTo>
                  <a:pt x="1003112" y="2202129"/>
                </a:lnTo>
                <a:lnTo>
                  <a:pt x="963082" y="2202129"/>
                </a:lnTo>
                <a:lnTo>
                  <a:pt x="963082" y="2198948"/>
                </a:lnTo>
                <a:lnTo>
                  <a:pt x="964850" y="2198948"/>
                </a:lnTo>
                <a:cubicBezTo>
                  <a:pt x="968973" y="2198948"/>
                  <a:pt x="971757" y="2197902"/>
                  <a:pt x="973200" y="2195811"/>
                </a:cubicBezTo>
                <a:cubicBezTo>
                  <a:pt x="974643" y="2193719"/>
                  <a:pt x="975365" y="2189728"/>
                  <a:pt x="975365" y="2183837"/>
                </a:cubicBezTo>
                <a:lnTo>
                  <a:pt x="975365" y="2153792"/>
                </a:lnTo>
                <a:cubicBezTo>
                  <a:pt x="975365" y="2144072"/>
                  <a:pt x="975144" y="2138151"/>
                  <a:pt x="974702" y="2136031"/>
                </a:cubicBezTo>
                <a:cubicBezTo>
                  <a:pt x="974260" y="2133910"/>
                  <a:pt x="973583" y="2132466"/>
                  <a:pt x="972670" y="2131701"/>
                </a:cubicBezTo>
                <a:cubicBezTo>
                  <a:pt x="971757" y="2130935"/>
                  <a:pt x="970534" y="2130552"/>
                  <a:pt x="969003" y="2130552"/>
                </a:cubicBezTo>
                <a:cubicBezTo>
                  <a:pt x="967353" y="2130552"/>
                  <a:pt x="965380" y="2130994"/>
                  <a:pt x="963082" y="2131877"/>
                </a:cubicBezTo>
                <a:lnTo>
                  <a:pt x="961757" y="2128696"/>
                </a:lnTo>
                <a:close/>
                <a:moveTo>
                  <a:pt x="910690" y="2118799"/>
                </a:moveTo>
                <a:cubicBezTo>
                  <a:pt x="922944" y="2118799"/>
                  <a:pt x="932782" y="2123453"/>
                  <a:pt x="940205" y="2132761"/>
                </a:cubicBezTo>
                <a:cubicBezTo>
                  <a:pt x="946508" y="2140714"/>
                  <a:pt x="949660" y="2149845"/>
                  <a:pt x="949660" y="2160155"/>
                </a:cubicBezTo>
                <a:cubicBezTo>
                  <a:pt x="949660" y="2167401"/>
                  <a:pt x="947921" y="2174735"/>
                  <a:pt x="944446" y="2182158"/>
                </a:cubicBezTo>
                <a:cubicBezTo>
                  <a:pt x="940970" y="2189581"/>
                  <a:pt x="936184" y="2195177"/>
                  <a:pt x="930087" y="2198948"/>
                </a:cubicBezTo>
                <a:cubicBezTo>
                  <a:pt x="923989" y="2202718"/>
                  <a:pt x="917200" y="2204603"/>
                  <a:pt x="909718" y="2204603"/>
                </a:cubicBezTo>
                <a:cubicBezTo>
                  <a:pt x="897523" y="2204603"/>
                  <a:pt x="887832" y="2199743"/>
                  <a:pt x="880645" y="2190023"/>
                </a:cubicBezTo>
                <a:cubicBezTo>
                  <a:pt x="874577" y="2181834"/>
                  <a:pt x="871543" y="2172644"/>
                  <a:pt x="871543" y="2162452"/>
                </a:cubicBezTo>
                <a:cubicBezTo>
                  <a:pt x="871543" y="2155029"/>
                  <a:pt x="873384" y="2147651"/>
                  <a:pt x="877066" y="2140316"/>
                </a:cubicBezTo>
                <a:cubicBezTo>
                  <a:pt x="880749" y="2132982"/>
                  <a:pt x="885594" y="2127562"/>
                  <a:pt x="891603" y="2124057"/>
                </a:cubicBezTo>
                <a:cubicBezTo>
                  <a:pt x="897612" y="2120552"/>
                  <a:pt x="903974" y="2118799"/>
                  <a:pt x="910690" y="2118799"/>
                </a:cubicBezTo>
                <a:close/>
                <a:moveTo>
                  <a:pt x="622624" y="2118799"/>
                </a:moveTo>
                <a:cubicBezTo>
                  <a:pt x="625805" y="2118799"/>
                  <a:pt x="629664" y="2119477"/>
                  <a:pt x="634200" y="2120831"/>
                </a:cubicBezTo>
                <a:cubicBezTo>
                  <a:pt x="637204" y="2121715"/>
                  <a:pt x="639207" y="2122157"/>
                  <a:pt x="640209" y="2122157"/>
                </a:cubicBezTo>
                <a:cubicBezTo>
                  <a:pt x="641151" y="2122157"/>
                  <a:pt x="641888" y="2121951"/>
                  <a:pt x="642418" y="2121538"/>
                </a:cubicBezTo>
                <a:cubicBezTo>
                  <a:pt x="642948" y="2121126"/>
                  <a:pt x="643567" y="2120213"/>
                  <a:pt x="644274" y="2118799"/>
                </a:cubicBezTo>
                <a:lnTo>
                  <a:pt x="647190" y="2118799"/>
                </a:lnTo>
                <a:lnTo>
                  <a:pt x="647190" y="2146369"/>
                </a:lnTo>
                <a:lnTo>
                  <a:pt x="644274" y="2146369"/>
                </a:lnTo>
                <a:cubicBezTo>
                  <a:pt x="642035" y="2137710"/>
                  <a:pt x="639163" y="2131818"/>
                  <a:pt x="635658" y="2128696"/>
                </a:cubicBezTo>
                <a:cubicBezTo>
                  <a:pt x="632153" y="2125574"/>
                  <a:pt x="627690" y="2124013"/>
                  <a:pt x="622271" y="2124013"/>
                </a:cubicBezTo>
                <a:cubicBezTo>
                  <a:pt x="618146" y="2124013"/>
                  <a:pt x="614818" y="2125103"/>
                  <a:pt x="612285" y="2127282"/>
                </a:cubicBezTo>
                <a:cubicBezTo>
                  <a:pt x="609752" y="2129462"/>
                  <a:pt x="608485" y="2131877"/>
                  <a:pt x="608485" y="2134528"/>
                </a:cubicBezTo>
                <a:cubicBezTo>
                  <a:pt x="608485" y="2137827"/>
                  <a:pt x="609428" y="2140655"/>
                  <a:pt x="611313" y="2143012"/>
                </a:cubicBezTo>
                <a:cubicBezTo>
                  <a:pt x="613139" y="2145427"/>
                  <a:pt x="616850" y="2147990"/>
                  <a:pt x="622447" y="2150699"/>
                </a:cubicBezTo>
                <a:lnTo>
                  <a:pt x="635349" y="2156973"/>
                </a:lnTo>
                <a:cubicBezTo>
                  <a:pt x="647308" y="2162806"/>
                  <a:pt x="653287" y="2170494"/>
                  <a:pt x="653287" y="2180037"/>
                </a:cubicBezTo>
                <a:cubicBezTo>
                  <a:pt x="653287" y="2187401"/>
                  <a:pt x="650504" y="2193336"/>
                  <a:pt x="644936" y="2197843"/>
                </a:cubicBezTo>
                <a:cubicBezTo>
                  <a:pt x="639369" y="2202350"/>
                  <a:pt x="633139" y="2204603"/>
                  <a:pt x="626247" y="2204603"/>
                </a:cubicBezTo>
                <a:cubicBezTo>
                  <a:pt x="621298" y="2204603"/>
                  <a:pt x="615643" y="2203719"/>
                  <a:pt x="609281" y="2201952"/>
                </a:cubicBezTo>
                <a:cubicBezTo>
                  <a:pt x="607336" y="2201363"/>
                  <a:pt x="605746" y="2201068"/>
                  <a:pt x="604509" y="2201068"/>
                </a:cubicBezTo>
                <a:cubicBezTo>
                  <a:pt x="603154" y="2201068"/>
                  <a:pt x="602093" y="2201834"/>
                  <a:pt x="601328" y="2203366"/>
                </a:cubicBezTo>
                <a:lnTo>
                  <a:pt x="598411" y="2203366"/>
                </a:lnTo>
                <a:lnTo>
                  <a:pt x="598411" y="2174470"/>
                </a:lnTo>
                <a:lnTo>
                  <a:pt x="601328" y="2174470"/>
                </a:lnTo>
                <a:cubicBezTo>
                  <a:pt x="602977" y="2182718"/>
                  <a:pt x="606129" y="2188933"/>
                  <a:pt x="610783" y="2193115"/>
                </a:cubicBezTo>
                <a:cubicBezTo>
                  <a:pt x="615437" y="2197298"/>
                  <a:pt x="620650" y="2199390"/>
                  <a:pt x="626424" y="2199390"/>
                </a:cubicBezTo>
                <a:cubicBezTo>
                  <a:pt x="630489" y="2199390"/>
                  <a:pt x="633803" y="2198197"/>
                  <a:pt x="636365" y="2195811"/>
                </a:cubicBezTo>
                <a:cubicBezTo>
                  <a:pt x="638927" y="2193425"/>
                  <a:pt x="640209" y="2190553"/>
                  <a:pt x="640209" y="2187195"/>
                </a:cubicBezTo>
                <a:cubicBezTo>
                  <a:pt x="640209" y="2183130"/>
                  <a:pt x="638780" y="2179713"/>
                  <a:pt x="635923" y="2176944"/>
                </a:cubicBezTo>
                <a:cubicBezTo>
                  <a:pt x="633066" y="2174175"/>
                  <a:pt x="627367" y="2170670"/>
                  <a:pt x="618824" y="2166429"/>
                </a:cubicBezTo>
                <a:cubicBezTo>
                  <a:pt x="610282" y="2162187"/>
                  <a:pt x="604685" y="2158358"/>
                  <a:pt x="602035" y="2154941"/>
                </a:cubicBezTo>
                <a:cubicBezTo>
                  <a:pt x="599384" y="2151583"/>
                  <a:pt x="598058" y="2147341"/>
                  <a:pt x="598058" y="2142216"/>
                </a:cubicBezTo>
                <a:cubicBezTo>
                  <a:pt x="598058" y="2135559"/>
                  <a:pt x="600341" y="2129992"/>
                  <a:pt x="604906" y="2125515"/>
                </a:cubicBezTo>
                <a:cubicBezTo>
                  <a:pt x="609472" y="2121038"/>
                  <a:pt x="615378" y="2118799"/>
                  <a:pt x="622624" y="2118799"/>
                </a:cubicBezTo>
                <a:close/>
                <a:moveTo>
                  <a:pt x="552167" y="2118799"/>
                </a:moveTo>
                <a:cubicBezTo>
                  <a:pt x="559355" y="2118799"/>
                  <a:pt x="565246" y="2120007"/>
                  <a:pt x="569841" y="2122422"/>
                </a:cubicBezTo>
                <a:cubicBezTo>
                  <a:pt x="573317" y="2124248"/>
                  <a:pt x="575879" y="2127106"/>
                  <a:pt x="577529" y="2130994"/>
                </a:cubicBezTo>
                <a:cubicBezTo>
                  <a:pt x="578589" y="2133527"/>
                  <a:pt x="579120" y="2138711"/>
                  <a:pt x="579120" y="2146546"/>
                </a:cubicBezTo>
                <a:lnTo>
                  <a:pt x="579120" y="2174028"/>
                </a:lnTo>
                <a:cubicBezTo>
                  <a:pt x="579120" y="2181746"/>
                  <a:pt x="579267" y="2186473"/>
                  <a:pt x="579562" y="2188211"/>
                </a:cubicBezTo>
                <a:cubicBezTo>
                  <a:pt x="579856" y="2189949"/>
                  <a:pt x="580342" y="2191112"/>
                  <a:pt x="581019" y="2191702"/>
                </a:cubicBezTo>
                <a:cubicBezTo>
                  <a:pt x="581697" y="2192291"/>
                  <a:pt x="582478" y="2192585"/>
                  <a:pt x="583361" y="2192585"/>
                </a:cubicBezTo>
                <a:cubicBezTo>
                  <a:pt x="584304" y="2192585"/>
                  <a:pt x="585129" y="2192379"/>
                  <a:pt x="585835" y="2191967"/>
                </a:cubicBezTo>
                <a:cubicBezTo>
                  <a:pt x="587073" y="2191201"/>
                  <a:pt x="589459" y="2189051"/>
                  <a:pt x="592993" y="2185516"/>
                </a:cubicBezTo>
                <a:lnTo>
                  <a:pt x="592993" y="2190464"/>
                </a:lnTo>
                <a:cubicBezTo>
                  <a:pt x="586395" y="2199301"/>
                  <a:pt x="580092" y="2203719"/>
                  <a:pt x="574083" y="2203719"/>
                </a:cubicBezTo>
                <a:cubicBezTo>
                  <a:pt x="571196" y="2203719"/>
                  <a:pt x="568898" y="2202718"/>
                  <a:pt x="567190" y="2200715"/>
                </a:cubicBezTo>
                <a:cubicBezTo>
                  <a:pt x="565482" y="2198712"/>
                  <a:pt x="564598" y="2195295"/>
                  <a:pt x="564539" y="2190464"/>
                </a:cubicBezTo>
                <a:cubicBezTo>
                  <a:pt x="556233" y="2196886"/>
                  <a:pt x="551019" y="2200597"/>
                  <a:pt x="548898" y="2201599"/>
                </a:cubicBezTo>
                <a:cubicBezTo>
                  <a:pt x="545717" y="2203071"/>
                  <a:pt x="542329" y="2203808"/>
                  <a:pt x="538736" y="2203808"/>
                </a:cubicBezTo>
                <a:cubicBezTo>
                  <a:pt x="533140" y="2203808"/>
                  <a:pt x="528529" y="2201893"/>
                  <a:pt x="524907" y="2198064"/>
                </a:cubicBezTo>
                <a:cubicBezTo>
                  <a:pt x="521284" y="2194235"/>
                  <a:pt x="519472" y="2189198"/>
                  <a:pt x="519472" y="2182953"/>
                </a:cubicBezTo>
                <a:cubicBezTo>
                  <a:pt x="519472" y="2179006"/>
                  <a:pt x="520356" y="2175589"/>
                  <a:pt x="522123" y="2172703"/>
                </a:cubicBezTo>
                <a:cubicBezTo>
                  <a:pt x="524538" y="2168697"/>
                  <a:pt x="528735" y="2164926"/>
                  <a:pt x="534715" y="2161392"/>
                </a:cubicBezTo>
                <a:cubicBezTo>
                  <a:pt x="540695" y="2157857"/>
                  <a:pt x="550636" y="2153557"/>
                  <a:pt x="564539" y="2148490"/>
                </a:cubicBezTo>
                <a:lnTo>
                  <a:pt x="564539" y="2145309"/>
                </a:lnTo>
                <a:cubicBezTo>
                  <a:pt x="564539" y="2137238"/>
                  <a:pt x="563258" y="2131701"/>
                  <a:pt x="560695" y="2128696"/>
                </a:cubicBezTo>
                <a:cubicBezTo>
                  <a:pt x="558132" y="2125692"/>
                  <a:pt x="554407" y="2124189"/>
                  <a:pt x="549517" y="2124189"/>
                </a:cubicBezTo>
                <a:cubicBezTo>
                  <a:pt x="545805" y="2124189"/>
                  <a:pt x="542860" y="2125191"/>
                  <a:pt x="540680" y="2127194"/>
                </a:cubicBezTo>
                <a:cubicBezTo>
                  <a:pt x="538442" y="2129197"/>
                  <a:pt x="537322" y="2131494"/>
                  <a:pt x="537322" y="2134086"/>
                </a:cubicBezTo>
                <a:lnTo>
                  <a:pt x="537499" y="2139212"/>
                </a:lnTo>
                <a:cubicBezTo>
                  <a:pt x="537499" y="2141922"/>
                  <a:pt x="536807" y="2144013"/>
                  <a:pt x="535422" y="2145486"/>
                </a:cubicBezTo>
                <a:cubicBezTo>
                  <a:pt x="534038" y="2146959"/>
                  <a:pt x="532227" y="2147695"/>
                  <a:pt x="529988" y="2147695"/>
                </a:cubicBezTo>
                <a:cubicBezTo>
                  <a:pt x="527808" y="2147695"/>
                  <a:pt x="526026" y="2146929"/>
                  <a:pt x="524642" y="2145397"/>
                </a:cubicBezTo>
                <a:cubicBezTo>
                  <a:pt x="523257" y="2143866"/>
                  <a:pt x="522565" y="2141774"/>
                  <a:pt x="522565" y="2139123"/>
                </a:cubicBezTo>
                <a:cubicBezTo>
                  <a:pt x="522565" y="2134057"/>
                  <a:pt x="525157" y="2129403"/>
                  <a:pt x="530341" y="2125161"/>
                </a:cubicBezTo>
                <a:cubicBezTo>
                  <a:pt x="535525" y="2120920"/>
                  <a:pt x="542801" y="2118799"/>
                  <a:pt x="552167" y="2118799"/>
                </a:cubicBezTo>
                <a:close/>
                <a:moveTo>
                  <a:pt x="1271491" y="2118711"/>
                </a:moveTo>
                <a:cubicBezTo>
                  <a:pt x="1280563" y="2118711"/>
                  <a:pt x="1288016" y="2121700"/>
                  <a:pt x="1293848" y="2127680"/>
                </a:cubicBezTo>
                <a:cubicBezTo>
                  <a:pt x="1299680" y="2133659"/>
                  <a:pt x="1302596" y="2141657"/>
                  <a:pt x="1302596" y="2151671"/>
                </a:cubicBezTo>
                <a:lnTo>
                  <a:pt x="1246660" y="2151671"/>
                </a:lnTo>
                <a:cubicBezTo>
                  <a:pt x="1246601" y="2163689"/>
                  <a:pt x="1249517" y="2173115"/>
                  <a:pt x="1255409" y="2179949"/>
                </a:cubicBezTo>
                <a:cubicBezTo>
                  <a:pt x="1261300" y="2186782"/>
                  <a:pt x="1268222" y="2190199"/>
                  <a:pt x="1276175" y="2190199"/>
                </a:cubicBezTo>
                <a:cubicBezTo>
                  <a:pt x="1281477" y="2190199"/>
                  <a:pt x="1286086" y="2188741"/>
                  <a:pt x="1290004" y="2185825"/>
                </a:cubicBezTo>
                <a:cubicBezTo>
                  <a:pt x="1293922" y="2182909"/>
                  <a:pt x="1297206" y="2177916"/>
                  <a:pt x="1299857" y="2170847"/>
                </a:cubicBezTo>
                <a:lnTo>
                  <a:pt x="1302596" y="2172614"/>
                </a:lnTo>
                <a:cubicBezTo>
                  <a:pt x="1301359" y="2180685"/>
                  <a:pt x="1297765" y="2188034"/>
                  <a:pt x="1291816" y="2194662"/>
                </a:cubicBezTo>
                <a:cubicBezTo>
                  <a:pt x="1285865" y="2201289"/>
                  <a:pt x="1278413" y="2204603"/>
                  <a:pt x="1269459" y="2204603"/>
                </a:cubicBezTo>
                <a:cubicBezTo>
                  <a:pt x="1259739" y="2204603"/>
                  <a:pt x="1251417" y="2200818"/>
                  <a:pt x="1244495" y="2193248"/>
                </a:cubicBezTo>
                <a:cubicBezTo>
                  <a:pt x="1237573" y="2185678"/>
                  <a:pt x="1234112" y="2175501"/>
                  <a:pt x="1234112" y="2162717"/>
                </a:cubicBezTo>
                <a:cubicBezTo>
                  <a:pt x="1234112" y="2148873"/>
                  <a:pt x="1237661" y="2138078"/>
                  <a:pt x="1244760" y="2130331"/>
                </a:cubicBezTo>
                <a:cubicBezTo>
                  <a:pt x="1251859" y="2122584"/>
                  <a:pt x="1260769" y="2118711"/>
                  <a:pt x="1271491" y="2118711"/>
                </a:cubicBezTo>
                <a:close/>
                <a:moveTo>
                  <a:pt x="709516" y="2118711"/>
                </a:moveTo>
                <a:cubicBezTo>
                  <a:pt x="718589" y="2118711"/>
                  <a:pt x="726041" y="2121700"/>
                  <a:pt x="731873" y="2127680"/>
                </a:cubicBezTo>
                <a:cubicBezTo>
                  <a:pt x="737705" y="2133659"/>
                  <a:pt x="740621" y="2141657"/>
                  <a:pt x="740621" y="2151671"/>
                </a:cubicBezTo>
                <a:lnTo>
                  <a:pt x="684685" y="2151671"/>
                </a:lnTo>
                <a:cubicBezTo>
                  <a:pt x="684626" y="2163689"/>
                  <a:pt x="687543" y="2173115"/>
                  <a:pt x="693433" y="2179949"/>
                </a:cubicBezTo>
                <a:cubicBezTo>
                  <a:pt x="699325" y="2186782"/>
                  <a:pt x="706247" y="2190199"/>
                  <a:pt x="714200" y="2190199"/>
                </a:cubicBezTo>
                <a:cubicBezTo>
                  <a:pt x="719502" y="2190199"/>
                  <a:pt x="724112" y="2188741"/>
                  <a:pt x="728029" y="2185825"/>
                </a:cubicBezTo>
                <a:cubicBezTo>
                  <a:pt x="731947" y="2182909"/>
                  <a:pt x="735231" y="2177916"/>
                  <a:pt x="737882" y="2170847"/>
                </a:cubicBezTo>
                <a:lnTo>
                  <a:pt x="740621" y="2172614"/>
                </a:lnTo>
                <a:cubicBezTo>
                  <a:pt x="739384" y="2180685"/>
                  <a:pt x="735791" y="2188034"/>
                  <a:pt x="729841" y="2194662"/>
                </a:cubicBezTo>
                <a:cubicBezTo>
                  <a:pt x="723890" y="2201289"/>
                  <a:pt x="716438" y="2204603"/>
                  <a:pt x="707484" y="2204603"/>
                </a:cubicBezTo>
                <a:cubicBezTo>
                  <a:pt x="697763" y="2204603"/>
                  <a:pt x="689443" y="2200818"/>
                  <a:pt x="682520" y="2193248"/>
                </a:cubicBezTo>
                <a:cubicBezTo>
                  <a:pt x="675598" y="2185678"/>
                  <a:pt x="672137" y="2175501"/>
                  <a:pt x="672137" y="2162717"/>
                </a:cubicBezTo>
                <a:cubicBezTo>
                  <a:pt x="672137" y="2148873"/>
                  <a:pt x="675687" y="2138078"/>
                  <a:pt x="682786" y="2130331"/>
                </a:cubicBezTo>
                <a:cubicBezTo>
                  <a:pt x="689884" y="2122584"/>
                  <a:pt x="698794" y="2118711"/>
                  <a:pt x="709516" y="2118711"/>
                </a:cubicBezTo>
                <a:close/>
                <a:moveTo>
                  <a:pt x="1120468" y="2094587"/>
                </a:moveTo>
                <a:lnTo>
                  <a:pt x="1123207" y="2094587"/>
                </a:lnTo>
                <a:lnTo>
                  <a:pt x="1123207" y="2121185"/>
                </a:lnTo>
                <a:lnTo>
                  <a:pt x="1142118" y="2121185"/>
                </a:lnTo>
                <a:lnTo>
                  <a:pt x="1142118" y="2127371"/>
                </a:lnTo>
                <a:lnTo>
                  <a:pt x="1123207" y="2127371"/>
                </a:lnTo>
                <a:lnTo>
                  <a:pt x="1123207" y="2179860"/>
                </a:lnTo>
                <a:cubicBezTo>
                  <a:pt x="1123207" y="2185104"/>
                  <a:pt x="1123958" y="2188638"/>
                  <a:pt x="1125461" y="2190464"/>
                </a:cubicBezTo>
                <a:cubicBezTo>
                  <a:pt x="1126963" y="2192291"/>
                  <a:pt x="1128892" y="2193204"/>
                  <a:pt x="1131248" y="2193204"/>
                </a:cubicBezTo>
                <a:cubicBezTo>
                  <a:pt x="1133193" y="2193204"/>
                  <a:pt x="1135078" y="2192600"/>
                  <a:pt x="1136904" y="2191392"/>
                </a:cubicBezTo>
                <a:cubicBezTo>
                  <a:pt x="1138730" y="2190185"/>
                  <a:pt x="1140144" y="2188403"/>
                  <a:pt x="1141146" y="2186046"/>
                </a:cubicBezTo>
                <a:lnTo>
                  <a:pt x="1144592" y="2186046"/>
                </a:lnTo>
                <a:cubicBezTo>
                  <a:pt x="1142530" y="2191819"/>
                  <a:pt x="1139614" y="2196164"/>
                  <a:pt x="1135844" y="2199080"/>
                </a:cubicBezTo>
                <a:cubicBezTo>
                  <a:pt x="1132074" y="2201996"/>
                  <a:pt x="1128185" y="2203454"/>
                  <a:pt x="1124179" y="2203454"/>
                </a:cubicBezTo>
                <a:cubicBezTo>
                  <a:pt x="1121469" y="2203454"/>
                  <a:pt x="1118818" y="2202703"/>
                  <a:pt x="1116226" y="2201201"/>
                </a:cubicBezTo>
                <a:cubicBezTo>
                  <a:pt x="1113634" y="2199699"/>
                  <a:pt x="1111719" y="2197548"/>
                  <a:pt x="1110483" y="2194750"/>
                </a:cubicBezTo>
                <a:cubicBezTo>
                  <a:pt x="1109245" y="2191952"/>
                  <a:pt x="1108627" y="2187637"/>
                  <a:pt x="1108627" y="2181805"/>
                </a:cubicBezTo>
                <a:lnTo>
                  <a:pt x="1108627" y="2127371"/>
                </a:lnTo>
                <a:lnTo>
                  <a:pt x="1095814" y="2127371"/>
                </a:lnTo>
                <a:lnTo>
                  <a:pt x="1095814" y="2124455"/>
                </a:lnTo>
                <a:cubicBezTo>
                  <a:pt x="1099054" y="2123158"/>
                  <a:pt x="1102367" y="2120964"/>
                  <a:pt x="1105755" y="2117871"/>
                </a:cubicBezTo>
                <a:cubicBezTo>
                  <a:pt x="1109142" y="2114778"/>
                  <a:pt x="1112162" y="2111111"/>
                  <a:pt x="1114813" y="2106870"/>
                </a:cubicBezTo>
                <a:cubicBezTo>
                  <a:pt x="1116167" y="2104631"/>
                  <a:pt x="1118053" y="2100537"/>
                  <a:pt x="1120468" y="2094587"/>
                </a:cubicBezTo>
                <a:close/>
                <a:moveTo>
                  <a:pt x="1329841" y="2076471"/>
                </a:moveTo>
                <a:cubicBezTo>
                  <a:pt x="1332316" y="2076471"/>
                  <a:pt x="1334422" y="2077340"/>
                  <a:pt x="1336159" y="2079078"/>
                </a:cubicBezTo>
                <a:cubicBezTo>
                  <a:pt x="1337897" y="2080816"/>
                  <a:pt x="1338766" y="2082922"/>
                  <a:pt x="1338766" y="2085396"/>
                </a:cubicBezTo>
                <a:cubicBezTo>
                  <a:pt x="1338766" y="2087871"/>
                  <a:pt x="1337897" y="2089991"/>
                  <a:pt x="1336159" y="2091759"/>
                </a:cubicBezTo>
                <a:cubicBezTo>
                  <a:pt x="1334422" y="2093526"/>
                  <a:pt x="1332316" y="2094410"/>
                  <a:pt x="1329841" y="2094410"/>
                </a:cubicBezTo>
                <a:cubicBezTo>
                  <a:pt x="1327367" y="2094410"/>
                  <a:pt x="1325246" y="2093526"/>
                  <a:pt x="1323479" y="2091759"/>
                </a:cubicBezTo>
                <a:cubicBezTo>
                  <a:pt x="1321711" y="2089991"/>
                  <a:pt x="1320827" y="2087871"/>
                  <a:pt x="1320827" y="2085396"/>
                </a:cubicBezTo>
                <a:cubicBezTo>
                  <a:pt x="1320827" y="2082922"/>
                  <a:pt x="1321697" y="2080816"/>
                  <a:pt x="1323435" y="2079078"/>
                </a:cubicBezTo>
                <a:cubicBezTo>
                  <a:pt x="1325172" y="2077340"/>
                  <a:pt x="1327308" y="2076471"/>
                  <a:pt x="1329841" y="2076471"/>
                </a:cubicBezTo>
                <a:close/>
                <a:moveTo>
                  <a:pt x="1167032" y="2076471"/>
                </a:moveTo>
                <a:lnTo>
                  <a:pt x="1171097" y="2076471"/>
                </a:lnTo>
                <a:lnTo>
                  <a:pt x="1171097" y="2135677"/>
                </a:lnTo>
                <a:cubicBezTo>
                  <a:pt x="1177637" y="2128490"/>
                  <a:pt x="1182821" y="2123880"/>
                  <a:pt x="1186650" y="2121848"/>
                </a:cubicBezTo>
                <a:cubicBezTo>
                  <a:pt x="1190479" y="2119815"/>
                  <a:pt x="1194308" y="2118799"/>
                  <a:pt x="1198138" y="2118799"/>
                </a:cubicBezTo>
                <a:cubicBezTo>
                  <a:pt x="1202733" y="2118799"/>
                  <a:pt x="1206680" y="2120066"/>
                  <a:pt x="1209979" y="2122599"/>
                </a:cubicBezTo>
                <a:cubicBezTo>
                  <a:pt x="1213278" y="2125132"/>
                  <a:pt x="1215722" y="2129109"/>
                  <a:pt x="1217313" y="2134528"/>
                </a:cubicBezTo>
                <a:cubicBezTo>
                  <a:pt x="1218433" y="2138299"/>
                  <a:pt x="1218992" y="2145191"/>
                  <a:pt x="1218992" y="2155206"/>
                </a:cubicBezTo>
                <a:lnTo>
                  <a:pt x="1218992" y="2183837"/>
                </a:lnTo>
                <a:cubicBezTo>
                  <a:pt x="1218992" y="2188962"/>
                  <a:pt x="1219404" y="2192467"/>
                  <a:pt x="1220230" y="2194353"/>
                </a:cubicBezTo>
                <a:cubicBezTo>
                  <a:pt x="1220818" y="2195766"/>
                  <a:pt x="1221820" y="2196886"/>
                  <a:pt x="1223234" y="2197711"/>
                </a:cubicBezTo>
                <a:cubicBezTo>
                  <a:pt x="1224648" y="2198535"/>
                  <a:pt x="1227240" y="2198948"/>
                  <a:pt x="1231010" y="2198948"/>
                </a:cubicBezTo>
                <a:lnTo>
                  <a:pt x="1231010" y="2202129"/>
                </a:lnTo>
                <a:lnTo>
                  <a:pt x="1191245" y="2202129"/>
                </a:lnTo>
                <a:lnTo>
                  <a:pt x="1191245" y="2198948"/>
                </a:lnTo>
                <a:lnTo>
                  <a:pt x="1193100" y="2198948"/>
                </a:lnTo>
                <a:cubicBezTo>
                  <a:pt x="1196871" y="2198948"/>
                  <a:pt x="1199493" y="2198373"/>
                  <a:pt x="1200965" y="2197225"/>
                </a:cubicBezTo>
                <a:cubicBezTo>
                  <a:pt x="1202438" y="2196076"/>
                  <a:pt x="1203469" y="2194382"/>
                  <a:pt x="1204058" y="2192143"/>
                </a:cubicBezTo>
                <a:cubicBezTo>
                  <a:pt x="1204235" y="2191201"/>
                  <a:pt x="1204323" y="2188432"/>
                  <a:pt x="1204323" y="2183837"/>
                </a:cubicBezTo>
                <a:lnTo>
                  <a:pt x="1204323" y="2155206"/>
                </a:lnTo>
                <a:cubicBezTo>
                  <a:pt x="1204323" y="2146369"/>
                  <a:pt x="1203867" y="2140567"/>
                  <a:pt x="1202953" y="2137798"/>
                </a:cubicBezTo>
                <a:cubicBezTo>
                  <a:pt x="1202040" y="2135029"/>
                  <a:pt x="1200582" y="2132952"/>
                  <a:pt x="1198579" y="2131568"/>
                </a:cubicBezTo>
                <a:cubicBezTo>
                  <a:pt x="1196576" y="2130184"/>
                  <a:pt x="1194161" y="2129491"/>
                  <a:pt x="1191333" y="2129491"/>
                </a:cubicBezTo>
                <a:cubicBezTo>
                  <a:pt x="1188447" y="2129491"/>
                  <a:pt x="1185442" y="2130257"/>
                  <a:pt x="1182320" y="2131789"/>
                </a:cubicBezTo>
                <a:cubicBezTo>
                  <a:pt x="1179198" y="2133321"/>
                  <a:pt x="1175457" y="2136413"/>
                  <a:pt x="1171097" y="2141067"/>
                </a:cubicBezTo>
                <a:lnTo>
                  <a:pt x="1171097" y="2183837"/>
                </a:lnTo>
                <a:cubicBezTo>
                  <a:pt x="1171097" y="2189375"/>
                  <a:pt x="1171407" y="2192821"/>
                  <a:pt x="1172025" y="2194176"/>
                </a:cubicBezTo>
                <a:cubicBezTo>
                  <a:pt x="1172644" y="2195531"/>
                  <a:pt x="1173792" y="2196665"/>
                  <a:pt x="1175471" y="2197578"/>
                </a:cubicBezTo>
                <a:cubicBezTo>
                  <a:pt x="1177150" y="2198491"/>
                  <a:pt x="1180052" y="2198948"/>
                  <a:pt x="1184175" y="2198948"/>
                </a:cubicBezTo>
                <a:lnTo>
                  <a:pt x="1184175" y="2202129"/>
                </a:lnTo>
                <a:lnTo>
                  <a:pt x="1144057" y="2202129"/>
                </a:lnTo>
                <a:lnTo>
                  <a:pt x="1144057" y="2198948"/>
                </a:lnTo>
                <a:cubicBezTo>
                  <a:pt x="1147651" y="2198948"/>
                  <a:pt x="1150478" y="2198388"/>
                  <a:pt x="1152540" y="2197269"/>
                </a:cubicBezTo>
                <a:cubicBezTo>
                  <a:pt x="1153718" y="2196680"/>
                  <a:pt x="1154661" y="2195560"/>
                  <a:pt x="1155368" y="2193911"/>
                </a:cubicBezTo>
                <a:cubicBezTo>
                  <a:pt x="1156075" y="2192261"/>
                  <a:pt x="1156429" y="2188903"/>
                  <a:pt x="1156429" y="2183837"/>
                </a:cubicBezTo>
                <a:lnTo>
                  <a:pt x="1156429" y="2110581"/>
                </a:lnTo>
                <a:cubicBezTo>
                  <a:pt x="1156429" y="2101332"/>
                  <a:pt x="1156207" y="2095647"/>
                  <a:pt x="1155766" y="2093526"/>
                </a:cubicBezTo>
                <a:cubicBezTo>
                  <a:pt x="1155324" y="2091405"/>
                  <a:pt x="1154646" y="2089962"/>
                  <a:pt x="1153733" y="2089196"/>
                </a:cubicBezTo>
                <a:cubicBezTo>
                  <a:pt x="1152820" y="2088430"/>
                  <a:pt x="1151598" y="2088047"/>
                  <a:pt x="1150066" y="2088047"/>
                </a:cubicBezTo>
                <a:cubicBezTo>
                  <a:pt x="1148829" y="2088047"/>
                  <a:pt x="1146826" y="2088519"/>
                  <a:pt x="1144057" y="2089461"/>
                </a:cubicBezTo>
                <a:lnTo>
                  <a:pt x="1142820" y="2086368"/>
                </a:lnTo>
                <a:close/>
                <a:moveTo>
                  <a:pt x="815054" y="2076471"/>
                </a:moveTo>
                <a:lnTo>
                  <a:pt x="819030" y="2076471"/>
                </a:lnTo>
                <a:lnTo>
                  <a:pt x="819030" y="2170052"/>
                </a:lnTo>
                <a:cubicBezTo>
                  <a:pt x="819030" y="2179536"/>
                  <a:pt x="819252" y="2185324"/>
                  <a:pt x="819693" y="2187416"/>
                </a:cubicBezTo>
                <a:cubicBezTo>
                  <a:pt x="820135" y="2189507"/>
                  <a:pt x="820842" y="2190965"/>
                  <a:pt x="821814" y="2191790"/>
                </a:cubicBezTo>
                <a:cubicBezTo>
                  <a:pt x="822786" y="2192615"/>
                  <a:pt x="823920" y="2193027"/>
                  <a:pt x="825216" y="2193027"/>
                </a:cubicBezTo>
                <a:cubicBezTo>
                  <a:pt x="826807" y="2193027"/>
                  <a:pt x="828927" y="2192526"/>
                  <a:pt x="831578" y="2191525"/>
                </a:cubicBezTo>
                <a:lnTo>
                  <a:pt x="832550" y="2194618"/>
                </a:lnTo>
                <a:lnTo>
                  <a:pt x="808515" y="2204603"/>
                </a:lnTo>
                <a:lnTo>
                  <a:pt x="804450" y="2204603"/>
                </a:lnTo>
                <a:lnTo>
                  <a:pt x="804450" y="2193027"/>
                </a:lnTo>
                <a:cubicBezTo>
                  <a:pt x="800503" y="2197151"/>
                  <a:pt x="796644" y="2200111"/>
                  <a:pt x="792874" y="2201908"/>
                </a:cubicBezTo>
                <a:cubicBezTo>
                  <a:pt x="789104" y="2203705"/>
                  <a:pt x="785039" y="2204603"/>
                  <a:pt x="780679" y="2204603"/>
                </a:cubicBezTo>
                <a:cubicBezTo>
                  <a:pt x="771842" y="2204603"/>
                  <a:pt x="764125" y="2200906"/>
                  <a:pt x="757527" y="2193513"/>
                </a:cubicBezTo>
                <a:cubicBezTo>
                  <a:pt x="750929" y="2186120"/>
                  <a:pt x="747630" y="2176620"/>
                  <a:pt x="747630" y="2165015"/>
                </a:cubicBezTo>
                <a:cubicBezTo>
                  <a:pt x="747630" y="2153409"/>
                  <a:pt x="751283" y="2142791"/>
                  <a:pt x="758588" y="2133159"/>
                </a:cubicBezTo>
                <a:cubicBezTo>
                  <a:pt x="765893" y="2123527"/>
                  <a:pt x="775289" y="2118711"/>
                  <a:pt x="786777" y="2118711"/>
                </a:cubicBezTo>
                <a:cubicBezTo>
                  <a:pt x="793905" y="2118711"/>
                  <a:pt x="799796" y="2120979"/>
                  <a:pt x="804450" y="2125515"/>
                </a:cubicBezTo>
                <a:lnTo>
                  <a:pt x="804450" y="2110581"/>
                </a:lnTo>
                <a:cubicBezTo>
                  <a:pt x="804450" y="2101332"/>
                  <a:pt x="804229" y="2095647"/>
                  <a:pt x="803787" y="2093526"/>
                </a:cubicBezTo>
                <a:cubicBezTo>
                  <a:pt x="803345" y="2091405"/>
                  <a:pt x="802653" y="2089962"/>
                  <a:pt x="801711" y="2089196"/>
                </a:cubicBezTo>
                <a:cubicBezTo>
                  <a:pt x="800768" y="2088430"/>
                  <a:pt x="799590" y="2088047"/>
                  <a:pt x="798176" y="2088047"/>
                </a:cubicBezTo>
                <a:cubicBezTo>
                  <a:pt x="796644" y="2088047"/>
                  <a:pt x="794612" y="2088519"/>
                  <a:pt x="792079" y="2089461"/>
                </a:cubicBezTo>
                <a:lnTo>
                  <a:pt x="790930" y="2086368"/>
                </a:lnTo>
                <a:close/>
                <a:moveTo>
                  <a:pt x="441630" y="2076471"/>
                </a:moveTo>
                <a:lnTo>
                  <a:pt x="445607" y="2076471"/>
                </a:lnTo>
                <a:lnTo>
                  <a:pt x="445607" y="2135147"/>
                </a:lnTo>
                <a:cubicBezTo>
                  <a:pt x="453442" y="2124248"/>
                  <a:pt x="461896" y="2118799"/>
                  <a:pt x="470968" y="2118799"/>
                </a:cubicBezTo>
                <a:cubicBezTo>
                  <a:pt x="479275" y="2118799"/>
                  <a:pt x="486521" y="2122348"/>
                  <a:pt x="492706" y="2129447"/>
                </a:cubicBezTo>
                <a:cubicBezTo>
                  <a:pt x="498892" y="2136546"/>
                  <a:pt x="501985" y="2146252"/>
                  <a:pt x="501985" y="2158564"/>
                </a:cubicBezTo>
                <a:cubicBezTo>
                  <a:pt x="501985" y="2172938"/>
                  <a:pt x="497213" y="2184514"/>
                  <a:pt x="487669" y="2193292"/>
                </a:cubicBezTo>
                <a:cubicBezTo>
                  <a:pt x="479481" y="2200833"/>
                  <a:pt x="470349" y="2204603"/>
                  <a:pt x="460276" y="2204603"/>
                </a:cubicBezTo>
                <a:cubicBezTo>
                  <a:pt x="455563" y="2204603"/>
                  <a:pt x="450776" y="2203749"/>
                  <a:pt x="445916" y="2202041"/>
                </a:cubicBezTo>
                <a:cubicBezTo>
                  <a:pt x="441056" y="2200332"/>
                  <a:pt x="436093" y="2197769"/>
                  <a:pt x="431026" y="2194353"/>
                </a:cubicBezTo>
                <a:lnTo>
                  <a:pt x="431026" y="2110493"/>
                </a:lnTo>
                <a:cubicBezTo>
                  <a:pt x="431026" y="2101302"/>
                  <a:pt x="430805" y="2095647"/>
                  <a:pt x="430363" y="2093526"/>
                </a:cubicBezTo>
                <a:cubicBezTo>
                  <a:pt x="429922" y="2091405"/>
                  <a:pt x="429230" y="2089962"/>
                  <a:pt x="428287" y="2089196"/>
                </a:cubicBezTo>
                <a:cubicBezTo>
                  <a:pt x="427344" y="2088430"/>
                  <a:pt x="426166" y="2088047"/>
                  <a:pt x="424753" y="2088047"/>
                </a:cubicBezTo>
                <a:cubicBezTo>
                  <a:pt x="423103" y="2088047"/>
                  <a:pt x="421041" y="2088519"/>
                  <a:pt x="418566" y="2089461"/>
                </a:cubicBezTo>
                <a:lnTo>
                  <a:pt x="417330" y="2086368"/>
                </a:lnTo>
                <a:close/>
                <a:moveTo>
                  <a:pt x="9394255" y="2021604"/>
                </a:moveTo>
                <a:cubicBezTo>
                  <a:pt x="9387127" y="2025786"/>
                  <a:pt x="9381825" y="2030264"/>
                  <a:pt x="9378349" y="2035035"/>
                </a:cubicBezTo>
                <a:cubicBezTo>
                  <a:pt x="9376052" y="2038217"/>
                  <a:pt x="9374903" y="2041427"/>
                  <a:pt x="9374903" y="2044667"/>
                </a:cubicBezTo>
                <a:cubicBezTo>
                  <a:pt x="9374903" y="2047377"/>
                  <a:pt x="9375875" y="2049763"/>
                  <a:pt x="9377819" y="2051825"/>
                </a:cubicBezTo>
                <a:cubicBezTo>
                  <a:pt x="9379292" y="2053416"/>
                  <a:pt x="9381354" y="2054211"/>
                  <a:pt x="9384005" y="2054211"/>
                </a:cubicBezTo>
                <a:cubicBezTo>
                  <a:pt x="9386951" y="2054211"/>
                  <a:pt x="9390367" y="2052561"/>
                  <a:pt x="9394255" y="2049262"/>
                </a:cubicBezTo>
                <a:close/>
                <a:moveTo>
                  <a:pt x="8813231" y="2021604"/>
                </a:moveTo>
                <a:cubicBezTo>
                  <a:pt x="8806102" y="2025786"/>
                  <a:pt x="8800800" y="2030264"/>
                  <a:pt x="8797325" y="2035035"/>
                </a:cubicBezTo>
                <a:cubicBezTo>
                  <a:pt x="8795027" y="2038217"/>
                  <a:pt x="8793878" y="2041427"/>
                  <a:pt x="8793878" y="2044667"/>
                </a:cubicBezTo>
                <a:cubicBezTo>
                  <a:pt x="8793878" y="2047377"/>
                  <a:pt x="8794850" y="2049763"/>
                  <a:pt x="8796794" y="2051825"/>
                </a:cubicBezTo>
                <a:cubicBezTo>
                  <a:pt x="8798267" y="2053416"/>
                  <a:pt x="8800329" y="2054211"/>
                  <a:pt x="8802980" y="2054211"/>
                </a:cubicBezTo>
                <a:cubicBezTo>
                  <a:pt x="8805926" y="2054211"/>
                  <a:pt x="8809342" y="2052561"/>
                  <a:pt x="8813231" y="2049262"/>
                </a:cubicBezTo>
                <a:close/>
                <a:moveTo>
                  <a:pt x="8719041" y="1993591"/>
                </a:moveTo>
                <a:cubicBezTo>
                  <a:pt x="8713091" y="1993591"/>
                  <a:pt x="8708201" y="1997892"/>
                  <a:pt x="8704372" y="2006493"/>
                </a:cubicBezTo>
                <a:lnTo>
                  <a:pt x="8704372" y="2050588"/>
                </a:lnTo>
                <a:cubicBezTo>
                  <a:pt x="8709438" y="2057775"/>
                  <a:pt x="8714858" y="2061369"/>
                  <a:pt x="8720632" y="2061369"/>
                </a:cubicBezTo>
                <a:cubicBezTo>
                  <a:pt x="8723813" y="2061369"/>
                  <a:pt x="8726434" y="2059690"/>
                  <a:pt x="8728496" y="2056332"/>
                </a:cubicBezTo>
                <a:cubicBezTo>
                  <a:pt x="8731560" y="2051383"/>
                  <a:pt x="8733091" y="2041957"/>
                  <a:pt x="8733091" y="2028054"/>
                </a:cubicBezTo>
                <a:cubicBezTo>
                  <a:pt x="8733091" y="2013798"/>
                  <a:pt x="8731412" y="2004048"/>
                  <a:pt x="8728054" y="1998805"/>
                </a:cubicBezTo>
                <a:cubicBezTo>
                  <a:pt x="8725816" y="1995329"/>
                  <a:pt x="8722811" y="1993591"/>
                  <a:pt x="8719041" y="1993591"/>
                </a:cubicBezTo>
                <a:close/>
                <a:moveTo>
                  <a:pt x="9578747" y="1991559"/>
                </a:moveTo>
                <a:cubicBezTo>
                  <a:pt x="9576567" y="1991559"/>
                  <a:pt x="9574770" y="1992148"/>
                  <a:pt x="9573356" y="1993326"/>
                </a:cubicBezTo>
                <a:cubicBezTo>
                  <a:pt x="9571177" y="1995153"/>
                  <a:pt x="9569394" y="1998363"/>
                  <a:pt x="9568010" y="2002958"/>
                </a:cubicBezTo>
                <a:cubicBezTo>
                  <a:pt x="9566626" y="2007553"/>
                  <a:pt x="9565933" y="2014593"/>
                  <a:pt x="9565933" y="2024078"/>
                </a:cubicBezTo>
                <a:cubicBezTo>
                  <a:pt x="9565933" y="2034505"/>
                  <a:pt x="9566699" y="2042223"/>
                  <a:pt x="9568231" y="2047230"/>
                </a:cubicBezTo>
                <a:cubicBezTo>
                  <a:pt x="9569763" y="2052237"/>
                  <a:pt x="9571854" y="2055860"/>
                  <a:pt x="9574505" y="2058099"/>
                </a:cubicBezTo>
                <a:cubicBezTo>
                  <a:pt x="9575860" y="2059218"/>
                  <a:pt x="9577716" y="2059778"/>
                  <a:pt x="9580072" y="2059778"/>
                </a:cubicBezTo>
                <a:cubicBezTo>
                  <a:pt x="9585256" y="2059778"/>
                  <a:pt x="9590146" y="2055713"/>
                  <a:pt x="9594741" y="2047584"/>
                </a:cubicBezTo>
                <a:lnTo>
                  <a:pt x="9594741" y="2004107"/>
                </a:lnTo>
                <a:cubicBezTo>
                  <a:pt x="9590382" y="1995742"/>
                  <a:pt x="9585050" y="1991559"/>
                  <a:pt x="9578747" y="1991559"/>
                </a:cubicBezTo>
                <a:close/>
                <a:moveTo>
                  <a:pt x="9014121" y="1988555"/>
                </a:moveTo>
                <a:cubicBezTo>
                  <a:pt x="9011057" y="1988555"/>
                  <a:pt x="9008553" y="1990057"/>
                  <a:pt x="9006609" y="1993061"/>
                </a:cubicBezTo>
                <a:cubicBezTo>
                  <a:pt x="9003134" y="1998304"/>
                  <a:pt x="9001396" y="2005492"/>
                  <a:pt x="9001396" y="2014623"/>
                </a:cubicBezTo>
                <a:lnTo>
                  <a:pt x="9001396" y="2017716"/>
                </a:lnTo>
                <a:lnTo>
                  <a:pt x="9025431" y="2017716"/>
                </a:lnTo>
                <a:cubicBezTo>
                  <a:pt x="9025431" y="2008231"/>
                  <a:pt x="9024916" y="2001721"/>
                  <a:pt x="9023885" y="1998187"/>
                </a:cubicBezTo>
                <a:cubicBezTo>
                  <a:pt x="9022854" y="1994652"/>
                  <a:pt x="9021249" y="1991971"/>
                  <a:pt x="9019069" y="1990145"/>
                </a:cubicBezTo>
                <a:cubicBezTo>
                  <a:pt x="9017832" y="1989085"/>
                  <a:pt x="9016182" y="1988555"/>
                  <a:pt x="9014121" y="1988555"/>
                </a:cubicBezTo>
                <a:close/>
                <a:moveTo>
                  <a:pt x="9502407" y="1982811"/>
                </a:moveTo>
                <a:cubicBezTo>
                  <a:pt x="9507768" y="1982811"/>
                  <a:pt x="9512216" y="1984298"/>
                  <a:pt x="9515750" y="1987273"/>
                </a:cubicBezTo>
                <a:cubicBezTo>
                  <a:pt x="9519285" y="1990248"/>
                  <a:pt x="9521642" y="1993945"/>
                  <a:pt x="9522820" y="1998363"/>
                </a:cubicBezTo>
                <a:cubicBezTo>
                  <a:pt x="9523762" y="2001721"/>
                  <a:pt x="9524234" y="2008172"/>
                  <a:pt x="9524234" y="2017716"/>
                </a:cubicBezTo>
                <a:lnTo>
                  <a:pt x="9524234" y="2049881"/>
                </a:lnTo>
                <a:cubicBezTo>
                  <a:pt x="9524234" y="2056243"/>
                  <a:pt x="9524808" y="2060205"/>
                  <a:pt x="9525957" y="2061766"/>
                </a:cubicBezTo>
                <a:cubicBezTo>
                  <a:pt x="9527106" y="2063327"/>
                  <a:pt x="9529506" y="2064314"/>
                  <a:pt x="9533159" y="2064727"/>
                </a:cubicBezTo>
                <a:lnTo>
                  <a:pt x="9533159" y="2067908"/>
                </a:lnTo>
                <a:lnTo>
                  <a:pt x="9491361" y="2067908"/>
                </a:lnTo>
                <a:lnTo>
                  <a:pt x="9491361" y="2064727"/>
                </a:lnTo>
                <a:cubicBezTo>
                  <a:pt x="9494483" y="2064314"/>
                  <a:pt x="9496722" y="2063018"/>
                  <a:pt x="9498077" y="2060839"/>
                </a:cubicBezTo>
                <a:cubicBezTo>
                  <a:pt x="9499020" y="2059366"/>
                  <a:pt x="9499491" y="2055713"/>
                  <a:pt x="9499491" y="2049881"/>
                </a:cubicBezTo>
                <a:lnTo>
                  <a:pt x="9499491" y="2013120"/>
                </a:lnTo>
                <a:cubicBezTo>
                  <a:pt x="9499491" y="2006346"/>
                  <a:pt x="9499226" y="2002075"/>
                  <a:pt x="9498696" y="2000307"/>
                </a:cubicBezTo>
                <a:cubicBezTo>
                  <a:pt x="9498165" y="1998540"/>
                  <a:pt x="9497267" y="1997170"/>
                  <a:pt x="9496000" y="1996198"/>
                </a:cubicBezTo>
                <a:cubicBezTo>
                  <a:pt x="9494734" y="1995226"/>
                  <a:pt x="9493335" y="1994740"/>
                  <a:pt x="9491803" y="1994740"/>
                </a:cubicBezTo>
                <a:cubicBezTo>
                  <a:pt x="9486737" y="1994740"/>
                  <a:pt x="9482024" y="1998363"/>
                  <a:pt x="9477664" y="2005609"/>
                </a:cubicBezTo>
                <a:lnTo>
                  <a:pt x="9477664" y="2049881"/>
                </a:lnTo>
                <a:cubicBezTo>
                  <a:pt x="9477664" y="2056067"/>
                  <a:pt x="9478239" y="2059984"/>
                  <a:pt x="9479387" y="2061634"/>
                </a:cubicBezTo>
                <a:cubicBezTo>
                  <a:pt x="9480536" y="2063283"/>
                  <a:pt x="9482672" y="2064314"/>
                  <a:pt x="9485794" y="2064727"/>
                </a:cubicBezTo>
                <a:lnTo>
                  <a:pt x="9485794" y="2067908"/>
                </a:lnTo>
                <a:lnTo>
                  <a:pt x="9443997" y="2067908"/>
                </a:lnTo>
                <a:lnTo>
                  <a:pt x="9443997" y="2064727"/>
                </a:lnTo>
                <a:cubicBezTo>
                  <a:pt x="9447472" y="2064373"/>
                  <a:pt x="9449947" y="2063254"/>
                  <a:pt x="9451419" y="2061369"/>
                </a:cubicBezTo>
                <a:cubicBezTo>
                  <a:pt x="9452421" y="2060073"/>
                  <a:pt x="9452922" y="2056243"/>
                  <a:pt x="9452922" y="2049881"/>
                </a:cubicBezTo>
                <a:lnTo>
                  <a:pt x="9452922" y="2003223"/>
                </a:lnTo>
                <a:cubicBezTo>
                  <a:pt x="9452922" y="1996979"/>
                  <a:pt x="9452347" y="1993091"/>
                  <a:pt x="9451199" y="1991559"/>
                </a:cubicBezTo>
                <a:cubicBezTo>
                  <a:pt x="9450050" y="1990027"/>
                  <a:pt x="9447649" y="1989026"/>
                  <a:pt x="9443997" y="1988555"/>
                </a:cubicBezTo>
                <a:lnTo>
                  <a:pt x="9443997" y="1985285"/>
                </a:lnTo>
                <a:lnTo>
                  <a:pt x="9477664" y="1985285"/>
                </a:lnTo>
                <a:lnTo>
                  <a:pt x="9477664" y="1995977"/>
                </a:lnTo>
                <a:cubicBezTo>
                  <a:pt x="9481906" y="1991382"/>
                  <a:pt x="9485971" y="1988039"/>
                  <a:pt x="9489859" y="1985948"/>
                </a:cubicBezTo>
                <a:cubicBezTo>
                  <a:pt x="9493747" y="1983856"/>
                  <a:pt x="9497930" y="1982811"/>
                  <a:pt x="9502407" y="1982811"/>
                </a:cubicBezTo>
                <a:close/>
                <a:moveTo>
                  <a:pt x="9390191" y="1982811"/>
                </a:moveTo>
                <a:cubicBezTo>
                  <a:pt x="9398026" y="1982811"/>
                  <a:pt x="9404226" y="1984475"/>
                  <a:pt x="9408792" y="1987803"/>
                </a:cubicBezTo>
                <a:cubicBezTo>
                  <a:pt x="9413357" y="1991132"/>
                  <a:pt x="9416318" y="1994740"/>
                  <a:pt x="9417673" y="1998628"/>
                </a:cubicBezTo>
                <a:cubicBezTo>
                  <a:pt x="9418497" y="2001103"/>
                  <a:pt x="9418910" y="2006788"/>
                  <a:pt x="9418910" y="2015683"/>
                </a:cubicBezTo>
                <a:lnTo>
                  <a:pt x="9418910" y="2047760"/>
                </a:lnTo>
                <a:cubicBezTo>
                  <a:pt x="9418910" y="2051531"/>
                  <a:pt x="9419057" y="2053902"/>
                  <a:pt x="9419352" y="2054874"/>
                </a:cubicBezTo>
                <a:cubicBezTo>
                  <a:pt x="9419646" y="2055846"/>
                  <a:pt x="9420088" y="2056567"/>
                  <a:pt x="9420677" y="2057039"/>
                </a:cubicBezTo>
                <a:cubicBezTo>
                  <a:pt x="9421266" y="2057510"/>
                  <a:pt x="9421944" y="2057746"/>
                  <a:pt x="9422710" y="2057746"/>
                </a:cubicBezTo>
                <a:cubicBezTo>
                  <a:pt x="9424241" y="2057746"/>
                  <a:pt x="9425802" y="2056656"/>
                  <a:pt x="9427393" y="2054476"/>
                </a:cubicBezTo>
                <a:lnTo>
                  <a:pt x="9430044" y="2056597"/>
                </a:lnTo>
                <a:cubicBezTo>
                  <a:pt x="9427099" y="2060956"/>
                  <a:pt x="9424050" y="2064123"/>
                  <a:pt x="9420898" y="2066096"/>
                </a:cubicBezTo>
                <a:cubicBezTo>
                  <a:pt x="9417746" y="2068070"/>
                  <a:pt x="9414167" y="2069057"/>
                  <a:pt x="9410161" y="2069057"/>
                </a:cubicBezTo>
                <a:cubicBezTo>
                  <a:pt x="9405449" y="2069057"/>
                  <a:pt x="9401767" y="2067952"/>
                  <a:pt x="9399116" y="2065743"/>
                </a:cubicBezTo>
                <a:cubicBezTo>
                  <a:pt x="9396465" y="2063534"/>
                  <a:pt x="9394845" y="2060190"/>
                  <a:pt x="9394255" y="2055713"/>
                </a:cubicBezTo>
                <a:cubicBezTo>
                  <a:pt x="9384182" y="2064609"/>
                  <a:pt x="9375139" y="2069057"/>
                  <a:pt x="9367127" y="2069057"/>
                </a:cubicBezTo>
                <a:cubicBezTo>
                  <a:pt x="9362414" y="2069057"/>
                  <a:pt x="9358496" y="2067510"/>
                  <a:pt x="9355374" y="2064417"/>
                </a:cubicBezTo>
                <a:cubicBezTo>
                  <a:pt x="9352252" y="2061325"/>
                  <a:pt x="9350691" y="2057451"/>
                  <a:pt x="9350691" y="2052797"/>
                </a:cubicBezTo>
                <a:cubicBezTo>
                  <a:pt x="9350691" y="2046494"/>
                  <a:pt x="9353401" y="2040823"/>
                  <a:pt x="9358820" y="2035787"/>
                </a:cubicBezTo>
                <a:cubicBezTo>
                  <a:pt x="9364240" y="2030750"/>
                  <a:pt x="9376052" y="2024048"/>
                  <a:pt x="9394255" y="2015683"/>
                </a:cubicBezTo>
                <a:lnTo>
                  <a:pt x="9394255" y="2007377"/>
                </a:lnTo>
                <a:cubicBezTo>
                  <a:pt x="9394255" y="2001132"/>
                  <a:pt x="9393917" y="1997200"/>
                  <a:pt x="9393239" y="1995580"/>
                </a:cubicBezTo>
                <a:cubicBezTo>
                  <a:pt x="9392562" y="1993960"/>
                  <a:pt x="9391280" y="1992546"/>
                  <a:pt x="9389395" y="1991338"/>
                </a:cubicBezTo>
                <a:cubicBezTo>
                  <a:pt x="9387510" y="1990130"/>
                  <a:pt x="9385389" y="1989527"/>
                  <a:pt x="9383033" y="1989527"/>
                </a:cubicBezTo>
                <a:cubicBezTo>
                  <a:pt x="9379204" y="1989527"/>
                  <a:pt x="9376052" y="1990381"/>
                  <a:pt x="9373578" y="1992089"/>
                </a:cubicBezTo>
                <a:cubicBezTo>
                  <a:pt x="9372046" y="1993150"/>
                  <a:pt x="9371280" y="1994387"/>
                  <a:pt x="9371280" y="1995801"/>
                </a:cubicBezTo>
                <a:cubicBezTo>
                  <a:pt x="9371280" y="1997038"/>
                  <a:pt x="9372105" y="1998569"/>
                  <a:pt x="9373754" y="2000396"/>
                </a:cubicBezTo>
                <a:cubicBezTo>
                  <a:pt x="9375993" y="2002929"/>
                  <a:pt x="9377112" y="2005374"/>
                  <a:pt x="9377112" y="2007730"/>
                </a:cubicBezTo>
                <a:cubicBezTo>
                  <a:pt x="9377112" y="2010617"/>
                  <a:pt x="9376037" y="2013076"/>
                  <a:pt x="9373887" y="2015109"/>
                </a:cubicBezTo>
                <a:cubicBezTo>
                  <a:pt x="9371737" y="2017141"/>
                  <a:pt x="9368924" y="2018157"/>
                  <a:pt x="9365448" y="2018157"/>
                </a:cubicBezTo>
                <a:cubicBezTo>
                  <a:pt x="9361737" y="2018157"/>
                  <a:pt x="9358629" y="2017038"/>
                  <a:pt x="9356125" y="2014799"/>
                </a:cubicBezTo>
                <a:cubicBezTo>
                  <a:pt x="9353622" y="2012561"/>
                  <a:pt x="9352370" y="2009939"/>
                  <a:pt x="9352370" y="2006935"/>
                </a:cubicBezTo>
                <a:cubicBezTo>
                  <a:pt x="9352370" y="2002693"/>
                  <a:pt x="9354049" y="1998643"/>
                  <a:pt x="9357407" y="1994784"/>
                </a:cubicBezTo>
                <a:cubicBezTo>
                  <a:pt x="9360765" y="1990926"/>
                  <a:pt x="9365448" y="1987965"/>
                  <a:pt x="9371457" y="1985904"/>
                </a:cubicBezTo>
                <a:cubicBezTo>
                  <a:pt x="9377466" y="1983842"/>
                  <a:pt x="9383710" y="1982811"/>
                  <a:pt x="9390191" y="1982811"/>
                </a:cubicBezTo>
                <a:close/>
                <a:moveTo>
                  <a:pt x="9261045" y="1982811"/>
                </a:moveTo>
                <a:cubicBezTo>
                  <a:pt x="9265522" y="1982811"/>
                  <a:pt x="9269852" y="1983901"/>
                  <a:pt x="9274035" y="1986080"/>
                </a:cubicBezTo>
                <a:cubicBezTo>
                  <a:pt x="9275626" y="1986964"/>
                  <a:pt x="9276922" y="1987406"/>
                  <a:pt x="9277923" y="1987406"/>
                </a:cubicBezTo>
                <a:cubicBezTo>
                  <a:pt x="9278983" y="1987406"/>
                  <a:pt x="9279838" y="1987185"/>
                  <a:pt x="9280486" y="1986743"/>
                </a:cubicBezTo>
                <a:cubicBezTo>
                  <a:pt x="9281134" y="1986301"/>
                  <a:pt x="9282165" y="1985049"/>
                  <a:pt x="9283579" y="1982987"/>
                </a:cubicBezTo>
                <a:lnTo>
                  <a:pt x="9286583" y="1982987"/>
                </a:lnTo>
                <a:lnTo>
                  <a:pt x="9287909" y="2011176"/>
                </a:lnTo>
                <a:lnTo>
                  <a:pt x="9284904" y="2011176"/>
                </a:lnTo>
                <a:cubicBezTo>
                  <a:pt x="9281310" y="2002811"/>
                  <a:pt x="9277584" y="1997097"/>
                  <a:pt x="9273726" y="1994033"/>
                </a:cubicBezTo>
                <a:cubicBezTo>
                  <a:pt x="9269867" y="1990970"/>
                  <a:pt x="9266023" y="1989438"/>
                  <a:pt x="9262194" y="1989438"/>
                </a:cubicBezTo>
                <a:cubicBezTo>
                  <a:pt x="9259778" y="1989438"/>
                  <a:pt x="9257717" y="1990248"/>
                  <a:pt x="9256008" y="1991868"/>
                </a:cubicBezTo>
                <a:cubicBezTo>
                  <a:pt x="9254300" y="1993488"/>
                  <a:pt x="9253445" y="1995359"/>
                  <a:pt x="9253445" y="1997480"/>
                </a:cubicBezTo>
                <a:cubicBezTo>
                  <a:pt x="9253445" y="1999070"/>
                  <a:pt x="9254035" y="2000602"/>
                  <a:pt x="9255213" y="2002075"/>
                </a:cubicBezTo>
                <a:cubicBezTo>
                  <a:pt x="9257098" y="2004490"/>
                  <a:pt x="9262371" y="2008629"/>
                  <a:pt x="9271030" y="2014490"/>
                </a:cubicBezTo>
                <a:cubicBezTo>
                  <a:pt x="9279690" y="2020352"/>
                  <a:pt x="9285390" y="2025330"/>
                  <a:pt x="9288129" y="2029424"/>
                </a:cubicBezTo>
                <a:cubicBezTo>
                  <a:pt x="9290869" y="2033518"/>
                  <a:pt x="9292239" y="2038099"/>
                  <a:pt x="9292239" y="2043165"/>
                </a:cubicBezTo>
                <a:cubicBezTo>
                  <a:pt x="9292239" y="2047760"/>
                  <a:pt x="9291090" y="2052267"/>
                  <a:pt x="9288792" y="2056685"/>
                </a:cubicBezTo>
                <a:cubicBezTo>
                  <a:pt x="9286495" y="2061104"/>
                  <a:pt x="9283255" y="2064491"/>
                  <a:pt x="9279072" y="2066847"/>
                </a:cubicBezTo>
                <a:cubicBezTo>
                  <a:pt x="9274889" y="2069204"/>
                  <a:pt x="9270265" y="2070382"/>
                  <a:pt x="9265198" y="2070382"/>
                </a:cubicBezTo>
                <a:cubicBezTo>
                  <a:pt x="9261251" y="2070382"/>
                  <a:pt x="9255979" y="2069145"/>
                  <a:pt x="9249381" y="2066671"/>
                </a:cubicBezTo>
                <a:cubicBezTo>
                  <a:pt x="9247613" y="2066023"/>
                  <a:pt x="9246406" y="2065699"/>
                  <a:pt x="9245758" y="2065699"/>
                </a:cubicBezTo>
                <a:cubicBezTo>
                  <a:pt x="9243813" y="2065699"/>
                  <a:pt x="9242193" y="2067171"/>
                  <a:pt x="9240897" y="2070117"/>
                </a:cubicBezTo>
                <a:lnTo>
                  <a:pt x="9237981" y="2070117"/>
                </a:lnTo>
                <a:lnTo>
                  <a:pt x="9236567" y="2040426"/>
                </a:lnTo>
                <a:lnTo>
                  <a:pt x="9239572" y="2040426"/>
                </a:lnTo>
                <a:cubicBezTo>
                  <a:pt x="9242223" y="2048202"/>
                  <a:pt x="9245861" y="2054034"/>
                  <a:pt x="9250485" y="2057922"/>
                </a:cubicBezTo>
                <a:cubicBezTo>
                  <a:pt x="9255110" y="2061811"/>
                  <a:pt x="9259484" y="2063755"/>
                  <a:pt x="9263608" y="2063755"/>
                </a:cubicBezTo>
                <a:cubicBezTo>
                  <a:pt x="9266435" y="2063755"/>
                  <a:pt x="9268748" y="2062886"/>
                  <a:pt x="9270544" y="2061148"/>
                </a:cubicBezTo>
                <a:cubicBezTo>
                  <a:pt x="9272341" y="2059410"/>
                  <a:pt x="9273240" y="2057304"/>
                  <a:pt x="9273240" y="2054830"/>
                </a:cubicBezTo>
                <a:cubicBezTo>
                  <a:pt x="9273240" y="2052002"/>
                  <a:pt x="9272356" y="2049557"/>
                  <a:pt x="9270589" y="2047495"/>
                </a:cubicBezTo>
                <a:cubicBezTo>
                  <a:pt x="9268821" y="2045433"/>
                  <a:pt x="9264874" y="2042311"/>
                  <a:pt x="9258747" y="2038128"/>
                </a:cubicBezTo>
                <a:cubicBezTo>
                  <a:pt x="9249734" y="2031884"/>
                  <a:pt x="9243902" y="2027112"/>
                  <a:pt x="9241251" y="2023813"/>
                </a:cubicBezTo>
                <a:cubicBezTo>
                  <a:pt x="9237363" y="2018982"/>
                  <a:pt x="9235419" y="2013651"/>
                  <a:pt x="9235419" y="2007818"/>
                </a:cubicBezTo>
                <a:cubicBezTo>
                  <a:pt x="9235419" y="2001456"/>
                  <a:pt x="9237613" y="1995698"/>
                  <a:pt x="9242002" y="1990543"/>
                </a:cubicBezTo>
                <a:cubicBezTo>
                  <a:pt x="9246391" y="1985388"/>
                  <a:pt x="9252739" y="1982811"/>
                  <a:pt x="9261045" y="1982811"/>
                </a:cubicBezTo>
                <a:close/>
                <a:moveTo>
                  <a:pt x="9197607" y="1982811"/>
                </a:moveTo>
                <a:cubicBezTo>
                  <a:pt x="9202968" y="1982811"/>
                  <a:pt x="9207416" y="1984298"/>
                  <a:pt x="9210950" y="1987273"/>
                </a:cubicBezTo>
                <a:cubicBezTo>
                  <a:pt x="9214485" y="1990248"/>
                  <a:pt x="9216842" y="1993945"/>
                  <a:pt x="9218020" y="1998363"/>
                </a:cubicBezTo>
                <a:cubicBezTo>
                  <a:pt x="9218962" y="2001721"/>
                  <a:pt x="9219434" y="2008172"/>
                  <a:pt x="9219434" y="2017716"/>
                </a:cubicBezTo>
                <a:lnTo>
                  <a:pt x="9219434" y="2049881"/>
                </a:lnTo>
                <a:cubicBezTo>
                  <a:pt x="9219434" y="2056243"/>
                  <a:pt x="9220008" y="2060205"/>
                  <a:pt x="9221157" y="2061766"/>
                </a:cubicBezTo>
                <a:cubicBezTo>
                  <a:pt x="9222306" y="2063327"/>
                  <a:pt x="9224706" y="2064314"/>
                  <a:pt x="9228359" y="2064727"/>
                </a:cubicBezTo>
                <a:lnTo>
                  <a:pt x="9228359" y="2067908"/>
                </a:lnTo>
                <a:lnTo>
                  <a:pt x="9186561" y="2067908"/>
                </a:lnTo>
                <a:lnTo>
                  <a:pt x="9186561" y="2064727"/>
                </a:lnTo>
                <a:cubicBezTo>
                  <a:pt x="9189684" y="2064314"/>
                  <a:pt x="9191922" y="2063018"/>
                  <a:pt x="9193277" y="2060839"/>
                </a:cubicBezTo>
                <a:cubicBezTo>
                  <a:pt x="9194220" y="2059366"/>
                  <a:pt x="9194691" y="2055713"/>
                  <a:pt x="9194691" y="2049881"/>
                </a:cubicBezTo>
                <a:lnTo>
                  <a:pt x="9194691" y="2013120"/>
                </a:lnTo>
                <a:cubicBezTo>
                  <a:pt x="9194691" y="2006346"/>
                  <a:pt x="9194426" y="2002075"/>
                  <a:pt x="9193896" y="2000307"/>
                </a:cubicBezTo>
                <a:cubicBezTo>
                  <a:pt x="9193365" y="1998540"/>
                  <a:pt x="9192467" y="1997170"/>
                  <a:pt x="9191200" y="1996198"/>
                </a:cubicBezTo>
                <a:cubicBezTo>
                  <a:pt x="9189934" y="1995226"/>
                  <a:pt x="9188535" y="1994740"/>
                  <a:pt x="9187003" y="1994740"/>
                </a:cubicBezTo>
                <a:cubicBezTo>
                  <a:pt x="9181937" y="1994740"/>
                  <a:pt x="9177224" y="1998363"/>
                  <a:pt x="9172864" y="2005609"/>
                </a:cubicBezTo>
                <a:lnTo>
                  <a:pt x="9172864" y="2049881"/>
                </a:lnTo>
                <a:cubicBezTo>
                  <a:pt x="9172864" y="2056067"/>
                  <a:pt x="9173439" y="2059984"/>
                  <a:pt x="9174587" y="2061634"/>
                </a:cubicBezTo>
                <a:cubicBezTo>
                  <a:pt x="9175736" y="2063283"/>
                  <a:pt x="9177872" y="2064314"/>
                  <a:pt x="9180994" y="2064727"/>
                </a:cubicBezTo>
                <a:lnTo>
                  <a:pt x="9180994" y="2067908"/>
                </a:lnTo>
                <a:lnTo>
                  <a:pt x="9139197" y="2067908"/>
                </a:lnTo>
                <a:lnTo>
                  <a:pt x="9139197" y="2064727"/>
                </a:lnTo>
                <a:cubicBezTo>
                  <a:pt x="9142672" y="2064373"/>
                  <a:pt x="9145147" y="2063254"/>
                  <a:pt x="9146619" y="2061369"/>
                </a:cubicBezTo>
                <a:cubicBezTo>
                  <a:pt x="9147621" y="2060073"/>
                  <a:pt x="9148122" y="2056243"/>
                  <a:pt x="9148122" y="2049881"/>
                </a:cubicBezTo>
                <a:lnTo>
                  <a:pt x="9148122" y="2003223"/>
                </a:lnTo>
                <a:cubicBezTo>
                  <a:pt x="9148122" y="1996979"/>
                  <a:pt x="9147547" y="1993091"/>
                  <a:pt x="9146399" y="1991559"/>
                </a:cubicBezTo>
                <a:cubicBezTo>
                  <a:pt x="9145250" y="1990027"/>
                  <a:pt x="9142849" y="1989026"/>
                  <a:pt x="9139197" y="1988555"/>
                </a:cubicBezTo>
                <a:lnTo>
                  <a:pt x="9139197" y="1985285"/>
                </a:lnTo>
                <a:lnTo>
                  <a:pt x="9172864" y="1985285"/>
                </a:lnTo>
                <a:lnTo>
                  <a:pt x="9172864" y="1995977"/>
                </a:lnTo>
                <a:cubicBezTo>
                  <a:pt x="9177106" y="1991382"/>
                  <a:pt x="9181171" y="1988039"/>
                  <a:pt x="9185059" y="1985948"/>
                </a:cubicBezTo>
                <a:cubicBezTo>
                  <a:pt x="9188947" y="1983856"/>
                  <a:pt x="9193130" y="1982811"/>
                  <a:pt x="9197607" y="1982811"/>
                </a:cubicBezTo>
                <a:close/>
                <a:moveTo>
                  <a:pt x="9123528" y="1982811"/>
                </a:moveTo>
                <a:cubicBezTo>
                  <a:pt x="9126827" y="1982811"/>
                  <a:pt x="9129463" y="1983827"/>
                  <a:pt x="9131437" y="1985859"/>
                </a:cubicBezTo>
                <a:cubicBezTo>
                  <a:pt x="9133410" y="1987892"/>
                  <a:pt x="9134397" y="1990764"/>
                  <a:pt x="9134397" y="1994475"/>
                </a:cubicBezTo>
                <a:cubicBezTo>
                  <a:pt x="9134397" y="1998422"/>
                  <a:pt x="9133440" y="2001486"/>
                  <a:pt x="9131525" y="2003665"/>
                </a:cubicBezTo>
                <a:cubicBezTo>
                  <a:pt x="9129610" y="2005845"/>
                  <a:pt x="9127298" y="2006935"/>
                  <a:pt x="9124588" y="2006935"/>
                </a:cubicBezTo>
                <a:cubicBezTo>
                  <a:pt x="9121466" y="2006935"/>
                  <a:pt x="9118756" y="2005933"/>
                  <a:pt x="9116459" y="2003930"/>
                </a:cubicBezTo>
                <a:cubicBezTo>
                  <a:pt x="9114161" y="2001927"/>
                  <a:pt x="9112806" y="2000808"/>
                  <a:pt x="9112394" y="2000572"/>
                </a:cubicBezTo>
                <a:cubicBezTo>
                  <a:pt x="9111805" y="2000219"/>
                  <a:pt x="9111127" y="2000042"/>
                  <a:pt x="9110361" y="2000042"/>
                </a:cubicBezTo>
                <a:cubicBezTo>
                  <a:pt x="9108653" y="2000042"/>
                  <a:pt x="9107033" y="2000690"/>
                  <a:pt x="9105501" y="2001986"/>
                </a:cubicBezTo>
                <a:cubicBezTo>
                  <a:pt x="9103086" y="2003989"/>
                  <a:pt x="9101259" y="2006846"/>
                  <a:pt x="9100022" y="2010558"/>
                </a:cubicBezTo>
                <a:cubicBezTo>
                  <a:pt x="9098137" y="2016272"/>
                  <a:pt x="9097195" y="2022576"/>
                  <a:pt x="9097195" y="2029468"/>
                </a:cubicBezTo>
                <a:lnTo>
                  <a:pt x="9097195" y="2048467"/>
                </a:lnTo>
                <a:lnTo>
                  <a:pt x="9097283" y="2053416"/>
                </a:lnTo>
                <a:cubicBezTo>
                  <a:pt x="9097283" y="2056774"/>
                  <a:pt x="9097489" y="2058924"/>
                  <a:pt x="9097902" y="2059867"/>
                </a:cubicBezTo>
                <a:cubicBezTo>
                  <a:pt x="9098608" y="2061457"/>
                  <a:pt x="9099654" y="2062621"/>
                  <a:pt x="9101039" y="2063357"/>
                </a:cubicBezTo>
                <a:cubicBezTo>
                  <a:pt x="9102423" y="2064093"/>
                  <a:pt x="9104765" y="2064550"/>
                  <a:pt x="9108064" y="2064727"/>
                </a:cubicBezTo>
                <a:lnTo>
                  <a:pt x="9108064" y="2067908"/>
                </a:lnTo>
                <a:lnTo>
                  <a:pt x="9063439" y="2067908"/>
                </a:lnTo>
                <a:lnTo>
                  <a:pt x="9063439" y="2064727"/>
                </a:lnTo>
                <a:cubicBezTo>
                  <a:pt x="9067032" y="2064432"/>
                  <a:pt x="9069462" y="2063445"/>
                  <a:pt x="9070729" y="2061766"/>
                </a:cubicBezTo>
                <a:cubicBezTo>
                  <a:pt x="9071995" y="2060087"/>
                  <a:pt x="9072629" y="2055654"/>
                  <a:pt x="9072629" y="2048467"/>
                </a:cubicBezTo>
                <a:lnTo>
                  <a:pt x="9072629" y="2002782"/>
                </a:lnTo>
                <a:cubicBezTo>
                  <a:pt x="9072629" y="1998069"/>
                  <a:pt x="9072393" y="1995064"/>
                  <a:pt x="9071922" y="1993768"/>
                </a:cubicBezTo>
                <a:cubicBezTo>
                  <a:pt x="9071333" y="1992119"/>
                  <a:pt x="9070478" y="1990911"/>
                  <a:pt x="9069359" y="1990145"/>
                </a:cubicBezTo>
                <a:cubicBezTo>
                  <a:pt x="9068240" y="1989379"/>
                  <a:pt x="9066266" y="1988849"/>
                  <a:pt x="9063439" y="1988555"/>
                </a:cubicBezTo>
                <a:lnTo>
                  <a:pt x="9063439" y="1985285"/>
                </a:lnTo>
                <a:lnTo>
                  <a:pt x="9097195" y="1985285"/>
                </a:lnTo>
                <a:lnTo>
                  <a:pt x="9097195" y="2004019"/>
                </a:lnTo>
                <a:cubicBezTo>
                  <a:pt x="9102673" y="1995477"/>
                  <a:pt x="9107475" y="1989806"/>
                  <a:pt x="9111598" y="1987008"/>
                </a:cubicBezTo>
                <a:cubicBezTo>
                  <a:pt x="9115722" y="1984210"/>
                  <a:pt x="9119699" y="1982811"/>
                  <a:pt x="9123528" y="1982811"/>
                </a:cubicBezTo>
                <a:close/>
                <a:moveTo>
                  <a:pt x="9015446" y="1982811"/>
                </a:moveTo>
                <a:cubicBezTo>
                  <a:pt x="9023811" y="1982811"/>
                  <a:pt x="9031072" y="1986242"/>
                  <a:pt x="9037228" y="1993105"/>
                </a:cubicBezTo>
                <a:cubicBezTo>
                  <a:pt x="9043385" y="1999969"/>
                  <a:pt x="9046698" y="2010145"/>
                  <a:pt x="9047170" y="2023636"/>
                </a:cubicBezTo>
                <a:lnTo>
                  <a:pt x="9001838" y="2023636"/>
                </a:lnTo>
                <a:cubicBezTo>
                  <a:pt x="9002368" y="2034594"/>
                  <a:pt x="9005284" y="2043254"/>
                  <a:pt x="9010586" y="2049616"/>
                </a:cubicBezTo>
                <a:cubicBezTo>
                  <a:pt x="9014651" y="2054506"/>
                  <a:pt x="9019540" y="2056950"/>
                  <a:pt x="9025255" y="2056950"/>
                </a:cubicBezTo>
                <a:cubicBezTo>
                  <a:pt x="9028789" y="2056950"/>
                  <a:pt x="9032000" y="2055964"/>
                  <a:pt x="9034887" y="2053990"/>
                </a:cubicBezTo>
                <a:cubicBezTo>
                  <a:pt x="9037773" y="2052017"/>
                  <a:pt x="9040866" y="2048467"/>
                  <a:pt x="9044165" y="2043342"/>
                </a:cubicBezTo>
                <a:lnTo>
                  <a:pt x="9047170" y="2045286"/>
                </a:lnTo>
                <a:cubicBezTo>
                  <a:pt x="9042692" y="2054417"/>
                  <a:pt x="9037744" y="2060883"/>
                  <a:pt x="9032324" y="2064682"/>
                </a:cubicBezTo>
                <a:cubicBezTo>
                  <a:pt x="9026904" y="2068482"/>
                  <a:pt x="9020630" y="2070382"/>
                  <a:pt x="9013502" y="2070382"/>
                </a:cubicBezTo>
                <a:cubicBezTo>
                  <a:pt x="9001249" y="2070382"/>
                  <a:pt x="8991970" y="2065669"/>
                  <a:pt x="8985667" y="2056243"/>
                </a:cubicBezTo>
                <a:cubicBezTo>
                  <a:pt x="8980600" y="2048644"/>
                  <a:pt x="8978067" y="2039218"/>
                  <a:pt x="8978067" y="2027966"/>
                </a:cubicBezTo>
                <a:cubicBezTo>
                  <a:pt x="8978067" y="2014181"/>
                  <a:pt x="8981793" y="2003209"/>
                  <a:pt x="8989245" y="1995049"/>
                </a:cubicBezTo>
                <a:cubicBezTo>
                  <a:pt x="8996698" y="1986890"/>
                  <a:pt x="9005431" y="1982811"/>
                  <a:pt x="9015446" y="1982811"/>
                </a:cubicBezTo>
                <a:close/>
                <a:moveTo>
                  <a:pt x="8809166" y="1982811"/>
                </a:moveTo>
                <a:cubicBezTo>
                  <a:pt x="8817001" y="1982811"/>
                  <a:pt x="8823201" y="1984475"/>
                  <a:pt x="8827767" y="1987803"/>
                </a:cubicBezTo>
                <a:cubicBezTo>
                  <a:pt x="8832332" y="1991132"/>
                  <a:pt x="8835293" y="1994740"/>
                  <a:pt x="8836648" y="1998628"/>
                </a:cubicBezTo>
                <a:cubicBezTo>
                  <a:pt x="8837472" y="2001103"/>
                  <a:pt x="8837885" y="2006788"/>
                  <a:pt x="8837885" y="2015683"/>
                </a:cubicBezTo>
                <a:lnTo>
                  <a:pt x="8837885" y="2047760"/>
                </a:lnTo>
                <a:cubicBezTo>
                  <a:pt x="8837885" y="2051531"/>
                  <a:pt x="8838032" y="2053902"/>
                  <a:pt x="8838327" y="2054874"/>
                </a:cubicBezTo>
                <a:cubicBezTo>
                  <a:pt x="8838621" y="2055846"/>
                  <a:pt x="8839063" y="2056567"/>
                  <a:pt x="8839652" y="2057039"/>
                </a:cubicBezTo>
                <a:cubicBezTo>
                  <a:pt x="8840241" y="2057510"/>
                  <a:pt x="8840919" y="2057746"/>
                  <a:pt x="8841685" y="2057746"/>
                </a:cubicBezTo>
                <a:cubicBezTo>
                  <a:pt x="8843216" y="2057746"/>
                  <a:pt x="8844777" y="2056656"/>
                  <a:pt x="8846368" y="2054476"/>
                </a:cubicBezTo>
                <a:lnTo>
                  <a:pt x="8849019" y="2056597"/>
                </a:lnTo>
                <a:cubicBezTo>
                  <a:pt x="8846073" y="2060956"/>
                  <a:pt x="8843025" y="2064123"/>
                  <a:pt x="8839873" y="2066096"/>
                </a:cubicBezTo>
                <a:cubicBezTo>
                  <a:pt x="8836721" y="2068070"/>
                  <a:pt x="8833143" y="2069057"/>
                  <a:pt x="8829137" y="2069057"/>
                </a:cubicBezTo>
                <a:cubicBezTo>
                  <a:pt x="8824424" y="2069057"/>
                  <a:pt x="8820742" y="2067952"/>
                  <a:pt x="8818091" y="2065743"/>
                </a:cubicBezTo>
                <a:cubicBezTo>
                  <a:pt x="8815440" y="2063534"/>
                  <a:pt x="8813820" y="2060190"/>
                  <a:pt x="8813231" y="2055713"/>
                </a:cubicBezTo>
                <a:cubicBezTo>
                  <a:pt x="8803157" y="2064609"/>
                  <a:pt x="8794114" y="2069057"/>
                  <a:pt x="8786102" y="2069057"/>
                </a:cubicBezTo>
                <a:cubicBezTo>
                  <a:pt x="8781389" y="2069057"/>
                  <a:pt x="8777471" y="2067510"/>
                  <a:pt x="8774349" y="2064417"/>
                </a:cubicBezTo>
                <a:cubicBezTo>
                  <a:pt x="8771227" y="2061325"/>
                  <a:pt x="8769666" y="2057451"/>
                  <a:pt x="8769666" y="2052797"/>
                </a:cubicBezTo>
                <a:cubicBezTo>
                  <a:pt x="8769666" y="2046494"/>
                  <a:pt x="8772376" y="2040823"/>
                  <a:pt x="8777795" y="2035787"/>
                </a:cubicBezTo>
                <a:cubicBezTo>
                  <a:pt x="8783215" y="2030750"/>
                  <a:pt x="8795027" y="2024048"/>
                  <a:pt x="8813231" y="2015683"/>
                </a:cubicBezTo>
                <a:lnTo>
                  <a:pt x="8813231" y="2007377"/>
                </a:lnTo>
                <a:cubicBezTo>
                  <a:pt x="8813231" y="2001132"/>
                  <a:pt x="8812892" y="1997200"/>
                  <a:pt x="8812214" y="1995580"/>
                </a:cubicBezTo>
                <a:cubicBezTo>
                  <a:pt x="8811537" y="1993960"/>
                  <a:pt x="8810255" y="1992546"/>
                  <a:pt x="8808370" y="1991338"/>
                </a:cubicBezTo>
                <a:cubicBezTo>
                  <a:pt x="8806485" y="1990130"/>
                  <a:pt x="8804364" y="1989527"/>
                  <a:pt x="8802008" y="1989527"/>
                </a:cubicBezTo>
                <a:cubicBezTo>
                  <a:pt x="8798179" y="1989527"/>
                  <a:pt x="8795027" y="1990381"/>
                  <a:pt x="8792553" y="1992089"/>
                </a:cubicBezTo>
                <a:cubicBezTo>
                  <a:pt x="8791021" y="1993150"/>
                  <a:pt x="8790255" y="1994387"/>
                  <a:pt x="8790255" y="1995801"/>
                </a:cubicBezTo>
                <a:cubicBezTo>
                  <a:pt x="8790255" y="1997038"/>
                  <a:pt x="8791080" y="1998569"/>
                  <a:pt x="8792729" y="2000396"/>
                </a:cubicBezTo>
                <a:cubicBezTo>
                  <a:pt x="8794968" y="2002929"/>
                  <a:pt x="8796087" y="2005374"/>
                  <a:pt x="8796087" y="2007730"/>
                </a:cubicBezTo>
                <a:cubicBezTo>
                  <a:pt x="8796087" y="2010617"/>
                  <a:pt x="8795012" y="2013076"/>
                  <a:pt x="8792862" y="2015109"/>
                </a:cubicBezTo>
                <a:cubicBezTo>
                  <a:pt x="8790712" y="2017141"/>
                  <a:pt x="8787899" y="2018157"/>
                  <a:pt x="8784423" y="2018157"/>
                </a:cubicBezTo>
                <a:cubicBezTo>
                  <a:pt x="8780712" y="2018157"/>
                  <a:pt x="8777604" y="2017038"/>
                  <a:pt x="8775100" y="2014799"/>
                </a:cubicBezTo>
                <a:cubicBezTo>
                  <a:pt x="8772597" y="2012561"/>
                  <a:pt x="8771345" y="2009939"/>
                  <a:pt x="8771345" y="2006935"/>
                </a:cubicBezTo>
                <a:cubicBezTo>
                  <a:pt x="8771345" y="2002693"/>
                  <a:pt x="8773024" y="1998643"/>
                  <a:pt x="8776382" y="1994784"/>
                </a:cubicBezTo>
                <a:cubicBezTo>
                  <a:pt x="8779740" y="1990926"/>
                  <a:pt x="8784423" y="1987965"/>
                  <a:pt x="8790432" y="1985904"/>
                </a:cubicBezTo>
                <a:cubicBezTo>
                  <a:pt x="8796441" y="1983842"/>
                  <a:pt x="8802685" y="1982811"/>
                  <a:pt x="8809166" y="1982811"/>
                </a:cubicBezTo>
                <a:close/>
                <a:moveTo>
                  <a:pt x="8727259" y="1982811"/>
                </a:moveTo>
                <a:cubicBezTo>
                  <a:pt x="8733327" y="1982811"/>
                  <a:pt x="8738850" y="1984725"/>
                  <a:pt x="8743828" y="1988555"/>
                </a:cubicBezTo>
                <a:cubicBezTo>
                  <a:pt x="8748806" y="1992384"/>
                  <a:pt x="8752591" y="1997671"/>
                  <a:pt x="8755183" y="2004416"/>
                </a:cubicBezTo>
                <a:cubicBezTo>
                  <a:pt x="8757775" y="2011162"/>
                  <a:pt x="8759071" y="2018422"/>
                  <a:pt x="8759071" y="2026199"/>
                </a:cubicBezTo>
                <a:cubicBezTo>
                  <a:pt x="8759071" y="2034564"/>
                  <a:pt x="8757731" y="2042208"/>
                  <a:pt x="8755050" y="2049130"/>
                </a:cubicBezTo>
                <a:cubicBezTo>
                  <a:pt x="8752370" y="2056052"/>
                  <a:pt x="8748482" y="2061325"/>
                  <a:pt x="8743386" y="2064948"/>
                </a:cubicBezTo>
                <a:cubicBezTo>
                  <a:pt x="8738290" y="2068571"/>
                  <a:pt x="8732620" y="2070382"/>
                  <a:pt x="8726375" y="2070382"/>
                </a:cubicBezTo>
                <a:cubicBezTo>
                  <a:pt x="8721839" y="2070382"/>
                  <a:pt x="8717598" y="2069381"/>
                  <a:pt x="8713651" y="2067378"/>
                </a:cubicBezTo>
                <a:cubicBezTo>
                  <a:pt x="8710705" y="2065846"/>
                  <a:pt x="8707612" y="2063224"/>
                  <a:pt x="8704372" y="2059513"/>
                </a:cubicBezTo>
                <a:lnTo>
                  <a:pt x="8704372" y="2090265"/>
                </a:lnTo>
                <a:cubicBezTo>
                  <a:pt x="8704372" y="2094506"/>
                  <a:pt x="8704711" y="2097393"/>
                  <a:pt x="8705388" y="2098925"/>
                </a:cubicBezTo>
                <a:cubicBezTo>
                  <a:pt x="8706066" y="2100456"/>
                  <a:pt x="8707111" y="2101576"/>
                  <a:pt x="8708525" y="2102283"/>
                </a:cubicBezTo>
                <a:cubicBezTo>
                  <a:pt x="8709939" y="2102989"/>
                  <a:pt x="8712708" y="2103343"/>
                  <a:pt x="8716832" y="2103343"/>
                </a:cubicBezTo>
                <a:lnTo>
                  <a:pt x="8716832" y="2106612"/>
                </a:lnTo>
                <a:lnTo>
                  <a:pt x="8669732" y="2106612"/>
                </a:lnTo>
                <a:lnTo>
                  <a:pt x="8669732" y="2103343"/>
                </a:lnTo>
                <a:cubicBezTo>
                  <a:pt x="8673385" y="2103225"/>
                  <a:pt x="8676095" y="2102194"/>
                  <a:pt x="8677862" y="2100250"/>
                </a:cubicBezTo>
                <a:cubicBezTo>
                  <a:pt x="8679040" y="2098895"/>
                  <a:pt x="8679629" y="2095390"/>
                  <a:pt x="8679629" y="2089734"/>
                </a:cubicBezTo>
                <a:lnTo>
                  <a:pt x="8679629" y="2002516"/>
                </a:lnTo>
                <a:cubicBezTo>
                  <a:pt x="8679629" y="1996684"/>
                  <a:pt x="8678952" y="1992958"/>
                  <a:pt x="8677597" y="1991338"/>
                </a:cubicBezTo>
                <a:cubicBezTo>
                  <a:pt x="8676242" y="1989718"/>
                  <a:pt x="8673620" y="1988790"/>
                  <a:pt x="8669732" y="1988555"/>
                </a:cubicBezTo>
                <a:lnTo>
                  <a:pt x="8669732" y="1985285"/>
                </a:lnTo>
                <a:lnTo>
                  <a:pt x="8704372" y="1985285"/>
                </a:lnTo>
                <a:lnTo>
                  <a:pt x="8704372" y="1996154"/>
                </a:lnTo>
                <a:cubicBezTo>
                  <a:pt x="8707259" y="1991912"/>
                  <a:pt x="8710204" y="1988849"/>
                  <a:pt x="8713209" y="1986964"/>
                </a:cubicBezTo>
                <a:cubicBezTo>
                  <a:pt x="8717509" y="1984195"/>
                  <a:pt x="8722193" y="1982811"/>
                  <a:pt x="8727259" y="1982811"/>
                </a:cubicBezTo>
                <a:close/>
                <a:moveTo>
                  <a:pt x="8949901" y="1955064"/>
                </a:moveTo>
                <a:lnTo>
                  <a:pt x="8952817" y="1955064"/>
                </a:lnTo>
                <a:lnTo>
                  <a:pt x="8952817" y="1985285"/>
                </a:lnTo>
                <a:lnTo>
                  <a:pt x="8972435" y="1985285"/>
                </a:lnTo>
                <a:lnTo>
                  <a:pt x="8972435" y="1994033"/>
                </a:lnTo>
                <a:lnTo>
                  <a:pt x="8952817" y="1994033"/>
                </a:lnTo>
                <a:lnTo>
                  <a:pt x="8952817" y="2045021"/>
                </a:lnTo>
                <a:cubicBezTo>
                  <a:pt x="8952817" y="2049793"/>
                  <a:pt x="8953038" y="2052871"/>
                  <a:pt x="8953480" y="2054255"/>
                </a:cubicBezTo>
                <a:cubicBezTo>
                  <a:pt x="8953922" y="2055640"/>
                  <a:pt x="8954703" y="2056759"/>
                  <a:pt x="8955822" y="2057613"/>
                </a:cubicBezTo>
                <a:cubicBezTo>
                  <a:pt x="8956941" y="2058467"/>
                  <a:pt x="8957972" y="2058894"/>
                  <a:pt x="8958915" y="2058894"/>
                </a:cubicBezTo>
                <a:cubicBezTo>
                  <a:pt x="8962744" y="2058894"/>
                  <a:pt x="8966367" y="2055978"/>
                  <a:pt x="8969784" y="2050146"/>
                </a:cubicBezTo>
                <a:lnTo>
                  <a:pt x="8972435" y="2052090"/>
                </a:lnTo>
                <a:cubicBezTo>
                  <a:pt x="8967663" y="2063401"/>
                  <a:pt x="8959916" y="2069057"/>
                  <a:pt x="8949194" y="2069057"/>
                </a:cubicBezTo>
                <a:cubicBezTo>
                  <a:pt x="8943951" y="2069057"/>
                  <a:pt x="8939518" y="2067599"/>
                  <a:pt x="8935895" y="2064682"/>
                </a:cubicBezTo>
                <a:cubicBezTo>
                  <a:pt x="8932272" y="2061766"/>
                  <a:pt x="8929960" y="2058511"/>
                  <a:pt x="8928958" y="2054918"/>
                </a:cubicBezTo>
                <a:cubicBezTo>
                  <a:pt x="8928369" y="2052915"/>
                  <a:pt x="8928075" y="2047495"/>
                  <a:pt x="8928075" y="2038658"/>
                </a:cubicBezTo>
                <a:lnTo>
                  <a:pt x="8928075" y="1994033"/>
                </a:lnTo>
                <a:lnTo>
                  <a:pt x="8917294" y="1994033"/>
                </a:lnTo>
                <a:lnTo>
                  <a:pt x="8917294" y="1990940"/>
                </a:lnTo>
                <a:cubicBezTo>
                  <a:pt x="8924717" y="1985697"/>
                  <a:pt x="8931035" y="1980189"/>
                  <a:pt x="8936249" y="1974416"/>
                </a:cubicBezTo>
                <a:cubicBezTo>
                  <a:pt x="8941462" y="1968643"/>
                  <a:pt x="8946013" y="1962192"/>
                  <a:pt x="8949901" y="1955064"/>
                </a:cubicBezTo>
                <a:close/>
                <a:moveTo>
                  <a:pt x="8892751" y="1955064"/>
                </a:moveTo>
                <a:lnTo>
                  <a:pt x="8895667" y="1955064"/>
                </a:lnTo>
                <a:lnTo>
                  <a:pt x="8895667" y="1985285"/>
                </a:lnTo>
                <a:lnTo>
                  <a:pt x="8915285" y="1985285"/>
                </a:lnTo>
                <a:lnTo>
                  <a:pt x="8915285" y="1994033"/>
                </a:lnTo>
                <a:lnTo>
                  <a:pt x="8895667" y="1994033"/>
                </a:lnTo>
                <a:lnTo>
                  <a:pt x="8895667" y="2045021"/>
                </a:lnTo>
                <a:cubicBezTo>
                  <a:pt x="8895667" y="2049793"/>
                  <a:pt x="8895888" y="2052871"/>
                  <a:pt x="8896330" y="2054255"/>
                </a:cubicBezTo>
                <a:cubicBezTo>
                  <a:pt x="8896772" y="2055640"/>
                  <a:pt x="8897553" y="2056759"/>
                  <a:pt x="8898672" y="2057613"/>
                </a:cubicBezTo>
                <a:cubicBezTo>
                  <a:pt x="8899791" y="2058467"/>
                  <a:pt x="8900822" y="2058894"/>
                  <a:pt x="8901765" y="2058894"/>
                </a:cubicBezTo>
                <a:cubicBezTo>
                  <a:pt x="8905594" y="2058894"/>
                  <a:pt x="8909217" y="2055978"/>
                  <a:pt x="8912634" y="2050146"/>
                </a:cubicBezTo>
                <a:lnTo>
                  <a:pt x="8915285" y="2052090"/>
                </a:lnTo>
                <a:cubicBezTo>
                  <a:pt x="8910513" y="2063401"/>
                  <a:pt x="8902766" y="2069057"/>
                  <a:pt x="8892044" y="2069057"/>
                </a:cubicBezTo>
                <a:cubicBezTo>
                  <a:pt x="8886801" y="2069057"/>
                  <a:pt x="8882368" y="2067599"/>
                  <a:pt x="8878745" y="2064682"/>
                </a:cubicBezTo>
                <a:cubicBezTo>
                  <a:pt x="8875122" y="2061766"/>
                  <a:pt x="8872810" y="2058511"/>
                  <a:pt x="8871808" y="2054918"/>
                </a:cubicBezTo>
                <a:cubicBezTo>
                  <a:pt x="8871219" y="2052915"/>
                  <a:pt x="8870925" y="2047495"/>
                  <a:pt x="8870925" y="2038658"/>
                </a:cubicBezTo>
                <a:lnTo>
                  <a:pt x="8870925" y="1994033"/>
                </a:lnTo>
                <a:lnTo>
                  <a:pt x="8860144" y="1994033"/>
                </a:lnTo>
                <a:lnTo>
                  <a:pt x="8860144" y="1990940"/>
                </a:lnTo>
                <a:cubicBezTo>
                  <a:pt x="8867567" y="1985697"/>
                  <a:pt x="8873885" y="1980189"/>
                  <a:pt x="8879099" y="1974416"/>
                </a:cubicBezTo>
                <a:cubicBezTo>
                  <a:pt x="8884312" y="1968643"/>
                  <a:pt x="8888863" y="1962192"/>
                  <a:pt x="8892751" y="1955064"/>
                </a:cubicBezTo>
                <a:close/>
                <a:moveTo>
                  <a:pt x="9582811" y="1948083"/>
                </a:moveTo>
                <a:lnTo>
                  <a:pt x="9619484" y="1948083"/>
                </a:lnTo>
                <a:lnTo>
                  <a:pt x="9619484" y="2043165"/>
                </a:lnTo>
                <a:cubicBezTo>
                  <a:pt x="9619484" y="2049586"/>
                  <a:pt x="9619660" y="2053386"/>
                  <a:pt x="9620014" y="2054565"/>
                </a:cubicBezTo>
                <a:cubicBezTo>
                  <a:pt x="9620485" y="2056509"/>
                  <a:pt x="9621383" y="2057952"/>
                  <a:pt x="9622709" y="2058894"/>
                </a:cubicBezTo>
                <a:cubicBezTo>
                  <a:pt x="9624035" y="2059837"/>
                  <a:pt x="9626347" y="2060426"/>
                  <a:pt x="9629646" y="2060662"/>
                </a:cubicBezTo>
                <a:lnTo>
                  <a:pt x="9629646" y="2063578"/>
                </a:lnTo>
                <a:lnTo>
                  <a:pt x="9594741" y="2070382"/>
                </a:lnTo>
                <a:lnTo>
                  <a:pt x="9594741" y="2057304"/>
                </a:lnTo>
                <a:cubicBezTo>
                  <a:pt x="9590558" y="2062370"/>
                  <a:pt x="9586832" y="2065817"/>
                  <a:pt x="9583563" y="2067643"/>
                </a:cubicBezTo>
                <a:cubicBezTo>
                  <a:pt x="9580293" y="2069469"/>
                  <a:pt x="9576596" y="2070382"/>
                  <a:pt x="9572473" y="2070382"/>
                </a:cubicBezTo>
                <a:cubicBezTo>
                  <a:pt x="9561927" y="2070382"/>
                  <a:pt x="9553592" y="2065669"/>
                  <a:pt x="9547465" y="2056243"/>
                </a:cubicBezTo>
                <a:cubicBezTo>
                  <a:pt x="9542516" y="2048585"/>
                  <a:pt x="9540042" y="2039189"/>
                  <a:pt x="9540042" y="2028054"/>
                </a:cubicBezTo>
                <a:cubicBezTo>
                  <a:pt x="9540042" y="2019159"/>
                  <a:pt x="9541574" y="2011191"/>
                  <a:pt x="9544637" y="2004151"/>
                </a:cubicBezTo>
                <a:cubicBezTo>
                  <a:pt x="9547700" y="1997111"/>
                  <a:pt x="9551898" y="1991795"/>
                  <a:pt x="9557229" y="1988201"/>
                </a:cubicBezTo>
                <a:cubicBezTo>
                  <a:pt x="9562561" y="1984608"/>
                  <a:pt x="9568290" y="1982811"/>
                  <a:pt x="9574417" y="1982811"/>
                </a:cubicBezTo>
                <a:cubicBezTo>
                  <a:pt x="9578364" y="1982811"/>
                  <a:pt x="9581869" y="1983577"/>
                  <a:pt x="9584932" y="1985108"/>
                </a:cubicBezTo>
                <a:cubicBezTo>
                  <a:pt x="9587996" y="1986640"/>
                  <a:pt x="9591265" y="1989320"/>
                  <a:pt x="9594741" y="1993150"/>
                </a:cubicBezTo>
                <a:lnTo>
                  <a:pt x="9594741" y="1968230"/>
                </a:lnTo>
                <a:cubicBezTo>
                  <a:pt x="9594741" y="1961927"/>
                  <a:pt x="9594476" y="1958127"/>
                  <a:pt x="9593946" y="1956831"/>
                </a:cubicBezTo>
                <a:cubicBezTo>
                  <a:pt x="9593239" y="1955122"/>
                  <a:pt x="9592178" y="1953856"/>
                  <a:pt x="9590764" y="1953031"/>
                </a:cubicBezTo>
                <a:cubicBezTo>
                  <a:pt x="9589351" y="1952206"/>
                  <a:pt x="9586700" y="1951794"/>
                  <a:pt x="9582811" y="1951794"/>
                </a:cubicBezTo>
                <a:close/>
                <a:moveTo>
                  <a:pt x="555191" y="1936750"/>
                </a:moveTo>
                <a:cubicBezTo>
                  <a:pt x="548062" y="1940932"/>
                  <a:pt x="542760" y="1945410"/>
                  <a:pt x="539285" y="1950181"/>
                </a:cubicBezTo>
                <a:cubicBezTo>
                  <a:pt x="536988" y="1953363"/>
                  <a:pt x="535838" y="1956573"/>
                  <a:pt x="535838" y="1959813"/>
                </a:cubicBezTo>
                <a:cubicBezTo>
                  <a:pt x="535838" y="1962523"/>
                  <a:pt x="536810" y="1964909"/>
                  <a:pt x="538755" y="1966971"/>
                </a:cubicBezTo>
                <a:cubicBezTo>
                  <a:pt x="540227" y="1968562"/>
                  <a:pt x="542289" y="1969357"/>
                  <a:pt x="544940" y="1969357"/>
                </a:cubicBezTo>
                <a:cubicBezTo>
                  <a:pt x="547886" y="1969357"/>
                  <a:pt x="551303" y="1967708"/>
                  <a:pt x="555191" y="1964408"/>
                </a:cubicBezTo>
                <a:close/>
                <a:moveTo>
                  <a:pt x="1225191" y="1904231"/>
                </a:moveTo>
                <a:cubicBezTo>
                  <a:pt x="1222187" y="1904231"/>
                  <a:pt x="1219610" y="1905365"/>
                  <a:pt x="1217459" y="1907633"/>
                </a:cubicBezTo>
                <a:cubicBezTo>
                  <a:pt x="1215309" y="1909901"/>
                  <a:pt x="1213895" y="1914378"/>
                  <a:pt x="1213218" y="1921065"/>
                </a:cubicBezTo>
                <a:cubicBezTo>
                  <a:pt x="1212540" y="1927751"/>
                  <a:pt x="1212202" y="1937044"/>
                  <a:pt x="1212202" y="1948944"/>
                </a:cubicBezTo>
                <a:cubicBezTo>
                  <a:pt x="1212202" y="1955248"/>
                  <a:pt x="1212614" y="1961139"/>
                  <a:pt x="1213439" y="1966618"/>
                </a:cubicBezTo>
                <a:cubicBezTo>
                  <a:pt x="1214087" y="1970800"/>
                  <a:pt x="1215471" y="1973982"/>
                  <a:pt x="1217592" y="1976161"/>
                </a:cubicBezTo>
                <a:cubicBezTo>
                  <a:pt x="1219713" y="1978341"/>
                  <a:pt x="1222128" y="1979431"/>
                  <a:pt x="1224838" y="1979431"/>
                </a:cubicBezTo>
                <a:cubicBezTo>
                  <a:pt x="1227489" y="1979431"/>
                  <a:pt x="1229698" y="1978694"/>
                  <a:pt x="1231466" y="1977222"/>
                </a:cubicBezTo>
                <a:cubicBezTo>
                  <a:pt x="1233763" y="1975219"/>
                  <a:pt x="1235295" y="1972420"/>
                  <a:pt x="1236061" y="1968827"/>
                </a:cubicBezTo>
                <a:cubicBezTo>
                  <a:pt x="1237239" y="1963230"/>
                  <a:pt x="1237828" y="1951919"/>
                  <a:pt x="1237828" y="1934894"/>
                </a:cubicBezTo>
                <a:cubicBezTo>
                  <a:pt x="1237828" y="1924879"/>
                  <a:pt x="1237268" y="1918001"/>
                  <a:pt x="1236149" y="1914260"/>
                </a:cubicBezTo>
                <a:cubicBezTo>
                  <a:pt x="1235030" y="1910520"/>
                  <a:pt x="1233380" y="1907795"/>
                  <a:pt x="1231201" y="1906086"/>
                </a:cubicBezTo>
                <a:cubicBezTo>
                  <a:pt x="1229669" y="1904849"/>
                  <a:pt x="1227666" y="1904231"/>
                  <a:pt x="1225191" y="1904231"/>
                </a:cubicBezTo>
                <a:close/>
                <a:moveTo>
                  <a:pt x="1460931" y="1903701"/>
                </a:moveTo>
                <a:cubicBezTo>
                  <a:pt x="1457867" y="1903701"/>
                  <a:pt x="1455364" y="1905203"/>
                  <a:pt x="1453419" y="1908207"/>
                </a:cubicBezTo>
                <a:cubicBezTo>
                  <a:pt x="1449944" y="1913450"/>
                  <a:pt x="1448206" y="1920638"/>
                  <a:pt x="1448206" y="1929769"/>
                </a:cubicBezTo>
                <a:lnTo>
                  <a:pt x="1448206" y="1932862"/>
                </a:lnTo>
                <a:lnTo>
                  <a:pt x="1472242" y="1932862"/>
                </a:lnTo>
                <a:cubicBezTo>
                  <a:pt x="1472242" y="1923377"/>
                  <a:pt x="1471726" y="1916867"/>
                  <a:pt x="1470695" y="1913333"/>
                </a:cubicBezTo>
                <a:cubicBezTo>
                  <a:pt x="1469664" y="1909798"/>
                  <a:pt x="1468059" y="1907117"/>
                  <a:pt x="1465879" y="1905291"/>
                </a:cubicBezTo>
                <a:cubicBezTo>
                  <a:pt x="1464642" y="1904231"/>
                  <a:pt x="1462993" y="1903701"/>
                  <a:pt x="1460931" y="1903701"/>
                </a:cubicBezTo>
                <a:close/>
                <a:moveTo>
                  <a:pt x="784656" y="1903701"/>
                </a:moveTo>
                <a:cubicBezTo>
                  <a:pt x="781593" y="1903701"/>
                  <a:pt x="779089" y="1905203"/>
                  <a:pt x="777145" y="1908207"/>
                </a:cubicBezTo>
                <a:cubicBezTo>
                  <a:pt x="773669" y="1913450"/>
                  <a:pt x="771931" y="1920638"/>
                  <a:pt x="771931" y="1929769"/>
                </a:cubicBezTo>
                <a:lnTo>
                  <a:pt x="771931" y="1932862"/>
                </a:lnTo>
                <a:lnTo>
                  <a:pt x="795967" y="1932862"/>
                </a:lnTo>
                <a:cubicBezTo>
                  <a:pt x="795967" y="1923377"/>
                  <a:pt x="795451" y="1916867"/>
                  <a:pt x="794420" y="1913333"/>
                </a:cubicBezTo>
                <a:cubicBezTo>
                  <a:pt x="793390" y="1909798"/>
                  <a:pt x="791784" y="1907117"/>
                  <a:pt x="789605" y="1905291"/>
                </a:cubicBezTo>
                <a:cubicBezTo>
                  <a:pt x="788367" y="1904231"/>
                  <a:pt x="786718" y="1903701"/>
                  <a:pt x="784656" y="1903701"/>
                </a:cubicBezTo>
                <a:close/>
                <a:moveTo>
                  <a:pt x="956739" y="1900431"/>
                </a:moveTo>
                <a:lnTo>
                  <a:pt x="990406" y="1900431"/>
                </a:lnTo>
                <a:lnTo>
                  <a:pt x="990406" y="1956897"/>
                </a:lnTo>
                <a:cubicBezTo>
                  <a:pt x="990406" y="1962788"/>
                  <a:pt x="990686" y="1966588"/>
                  <a:pt x="991245" y="1968297"/>
                </a:cubicBezTo>
                <a:cubicBezTo>
                  <a:pt x="991805" y="1970005"/>
                  <a:pt x="992689" y="1971301"/>
                  <a:pt x="993896" y="1972185"/>
                </a:cubicBezTo>
                <a:cubicBezTo>
                  <a:pt x="995104" y="1973068"/>
                  <a:pt x="996503" y="1973510"/>
                  <a:pt x="998094" y="1973510"/>
                </a:cubicBezTo>
                <a:cubicBezTo>
                  <a:pt x="1000215" y="1973510"/>
                  <a:pt x="1002129" y="1972951"/>
                  <a:pt x="1003838" y="1971831"/>
                </a:cubicBezTo>
                <a:cubicBezTo>
                  <a:pt x="1006194" y="1970300"/>
                  <a:pt x="1009022" y="1967207"/>
                  <a:pt x="1012321" y="1962553"/>
                </a:cubicBezTo>
                <a:lnTo>
                  <a:pt x="1012321" y="1918369"/>
                </a:lnTo>
                <a:cubicBezTo>
                  <a:pt x="1012321" y="1912125"/>
                  <a:pt x="1011747" y="1908237"/>
                  <a:pt x="1010598" y="1906705"/>
                </a:cubicBezTo>
                <a:cubicBezTo>
                  <a:pt x="1009449" y="1905173"/>
                  <a:pt x="1007049" y="1904172"/>
                  <a:pt x="1003396" y="1903701"/>
                </a:cubicBezTo>
                <a:lnTo>
                  <a:pt x="1003396" y="1900431"/>
                </a:lnTo>
                <a:lnTo>
                  <a:pt x="1037064" y="1900431"/>
                </a:lnTo>
                <a:lnTo>
                  <a:pt x="1037064" y="1965115"/>
                </a:lnTo>
                <a:cubicBezTo>
                  <a:pt x="1037064" y="1971419"/>
                  <a:pt x="1037652" y="1975351"/>
                  <a:pt x="1038831" y="1976912"/>
                </a:cubicBezTo>
                <a:cubicBezTo>
                  <a:pt x="1040009" y="1978474"/>
                  <a:pt x="1042395" y="1979460"/>
                  <a:pt x="1045989" y="1979873"/>
                </a:cubicBezTo>
                <a:lnTo>
                  <a:pt x="1045989" y="1983054"/>
                </a:lnTo>
                <a:lnTo>
                  <a:pt x="1012321" y="1983054"/>
                </a:lnTo>
                <a:lnTo>
                  <a:pt x="1012321" y="1972008"/>
                </a:lnTo>
                <a:cubicBezTo>
                  <a:pt x="1008374" y="1976721"/>
                  <a:pt x="1004427" y="1980153"/>
                  <a:pt x="1000480" y="1982303"/>
                </a:cubicBezTo>
                <a:cubicBezTo>
                  <a:pt x="996533" y="1984453"/>
                  <a:pt x="992115" y="1985528"/>
                  <a:pt x="987225" y="1985528"/>
                </a:cubicBezTo>
                <a:cubicBezTo>
                  <a:pt x="982571" y="1985528"/>
                  <a:pt x="978432" y="1984100"/>
                  <a:pt x="974809" y="1981242"/>
                </a:cubicBezTo>
                <a:cubicBezTo>
                  <a:pt x="971186" y="1978385"/>
                  <a:pt x="968756" y="1975042"/>
                  <a:pt x="967519" y="1971213"/>
                </a:cubicBezTo>
                <a:cubicBezTo>
                  <a:pt x="966282" y="1967384"/>
                  <a:pt x="965663" y="1960697"/>
                  <a:pt x="965663" y="1951153"/>
                </a:cubicBezTo>
                <a:lnTo>
                  <a:pt x="965663" y="1918369"/>
                </a:lnTo>
                <a:cubicBezTo>
                  <a:pt x="965663" y="1912125"/>
                  <a:pt x="965089" y="1908237"/>
                  <a:pt x="963940" y="1906705"/>
                </a:cubicBezTo>
                <a:cubicBezTo>
                  <a:pt x="962791" y="1905173"/>
                  <a:pt x="960391" y="1904172"/>
                  <a:pt x="956739" y="1903701"/>
                </a:cubicBezTo>
                <a:close/>
                <a:moveTo>
                  <a:pt x="651939" y="1900431"/>
                </a:moveTo>
                <a:lnTo>
                  <a:pt x="685606" y="1900431"/>
                </a:lnTo>
                <a:lnTo>
                  <a:pt x="685606" y="1956897"/>
                </a:lnTo>
                <a:cubicBezTo>
                  <a:pt x="685606" y="1962788"/>
                  <a:pt x="685886" y="1966588"/>
                  <a:pt x="686446" y="1968297"/>
                </a:cubicBezTo>
                <a:cubicBezTo>
                  <a:pt x="687005" y="1970005"/>
                  <a:pt x="687889" y="1971301"/>
                  <a:pt x="689096" y="1972185"/>
                </a:cubicBezTo>
                <a:cubicBezTo>
                  <a:pt x="690304" y="1973068"/>
                  <a:pt x="691703" y="1973510"/>
                  <a:pt x="693294" y="1973510"/>
                </a:cubicBezTo>
                <a:cubicBezTo>
                  <a:pt x="695415" y="1973510"/>
                  <a:pt x="697329" y="1972951"/>
                  <a:pt x="699038" y="1971831"/>
                </a:cubicBezTo>
                <a:cubicBezTo>
                  <a:pt x="701394" y="1970300"/>
                  <a:pt x="704222" y="1967207"/>
                  <a:pt x="707521" y="1962553"/>
                </a:cubicBezTo>
                <a:lnTo>
                  <a:pt x="707521" y="1918369"/>
                </a:lnTo>
                <a:cubicBezTo>
                  <a:pt x="707521" y="1912125"/>
                  <a:pt x="706946" y="1908237"/>
                  <a:pt x="705798" y="1906705"/>
                </a:cubicBezTo>
                <a:cubicBezTo>
                  <a:pt x="704649" y="1905173"/>
                  <a:pt x="702248" y="1904172"/>
                  <a:pt x="698596" y="1903701"/>
                </a:cubicBezTo>
                <a:lnTo>
                  <a:pt x="698596" y="1900431"/>
                </a:lnTo>
                <a:lnTo>
                  <a:pt x="732264" y="1900431"/>
                </a:lnTo>
                <a:lnTo>
                  <a:pt x="732264" y="1965115"/>
                </a:lnTo>
                <a:cubicBezTo>
                  <a:pt x="732264" y="1971419"/>
                  <a:pt x="732853" y="1975351"/>
                  <a:pt x="734031" y="1976912"/>
                </a:cubicBezTo>
                <a:cubicBezTo>
                  <a:pt x="735209" y="1978474"/>
                  <a:pt x="737595" y="1979460"/>
                  <a:pt x="741189" y="1979873"/>
                </a:cubicBezTo>
                <a:lnTo>
                  <a:pt x="741189" y="1983054"/>
                </a:lnTo>
                <a:lnTo>
                  <a:pt x="707521" y="1983054"/>
                </a:lnTo>
                <a:lnTo>
                  <a:pt x="707521" y="1972008"/>
                </a:lnTo>
                <a:cubicBezTo>
                  <a:pt x="703574" y="1976721"/>
                  <a:pt x="699627" y="1980153"/>
                  <a:pt x="695680" y="1982303"/>
                </a:cubicBezTo>
                <a:cubicBezTo>
                  <a:pt x="691733" y="1984453"/>
                  <a:pt x="687315" y="1985528"/>
                  <a:pt x="682425" y="1985528"/>
                </a:cubicBezTo>
                <a:cubicBezTo>
                  <a:pt x="677771" y="1985528"/>
                  <a:pt x="673633" y="1984100"/>
                  <a:pt x="670009" y="1981242"/>
                </a:cubicBezTo>
                <a:cubicBezTo>
                  <a:pt x="666386" y="1978385"/>
                  <a:pt x="663956" y="1975042"/>
                  <a:pt x="662719" y="1971213"/>
                </a:cubicBezTo>
                <a:cubicBezTo>
                  <a:pt x="661482" y="1967384"/>
                  <a:pt x="660863" y="1960697"/>
                  <a:pt x="660863" y="1951153"/>
                </a:cubicBezTo>
                <a:lnTo>
                  <a:pt x="660863" y="1918369"/>
                </a:lnTo>
                <a:cubicBezTo>
                  <a:pt x="660863" y="1912125"/>
                  <a:pt x="660289" y="1908237"/>
                  <a:pt x="659140" y="1906705"/>
                </a:cubicBezTo>
                <a:cubicBezTo>
                  <a:pt x="657991" y="1905173"/>
                  <a:pt x="655591" y="1904172"/>
                  <a:pt x="651939" y="1903701"/>
                </a:cubicBezTo>
                <a:close/>
                <a:moveTo>
                  <a:pt x="419450" y="1900431"/>
                </a:moveTo>
                <a:lnTo>
                  <a:pt x="463369" y="1900431"/>
                </a:lnTo>
                <a:lnTo>
                  <a:pt x="463369" y="1903701"/>
                </a:lnTo>
                <a:cubicBezTo>
                  <a:pt x="460600" y="1903701"/>
                  <a:pt x="458714" y="1904201"/>
                  <a:pt x="457713" y="1905203"/>
                </a:cubicBezTo>
                <a:cubicBezTo>
                  <a:pt x="456299" y="1906499"/>
                  <a:pt x="455592" y="1908031"/>
                  <a:pt x="455592" y="1909798"/>
                </a:cubicBezTo>
                <a:cubicBezTo>
                  <a:pt x="455592" y="1911978"/>
                  <a:pt x="456888" y="1916072"/>
                  <a:pt x="459480" y="1922081"/>
                </a:cubicBezTo>
                <a:lnTo>
                  <a:pt x="473089" y="1953098"/>
                </a:lnTo>
                <a:lnTo>
                  <a:pt x="483958" y="1926322"/>
                </a:lnTo>
                <a:cubicBezTo>
                  <a:pt x="487080" y="1918664"/>
                  <a:pt x="488641" y="1913244"/>
                  <a:pt x="488641" y="1910063"/>
                </a:cubicBezTo>
                <a:cubicBezTo>
                  <a:pt x="488641" y="1908237"/>
                  <a:pt x="487979" y="1906749"/>
                  <a:pt x="486653" y="1905600"/>
                </a:cubicBezTo>
                <a:cubicBezTo>
                  <a:pt x="485328" y="1904452"/>
                  <a:pt x="482986" y="1903818"/>
                  <a:pt x="479628" y="1903701"/>
                </a:cubicBezTo>
                <a:lnTo>
                  <a:pt x="479628" y="1900431"/>
                </a:lnTo>
                <a:lnTo>
                  <a:pt x="506668" y="1900431"/>
                </a:lnTo>
                <a:lnTo>
                  <a:pt x="506668" y="1903701"/>
                </a:lnTo>
                <a:cubicBezTo>
                  <a:pt x="504076" y="1904054"/>
                  <a:pt x="501955" y="1905026"/>
                  <a:pt x="500306" y="1906617"/>
                </a:cubicBezTo>
                <a:cubicBezTo>
                  <a:pt x="498656" y="1908207"/>
                  <a:pt x="496182" y="1912891"/>
                  <a:pt x="492883" y="1920667"/>
                </a:cubicBezTo>
                <a:lnTo>
                  <a:pt x="465313" y="1985528"/>
                </a:lnTo>
                <a:lnTo>
                  <a:pt x="461159" y="1985528"/>
                </a:lnTo>
                <a:lnTo>
                  <a:pt x="433324" y="1921462"/>
                </a:lnTo>
                <a:cubicBezTo>
                  <a:pt x="429966" y="1913745"/>
                  <a:pt x="427344" y="1908855"/>
                  <a:pt x="425459" y="1906793"/>
                </a:cubicBezTo>
                <a:cubicBezTo>
                  <a:pt x="424104" y="1905262"/>
                  <a:pt x="422101" y="1904231"/>
                  <a:pt x="419450" y="1903701"/>
                </a:cubicBezTo>
                <a:close/>
                <a:moveTo>
                  <a:pt x="1612605" y="1897957"/>
                </a:moveTo>
                <a:cubicBezTo>
                  <a:pt x="1617082" y="1897957"/>
                  <a:pt x="1621412" y="1899047"/>
                  <a:pt x="1625595" y="1901226"/>
                </a:cubicBezTo>
                <a:cubicBezTo>
                  <a:pt x="1627186" y="1902110"/>
                  <a:pt x="1628482" y="1902552"/>
                  <a:pt x="1629484" y="1902552"/>
                </a:cubicBezTo>
                <a:cubicBezTo>
                  <a:pt x="1630544" y="1902552"/>
                  <a:pt x="1631398" y="1902331"/>
                  <a:pt x="1632046" y="1901889"/>
                </a:cubicBezTo>
                <a:cubicBezTo>
                  <a:pt x="1632694" y="1901447"/>
                  <a:pt x="1633725" y="1900195"/>
                  <a:pt x="1635139" y="1898133"/>
                </a:cubicBezTo>
                <a:lnTo>
                  <a:pt x="1638143" y="1898133"/>
                </a:lnTo>
                <a:lnTo>
                  <a:pt x="1639469" y="1926322"/>
                </a:lnTo>
                <a:lnTo>
                  <a:pt x="1636464" y="1926322"/>
                </a:lnTo>
                <a:cubicBezTo>
                  <a:pt x="1632871" y="1917957"/>
                  <a:pt x="1629144" y="1912243"/>
                  <a:pt x="1625286" y="1909179"/>
                </a:cubicBezTo>
                <a:cubicBezTo>
                  <a:pt x="1621427" y="1906116"/>
                  <a:pt x="1617583" y="1904584"/>
                  <a:pt x="1613754" y="1904584"/>
                </a:cubicBezTo>
                <a:cubicBezTo>
                  <a:pt x="1611338" y="1904584"/>
                  <a:pt x="1609277" y="1905394"/>
                  <a:pt x="1607568" y="1907014"/>
                </a:cubicBezTo>
                <a:cubicBezTo>
                  <a:pt x="1605860" y="1908634"/>
                  <a:pt x="1605006" y="1910505"/>
                  <a:pt x="1605006" y="1912626"/>
                </a:cubicBezTo>
                <a:cubicBezTo>
                  <a:pt x="1605006" y="1914216"/>
                  <a:pt x="1605595" y="1915748"/>
                  <a:pt x="1606773" y="1917221"/>
                </a:cubicBezTo>
                <a:cubicBezTo>
                  <a:pt x="1608658" y="1919636"/>
                  <a:pt x="1613931" y="1923775"/>
                  <a:pt x="1622591" y="1929636"/>
                </a:cubicBezTo>
                <a:cubicBezTo>
                  <a:pt x="1631251" y="1935498"/>
                  <a:pt x="1636950" y="1940476"/>
                  <a:pt x="1639690" y="1944570"/>
                </a:cubicBezTo>
                <a:cubicBezTo>
                  <a:pt x="1642429" y="1948664"/>
                  <a:pt x="1643799" y="1953245"/>
                  <a:pt x="1643799" y="1958311"/>
                </a:cubicBezTo>
                <a:cubicBezTo>
                  <a:pt x="1643799" y="1962906"/>
                  <a:pt x="1642650" y="1967413"/>
                  <a:pt x="1640352" y="1971831"/>
                </a:cubicBezTo>
                <a:cubicBezTo>
                  <a:pt x="1638055" y="1976250"/>
                  <a:pt x="1634815" y="1979637"/>
                  <a:pt x="1630632" y="1981993"/>
                </a:cubicBezTo>
                <a:cubicBezTo>
                  <a:pt x="1626449" y="1984350"/>
                  <a:pt x="1621825" y="1985528"/>
                  <a:pt x="1616759" y="1985528"/>
                </a:cubicBezTo>
                <a:cubicBezTo>
                  <a:pt x="1612812" y="1985528"/>
                  <a:pt x="1607539" y="1984291"/>
                  <a:pt x="1600941" y="1981817"/>
                </a:cubicBezTo>
                <a:cubicBezTo>
                  <a:pt x="1599174" y="1981169"/>
                  <a:pt x="1597966" y="1980845"/>
                  <a:pt x="1597318" y="1980845"/>
                </a:cubicBezTo>
                <a:cubicBezTo>
                  <a:pt x="1595374" y="1980845"/>
                  <a:pt x="1593754" y="1982317"/>
                  <a:pt x="1592458" y="1985263"/>
                </a:cubicBezTo>
                <a:lnTo>
                  <a:pt x="1589542" y="1985263"/>
                </a:lnTo>
                <a:lnTo>
                  <a:pt x="1588128" y="1955572"/>
                </a:lnTo>
                <a:lnTo>
                  <a:pt x="1591132" y="1955572"/>
                </a:lnTo>
                <a:cubicBezTo>
                  <a:pt x="1593783" y="1963348"/>
                  <a:pt x="1597421" y="1969180"/>
                  <a:pt x="1602045" y="1973068"/>
                </a:cubicBezTo>
                <a:cubicBezTo>
                  <a:pt x="1606670" y="1976957"/>
                  <a:pt x="1611044" y="1978901"/>
                  <a:pt x="1615168" y="1978901"/>
                </a:cubicBezTo>
                <a:cubicBezTo>
                  <a:pt x="1617996" y="1978901"/>
                  <a:pt x="1620308" y="1978032"/>
                  <a:pt x="1622104" y="1976294"/>
                </a:cubicBezTo>
                <a:cubicBezTo>
                  <a:pt x="1623902" y="1974556"/>
                  <a:pt x="1624800" y="1972450"/>
                  <a:pt x="1624800" y="1969976"/>
                </a:cubicBezTo>
                <a:cubicBezTo>
                  <a:pt x="1624800" y="1967148"/>
                  <a:pt x="1623916" y="1964703"/>
                  <a:pt x="1622149" y="1962641"/>
                </a:cubicBezTo>
                <a:cubicBezTo>
                  <a:pt x="1620382" y="1960579"/>
                  <a:pt x="1616435" y="1957457"/>
                  <a:pt x="1610308" y="1953274"/>
                </a:cubicBezTo>
                <a:cubicBezTo>
                  <a:pt x="1601294" y="1947030"/>
                  <a:pt x="1595462" y="1942258"/>
                  <a:pt x="1592811" y="1938959"/>
                </a:cubicBezTo>
                <a:cubicBezTo>
                  <a:pt x="1588923" y="1934128"/>
                  <a:pt x="1586979" y="1928797"/>
                  <a:pt x="1586979" y="1922964"/>
                </a:cubicBezTo>
                <a:cubicBezTo>
                  <a:pt x="1586979" y="1916602"/>
                  <a:pt x="1589173" y="1910844"/>
                  <a:pt x="1593562" y="1905689"/>
                </a:cubicBezTo>
                <a:cubicBezTo>
                  <a:pt x="1597951" y="1900534"/>
                  <a:pt x="1604299" y="1897957"/>
                  <a:pt x="1612605" y="1897957"/>
                </a:cubicBezTo>
                <a:close/>
                <a:moveTo>
                  <a:pt x="1570338" y="1897957"/>
                </a:moveTo>
                <a:cubicBezTo>
                  <a:pt x="1573637" y="1897957"/>
                  <a:pt x="1576273" y="1898973"/>
                  <a:pt x="1578247" y="1901005"/>
                </a:cubicBezTo>
                <a:cubicBezTo>
                  <a:pt x="1580220" y="1903038"/>
                  <a:pt x="1581207" y="1905910"/>
                  <a:pt x="1581207" y="1909621"/>
                </a:cubicBezTo>
                <a:cubicBezTo>
                  <a:pt x="1581207" y="1913568"/>
                  <a:pt x="1580250" y="1916632"/>
                  <a:pt x="1578335" y="1918811"/>
                </a:cubicBezTo>
                <a:cubicBezTo>
                  <a:pt x="1576420" y="1920991"/>
                  <a:pt x="1574108" y="1922081"/>
                  <a:pt x="1571398" y="1922081"/>
                </a:cubicBezTo>
                <a:cubicBezTo>
                  <a:pt x="1568276" y="1922081"/>
                  <a:pt x="1565566" y="1921079"/>
                  <a:pt x="1563269" y="1919076"/>
                </a:cubicBezTo>
                <a:cubicBezTo>
                  <a:pt x="1560971" y="1917073"/>
                  <a:pt x="1559616" y="1915954"/>
                  <a:pt x="1559204" y="1915718"/>
                </a:cubicBezTo>
                <a:cubicBezTo>
                  <a:pt x="1558614" y="1915365"/>
                  <a:pt x="1557937" y="1915188"/>
                  <a:pt x="1557171" y="1915188"/>
                </a:cubicBezTo>
                <a:cubicBezTo>
                  <a:pt x="1555463" y="1915188"/>
                  <a:pt x="1553843" y="1915836"/>
                  <a:pt x="1552311" y="1917132"/>
                </a:cubicBezTo>
                <a:cubicBezTo>
                  <a:pt x="1549896" y="1919135"/>
                  <a:pt x="1548070" y="1921992"/>
                  <a:pt x="1546833" y="1925704"/>
                </a:cubicBezTo>
                <a:cubicBezTo>
                  <a:pt x="1544947" y="1931418"/>
                  <a:pt x="1544005" y="1937722"/>
                  <a:pt x="1544005" y="1944614"/>
                </a:cubicBezTo>
                <a:lnTo>
                  <a:pt x="1544005" y="1963613"/>
                </a:lnTo>
                <a:lnTo>
                  <a:pt x="1544093" y="1968562"/>
                </a:lnTo>
                <a:cubicBezTo>
                  <a:pt x="1544093" y="1971920"/>
                  <a:pt x="1544299" y="1974070"/>
                  <a:pt x="1544712" y="1975012"/>
                </a:cubicBezTo>
                <a:cubicBezTo>
                  <a:pt x="1545418" y="1976603"/>
                  <a:pt x="1546465" y="1977767"/>
                  <a:pt x="1547849" y="1978503"/>
                </a:cubicBezTo>
                <a:cubicBezTo>
                  <a:pt x="1549233" y="1979239"/>
                  <a:pt x="1551575" y="1979696"/>
                  <a:pt x="1554874" y="1979873"/>
                </a:cubicBezTo>
                <a:lnTo>
                  <a:pt x="1554874" y="1983054"/>
                </a:lnTo>
                <a:lnTo>
                  <a:pt x="1510249" y="1983054"/>
                </a:lnTo>
                <a:lnTo>
                  <a:pt x="1510249" y="1979873"/>
                </a:lnTo>
                <a:cubicBezTo>
                  <a:pt x="1513842" y="1979578"/>
                  <a:pt x="1516272" y="1978591"/>
                  <a:pt x="1517539" y="1976912"/>
                </a:cubicBezTo>
                <a:cubicBezTo>
                  <a:pt x="1518806" y="1975233"/>
                  <a:pt x="1519439" y="1970800"/>
                  <a:pt x="1519439" y="1963613"/>
                </a:cubicBezTo>
                <a:lnTo>
                  <a:pt x="1519439" y="1917928"/>
                </a:lnTo>
                <a:cubicBezTo>
                  <a:pt x="1519439" y="1913215"/>
                  <a:pt x="1519203" y="1910210"/>
                  <a:pt x="1518732" y="1908914"/>
                </a:cubicBezTo>
                <a:cubicBezTo>
                  <a:pt x="1518143" y="1907265"/>
                  <a:pt x="1517288" y="1906057"/>
                  <a:pt x="1516169" y="1905291"/>
                </a:cubicBezTo>
                <a:cubicBezTo>
                  <a:pt x="1515050" y="1904525"/>
                  <a:pt x="1513076" y="1903995"/>
                  <a:pt x="1510249" y="1903701"/>
                </a:cubicBezTo>
                <a:lnTo>
                  <a:pt x="1510249" y="1900431"/>
                </a:lnTo>
                <a:lnTo>
                  <a:pt x="1544005" y="1900431"/>
                </a:lnTo>
                <a:lnTo>
                  <a:pt x="1544005" y="1919165"/>
                </a:lnTo>
                <a:cubicBezTo>
                  <a:pt x="1549484" y="1910623"/>
                  <a:pt x="1554285" y="1904952"/>
                  <a:pt x="1558409" y="1902154"/>
                </a:cubicBezTo>
                <a:cubicBezTo>
                  <a:pt x="1562532" y="1899356"/>
                  <a:pt x="1566509" y="1897957"/>
                  <a:pt x="1570338" y="1897957"/>
                </a:cubicBezTo>
                <a:close/>
                <a:moveTo>
                  <a:pt x="1462257" y="1897957"/>
                </a:moveTo>
                <a:cubicBezTo>
                  <a:pt x="1470622" y="1897957"/>
                  <a:pt x="1477882" y="1901388"/>
                  <a:pt x="1484039" y="1908251"/>
                </a:cubicBezTo>
                <a:cubicBezTo>
                  <a:pt x="1490195" y="1915115"/>
                  <a:pt x="1493509" y="1925291"/>
                  <a:pt x="1493980" y="1938782"/>
                </a:cubicBezTo>
                <a:lnTo>
                  <a:pt x="1448648" y="1938782"/>
                </a:lnTo>
                <a:cubicBezTo>
                  <a:pt x="1449178" y="1949740"/>
                  <a:pt x="1452094" y="1958400"/>
                  <a:pt x="1457396" y="1964762"/>
                </a:cubicBezTo>
                <a:cubicBezTo>
                  <a:pt x="1461461" y="1969652"/>
                  <a:pt x="1466351" y="1972096"/>
                  <a:pt x="1472065" y="1972096"/>
                </a:cubicBezTo>
                <a:cubicBezTo>
                  <a:pt x="1475600" y="1972096"/>
                  <a:pt x="1478811" y="1971110"/>
                  <a:pt x="1481697" y="1969136"/>
                </a:cubicBezTo>
                <a:cubicBezTo>
                  <a:pt x="1484584" y="1967163"/>
                  <a:pt x="1487676" y="1963613"/>
                  <a:pt x="1490975" y="1958488"/>
                </a:cubicBezTo>
                <a:lnTo>
                  <a:pt x="1493980" y="1960432"/>
                </a:lnTo>
                <a:cubicBezTo>
                  <a:pt x="1489502" y="1969563"/>
                  <a:pt x="1484554" y="1976029"/>
                  <a:pt x="1479134" y="1979828"/>
                </a:cubicBezTo>
                <a:cubicBezTo>
                  <a:pt x="1473714" y="1983628"/>
                  <a:pt x="1467440" y="1985528"/>
                  <a:pt x="1460312" y="1985528"/>
                </a:cubicBezTo>
                <a:cubicBezTo>
                  <a:pt x="1448059" y="1985528"/>
                  <a:pt x="1438780" y="1980815"/>
                  <a:pt x="1432477" y="1971389"/>
                </a:cubicBezTo>
                <a:cubicBezTo>
                  <a:pt x="1427410" y="1963790"/>
                  <a:pt x="1424877" y="1954364"/>
                  <a:pt x="1424877" y="1943112"/>
                </a:cubicBezTo>
                <a:cubicBezTo>
                  <a:pt x="1424877" y="1929327"/>
                  <a:pt x="1428603" y="1918355"/>
                  <a:pt x="1436055" y="1910196"/>
                </a:cubicBezTo>
                <a:cubicBezTo>
                  <a:pt x="1443508" y="1902036"/>
                  <a:pt x="1452241" y="1897957"/>
                  <a:pt x="1462257" y="1897957"/>
                </a:cubicBezTo>
                <a:close/>
                <a:moveTo>
                  <a:pt x="1340678" y="1897957"/>
                </a:moveTo>
                <a:cubicBezTo>
                  <a:pt x="1345980" y="1897957"/>
                  <a:pt x="1350428" y="1899194"/>
                  <a:pt x="1354021" y="1901668"/>
                </a:cubicBezTo>
                <a:cubicBezTo>
                  <a:pt x="1357615" y="1904142"/>
                  <a:pt x="1360384" y="1907913"/>
                  <a:pt x="1362328" y="1912979"/>
                </a:cubicBezTo>
                <a:cubicBezTo>
                  <a:pt x="1367040" y="1907677"/>
                  <a:pt x="1371562" y="1903848"/>
                  <a:pt x="1375892" y="1901491"/>
                </a:cubicBezTo>
                <a:cubicBezTo>
                  <a:pt x="1380222" y="1899135"/>
                  <a:pt x="1384743" y="1897957"/>
                  <a:pt x="1389456" y="1897957"/>
                </a:cubicBezTo>
                <a:cubicBezTo>
                  <a:pt x="1395171" y="1897957"/>
                  <a:pt x="1399722" y="1899268"/>
                  <a:pt x="1403109" y="1901889"/>
                </a:cubicBezTo>
                <a:cubicBezTo>
                  <a:pt x="1406496" y="1904511"/>
                  <a:pt x="1408852" y="1907839"/>
                  <a:pt x="1410178" y="1911874"/>
                </a:cubicBezTo>
                <a:cubicBezTo>
                  <a:pt x="1411504" y="1915910"/>
                  <a:pt x="1412166" y="1922346"/>
                  <a:pt x="1412166" y="1931183"/>
                </a:cubicBezTo>
                <a:lnTo>
                  <a:pt x="1412166" y="1965027"/>
                </a:lnTo>
                <a:cubicBezTo>
                  <a:pt x="1412166" y="1971389"/>
                  <a:pt x="1412741" y="1975337"/>
                  <a:pt x="1413890" y="1976868"/>
                </a:cubicBezTo>
                <a:cubicBezTo>
                  <a:pt x="1415038" y="1978400"/>
                  <a:pt x="1417439" y="1979401"/>
                  <a:pt x="1421091" y="1979873"/>
                </a:cubicBezTo>
                <a:lnTo>
                  <a:pt x="1421091" y="1983054"/>
                </a:lnTo>
                <a:lnTo>
                  <a:pt x="1378410" y="1983054"/>
                </a:lnTo>
                <a:lnTo>
                  <a:pt x="1378410" y="1979873"/>
                </a:lnTo>
                <a:cubicBezTo>
                  <a:pt x="1381768" y="1979578"/>
                  <a:pt x="1384243" y="1978282"/>
                  <a:pt x="1385833" y="1975985"/>
                </a:cubicBezTo>
                <a:cubicBezTo>
                  <a:pt x="1386894" y="1974394"/>
                  <a:pt x="1387424" y="1970741"/>
                  <a:pt x="1387424" y="1965027"/>
                </a:cubicBezTo>
                <a:lnTo>
                  <a:pt x="1387424" y="1929504"/>
                </a:lnTo>
                <a:cubicBezTo>
                  <a:pt x="1387424" y="1922140"/>
                  <a:pt x="1387129" y="1917456"/>
                  <a:pt x="1386540" y="1915453"/>
                </a:cubicBezTo>
                <a:cubicBezTo>
                  <a:pt x="1385951" y="1913450"/>
                  <a:pt x="1385023" y="1911963"/>
                  <a:pt x="1383756" y="1910991"/>
                </a:cubicBezTo>
                <a:cubicBezTo>
                  <a:pt x="1382490" y="1910019"/>
                  <a:pt x="1381003" y="1909533"/>
                  <a:pt x="1379294" y="1909533"/>
                </a:cubicBezTo>
                <a:cubicBezTo>
                  <a:pt x="1376761" y="1909533"/>
                  <a:pt x="1374198" y="1910461"/>
                  <a:pt x="1371606" y="1912316"/>
                </a:cubicBezTo>
                <a:cubicBezTo>
                  <a:pt x="1369014" y="1914172"/>
                  <a:pt x="1366392" y="1916956"/>
                  <a:pt x="1363742" y="1920667"/>
                </a:cubicBezTo>
                <a:lnTo>
                  <a:pt x="1363742" y="1965027"/>
                </a:lnTo>
                <a:cubicBezTo>
                  <a:pt x="1363742" y="1970977"/>
                  <a:pt x="1364242" y="1974718"/>
                  <a:pt x="1365243" y="1976250"/>
                </a:cubicBezTo>
                <a:cubicBezTo>
                  <a:pt x="1366598" y="1978429"/>
                  <a:pt x="1369191" y="1979637"/>
                  <a:pt x="1373020" y="1979873"/>
                </a:cubicBezTo>
                <a:lnTo>
                  <a:pt x="1373020" y="1983054"/>
                </a:lnTo>
                <a:lnTo>
                  <a:pt x="1330251" y="1983054"/>
                </a:lnTo>
                <a:lnTo>
                  <a:pt x="1330251" y="1979873"/>
                </a:lnTo>
                <a:cubicBezTo>
                  <a:pt x="1332548" y="1979755"/>
                  <a:pt x="1334359" y="1979180"/>
                  <a:pt x="1335685" y="1978150"/>
                </a:cubicBezTo>
                <a:cubicBezTo>
                  <a:pt x="1337010" y="1977119"/>
                  <a:pt x="1337894" y="1975881"/>
                  <a:pt x="1338336" y="1974438"/>
                </a:cubicBezTo>
                <a:cubicBezTo>
                  <a:pt x="1338778" y="1972995"/>
                  <a:pt x="1338999" y="1969858"/>
                  <a:pt x="1338999" y="1965027"/>
                </a:cubicBezTo>
                <a:lnTo>
                  <a:pt x="1338999" y="1929504"/>
                </a:lnTo>
                <a:cubicBezTo>
                  <a:pt x="1338999" y="1922022"/>
                  <a:pt x="1338704" y="1917338"/>
                  <a:pt x="1338115" y="1915453"/>
                </a:cubicBezTo>
                <a:cubicBezTo>
                  <a:pt x="1337526" y="1913568"/>
                  <a:pt x="1336539" y="1912095"/>
                  <a:pt x="1335155" y="1911035"/>
                </a:cubicBezTo>
                <a:cubicBezTo>
                  <a:pt x="1333771" y="1909975"/>
                  <a:pt x="1332283" y="1909444"/>
                  <a:pt x="1330692" y="1909444"/>
                </a:cubicBezTo>
                <a:cubicBezTo>
                  <a:pt x="1328336" y="1909444"/>
                  <a:pt x="1326185" y="1910063"/>
                  <a:pt x="1324241" y="1911300"/>
                </a:cubicBezTo>
                <a:cubicBezTo>
                  <a:pt x="1321473" y="1913126"/>
                  <a:pt x="1318527" y="1916249"/>
                  <a:pt x="1315405" y="1920667"/>
                </a:cubicBezTo>
                <a:lnTo>
                  <a:pt x="1315405" y="1965027"/>
                </a:lnTo>
                <a:cubicBezTo>
                  <a:pt x="1315405" y="1970859"/>
                  <a:pt x="1315979" y="1974703"/>
                  <a:pt x="1317128" y="1976559"/>
                </a:cubicBezTo>
                <a:cubicBezTo>
                  <a:pt x="1318277" y="1978415"/>
                  <a:pt x="1320677" y="1979519"/>
                  <a:pt x="1324330" y="1979873"/>
                </a:cubicBezTo>
                <a:lnTo>
                  <a:pt x="1324330" y="1983054"/>
                </a:lnTo>
                <a:lnTo>
                  <a:pt x="1281737" y="1983054"/>
                </a:lnTo>
                <a:lnTo>
                  <a:pt x="1281737" y="1979873"/>
                </a:lnTo>
                <a:cubicBezTo>
                  <a:pt x="1285213" y="1979519"/>
                  <a:pt x="1287687" y="1978400"/>
                  <a:pt x="1289160" y="1976515"/>
                </a:cubicBezTo>
                <a:cubicBezTo>
                  <a:pt x="1290162" y="1975219"/>
                  <a:pt x="1290662" y="1971389"/>
                  <a:pt x="1290662" y="1965027"/>
                </a:cubicBezTo>
                <a:lnTo>
                  <a:pt x="1290662" y="1918369"/>
                </a:lnTo>
                <a:cubicBezTo>
                  <a:pt x="1290662" y="1912125"/>
                  <a:pt x="1290088" y="1908237"/>
                  <a:pt x="1288939" y="1906705"/>
                </a:cubicBezTo>
                <a:cubicBezTo>
                  <a:pt x="1287790" y="1905173"/>
                  <a:pt x="1285390" y="1904172"/>
                  <a:pt x="1281737" y="1903701"/>
                </a:cubicBezTo>
                <a:lnTo>
                  <a:pt x="1281737" y="1900431"/>
                </a:lnTo>
                <a:lnTo>
                  <a:pt x="1315405" y="1900431"/>
                </a:lnTo>
                <a:lnTo>
                  <a:pt x="1315405" y="1911300"/>
                </a:lnTo>
                <a:cubicBezTo>
                  <a:pt x="1319941" y="1906352"/>
                  <a:pt x="1324138" y="1902891"/>
                  <a:pt x="1327997" y="1900917"/>
                </a:cubicBezTo>
                <a:cubicBezTo>
                  <a:pt x="1331856" y="1898944"/>
                  <a:pt x="1336082" y="1897957"/>
                  <a:pt x="1340678" y="1897957"/>
                </a:cubicBezTo>
                <a:close/>
                <a:moveTo>
                  <a:pt x="1224838" y="1897957"/>
                </a:moveTo>
                <a:cubicBezTo>
                  <a:pt x="1232026" y="1897957"/>
                  <a:pt x="1238712" y="1899812"/>
                  <a:pt x="1244897" y="1903524"/>
                </a:cubicBezTo>
                <a:cubicBezTo>
                  <a:pt x="1251083" y="1907235"/>
                  <a:pt x="1255781" y="1912508"/>
                  <a:pt x="1258992" y="1919341"/>
                </a:cubicBezTo>
                <a:cubicBezTo>
                  <a:pt x="1262202" y="1926175"/>
                  <a:pt x="1263808" y="1933657"/>
                  <a:pt x="1263808" y="1941787"/>
                </a:cubicBezTo>
                <a:cubicBezTo>
                  <a:pt x="1263808" y="1953510"/>
                  <a:pt x="1260833" y="1963319"/>
                  <a:pt x="1254883" y="1971213"/>
                </a:cubicBezTo>
                <a:cubicBezTo>
                  <a:pt x="1247696" y="1980756"/>
                  <a:pt x="1237769" y="1985528"/>
                  <a:pt x="1225103" y="1985528"/>
                </a:cubicBezTo>
                <a:cubicBezTo>
                  <a:pt x="1212673" y="1985528"/>
                  <a:pt x="1203100" y="1981169"/>
                  <a:pt x="1196384" y="1972450"/>
                </a:cubicBezTo>
                <a:cubicBezTo>
                  <a:pt x="1189668" y="1963731"/>
                  <a:pt x="1186310" y="1953628"/>
                  <a:pt x="1186310" y="1942140"/>
                </a:cubicBezTo>
                <a:cubicBezTo>
                  <a:pt x="1186310" y="1930299"/>
                  <a:pt x="1189742" y="1919975"/>
                  <a:pt x="1196605" y="1911168"/>
                </a:cubicBezTo>
                <a:cubicBezTo>
                  <a:pt x="1203468" y="1902360"/>
                  <a:pt x="1212879" y="1897957"/>
                  <a:pt x="1224838" y="1897957"/>
                </a:cubicBezTo>
                <a:close/>
                <a:moveTo>
                  <a:pt x="1079205" y="1897957"/>
                </a:moveTo>
                <a:cubicBezTo>
                  <a:pt x="1083683" y="1897957"/>
                  <a:pt x="1088012" y="1899047"/>
                  <a:pt x="1092195" y="1901226"/>
                </a:cubicBezTo>
                <a:cubicBezTo>
                  <a:pt x="1093786" y="1902110"/>
                  <a:pt x="1095082" y="1902552"/>
                  <a:pt x="1096083" y="1902552"/>
                </a:cubicBezTo>
                <a:cubicBezTo>
                  <a:pt x="1097144" y="1902552"/>
                  <a:pt x="1097998" y="1902331"/>
                  <a:pt x="1098646" y="1901889"/>
                </a:cubicBezTo>
                <a:cubicBezTo>
                  <a:pt x="1099294" y="1901447"/>
                  <a:pt x="1100325" y="1900195"/>
                  <a:pt x="1101739" y="1898133"/>
                </a:cubicBezTo>
                <a:lnTo>
                  <a:pt x="1104743" y="1898133"/>
                </a:lnTo>
                <a:lnTo>
                  <a:pt x="1106069" y="1926322"/>
                </a:lnTo>
                <a:lnTo>
                  <a:pt x="1103065" y="1926322"/>
                </a:lnTo>
                <a:cubicBezTo>
                  <a:pt x="1099471" y="1917957"/>
                  <a:pt x="1095745" y="1912243"/>
                  <a:pt x="1091886" y="1909179"/>
                </a:cubicBezTo>
                <a:cubicBezTo>
                  <a:pt x="1088027" y="1906116"/>
                  <a:pt x="1084183" y="1904584"/>
                  <a:pt x="1080354" y="1904584"/>
                </a:cubicBezTo>
                <a:cubicBezTo>
                  <a:pt x="1077938" y="1904584"/>
                  <a:pt x="1075877" y="1905394"/>
                  <a:pt x="1074168" y="1907014"/>
                </a:cubicBezTo>
                <a:cubicBezTo>
                  <a:pt x="1072460" y="1908634"/>
                  <a:pt x="1071606" y="1910505"/>
                  <a:pt x="1071606" y="1912626"/>
                </a:cubicBezTo>
                <a:cubicBezTo>
                  <a:pt x="1071606" y="1914216"/>
                  <a:pt x="1072195" y="1915748"/>
                  <a:pt x="1073373" y="1917221"/>
                </a:cubicBezTo>
                <a:cubicBezTo>
                  <a:pt x="1075258" y="1919636"/>
                  <a:pt x="1080531" y="1923775"/>
                  <a:pt x="1089191" y="1929636"/>
                </a:cubicBezTo>
                <a:cubicBezTo>
                  <a:pt x="1097851" y="1935498"/>
                  <a:pt x="1103550" y="1940476"/>
                  <a:pt x="1106290" y="1944570"/>
                </a:cubicBezTo>
                <a:cubicBezTo>
                  <a:pt x="1109029" y="1948664"/>
                  <a:pt x="1110399" y="1953245"/>
                  <a:pt x="1110399" y="1958311"/>
                </a:cubicBezTo>
                <a:cubicBezTo>
                  <a:pt x="1110399" y="1962906"/>
                  <a:pt x="1109250" y="1967413"/>
                  <a:pt x="1106952" y="1971831"/>
                </a:cubicBezTo>
                <a:cubicBezTo>
                  <a:pt x="1104655" y="1976250"/>
                  <a:pt x="1101415" y="1979637"/>
                  <a:pt x="1097232" y="1981993"/>
                </a:cubicBezTo>
                <a:cubicBezTo>
                  <a:pt x="1093050" y="1984350"/>
                  <a:pt x="1088425" y="1985528"/>
                  <a:pt x="1083359" y="1985528"/>
                </a:cubicBezTo>
                <a:cubicBezTo>
                  <a:pt x="1079411" y="1985528"/>
                  <a:pt x="1074139" y="1984291"/>
                  <a:pt x="1067541" y="1981817"/>
                </a:cubicBezTo>
                <a:cubicBezTo>
                  <a:pt x="1065774" y="1981169"/>
                  <a:pt x="1064565" y="1980845"/>
                  <a:pt x="1063917" y="1980845"/>
                </a:cubicBezTo>
                <a:cubicBezTo>
                  <a:pt x="1061974" y="1980845"/>
                  <a:pt x="1060354" y="1982317"/>
                  <a:pt x="1059058" y="1985263"/>
                </a:cubicBezTo>
                <a:lnTo>
                  <a:pt x="1056141" y="1985263"/>
                </a:lnTo>
                <a:lnTo>
                  <a:pt x="1054728" y="1955572"/>
                </a:lnTo>
                <a:lnTo>
                  <a:pt x="1057732" y="1955572"/>
                </a:lnTo>
                <a:cubicBezTo>
                  <a:pt x="1060383" y="1963348"/>
                  <a:pt x="1064021" y="1969180"/>
                  <a:pt x="1068645" y="1973068"/>
                </a:cubicBezTo>
                <a:cubicBezTo>
                  <a:pt x="1073270" y="1976957"/>
                  <a:pt x="1077644" y="1978901"/>
                  <a:pt x="1081768" y="1978901"/>
                </a:cubicBezTo>
                <a:cubicBezTo>
                  <a:pt x="1084596" y="1978901"/>
                  <a:pt x="1086908" y="1978032"/>
                  <a:pt x="1088705" y="1976294"/>
                </a:cubicBezTo>
                <a:cubicBezTo>
                  <a:pt x="1090502" y="1974556"/>
                  <a:pt x="1091400" y="1972450"/>
                  <a:pt x="1091400" y="1969976"/>
                </a:cubicBezTo>
                <a:cubicBezTo>
                  <a:pt x="1091400" y="1967148"/>
                  <a:pt x="1090516" y="1964703"/>
                  <a:pt x="1088749" y="1962641"/>
                </a:cubicBezTo>
                <a:cubicBezTo>
                  <a:pt x="1086981" y="1960579"/>
                  <a:pt x="1083034" y="1957457"/>
                  <a:pt x="1076908" y="1953274"/>
                </a:cubicBezTo>
                <a:cubicBezTo>
                  <a:pt x="1067894" y="1947030"/>
                  <a:pt x="1062062" y="1942258"/>
                  <a:pt x="1059411" y="1938959"/>
                </a:cubicBezTo>
                <a:cubicBezTo>
                  <a:pt x="1055523" y="1934128"/>
                  <a:pt x="1053579" y="1928797"/>
                  <a:pt x="1053579" y="1922964"/>
                </a:cubicBezTo>
                <a:cubicBezTo>
                  <a:pt x="1053579" y="1916602"/>
                  <a:pt x="1055773" y="1910844"/>
                  <a:pt x="1060162" y="1905689"/>
                </a:cubicBezTo>
                <a:cubicBezTo>
                  <a:pt x="1064551" y="1900534"/>
                  <a:pt x="1070899" y="1897957"/>
                  <a:pt x="1079205" y="1897957"/>
                </a:cubicBezTo>
                <a:close/>
                <a:moveTo>
                  <a:pt x="911308" y="1897957"/>
                </a:moveTo>
                <a:cubicBezTo>
                  <a:pt x="919851" y="1897957"/>
                  <a:pt x="926640" y="1900107"/>
                  <a:pt x="931677" y="1904407"/>
                </a:cubicBezTo>
                <a:cubicBezTo>
                  <a:pt x="936714" y="1908708"/>
                  <a:pt x="939233" y="1913509"/>
                  <a:pt x="939233" y="1918811"/>
                </a:cubicBezTo>
                <a:cubicBezTo>
                  <a:pt x="939233" y="1922169"/>
                  <a:pt x="938216" y="1924850"/>
                  <a:pt x="936184" y="1926853"/>
                </a:cubicBezTo>
                <a:cubicBezTo>
                  <a:pt x="934151" y="1928856"/>
                  <a:pt x="931486" y="1929857"/>
                  <a:pt x="928186" y="1929857"/>
                </a:cubicBezTo>
                <a:cubicBezTo>
                  <a:pt x="924711" y="1929857"/>
                  <a:pt x="921839" y="1928708"/>
                  <a:pt x="919571" y="1926411"/>
                </a:cubicBezTo>
                <a:cubicBezTo>
                  <a:pt x="917303" y="1924113"/>
                  <a:pt x="915904" y="1920019"/>
                  <a:pt x="915374" y="1914128"/>
                </a:cubicBezTo>
                <a:cubicBezTo>
                  <a:pt x="915020" y="1910416"/>
                  <a:pt x="914166" y="1907824"/>
                  <a:pt x="912811" y="1906352"/>
                </a:cubicBezTo>
                <a:cubicBezTo>
                  <a:pt x="911455" y="1904879"/>
                  <a:pt x="909865" y="1904142"/>
                  <a:pt x="908039" y="1904142"/>
                </a:cubicBezTo>
                <a:cubicBezTo>
                  <a:pt x="905211" y="1904142"/>
                  <a:pt x="902796" y="1905645"/>
                  <a:pt x="900793" y="1908649"/>
                </a:cubicBezTo>
                <a:cubicBezTo>
                  <a:pt x="897729" y="1913185"/>
                  <a:pt x="896198" y="1920137"/>
                  <a:pt x="896198" y="1929504"/>
                </a:cubicBezTo>
                <a:cubicBezTo>
                  <a:pt x="896198" y="1937280"/>
                  <a:pt x="897435" y="1944717"/>
                  <a:pt x="899909" y="1951816"/>
                </a:cubicBezTo>
                <a:cubicBezTo>
                  <a:pt x="902383" y="1958915"/>
                  <a:pt x="905771" y="1964202"/>
                  <a:pt x="910071" y="1967678"/>
                </a:cubicBezTo>
                <a:cubicBezTo>
                  <a:pt x="913311" y="1970211"/>
                  <a:pt x="917141" y="1971478"/>
                  <a:pt x="921559" y="1971478"/>
                </a:cubicBezTo>
                <a:cubicBezTo>
                  <a:pt x="924446" y="1971478"/>
                  <a:pt x="927185" y="1970800"/>
                  <a:pt x="929777" y="1969445"/>
                </a:cubicBezTo>
                <a:cubicBezTo>
                  <a:pt x="932369" y="1968090"/>
                  <a:pt x="935433" y="1965528"/>
                  <a:pt x="938967" y="1961757"/>
                </a:cubicBezTo>
                <a:lnTo>
                  <a:pt x="941707" y="1963878"/>
                </a:lnTo>
                <a:cubicBezTo>
                  <a:pt x="937818" y="1971183"/>
                  <a:pt x="932973" y="1976618"/>
                  <a:pt x="927170" y="1980182"/>
                </a:cubicBezTo>
                <a:cubicBezTo>
                  <a:pt x="921367" y="1983746"/>
                  <a:pt x="915197" y="1985528"/>
                  <a:pt x="908658" y="1985528"/>
                </a:cubicBezTo>
                <a:cubicBezTo>
                  <a:pt x="897641" y="1985528"/>
                  <a:pt x="888834" y="1981375"/>
                  <a:pt x="882236" y="1973068"/>
                </a:cubicBezTo>
                <a:cubicBezTo>
                  <a:pt x="875638" y="1964762"/>
                  <a:pt x="872339" y="1954777"/>
                  <a:pt x="872339" y="1943112"/>
                </a:cubicBezTo>
                <a:cubicBezTo>
                  <a:pt x="872339" y="1931860"/>
                  <a:pt x="875343" y="1921963"/>
                  <a:pt x="881352" y="1913421"/>
                </a:cubicBezTo>
                <a:cubicBezTo>
                  <a:pt x="888598" y="1903111"/>
                  <a:pt x="898584" y="1897957"/>
                  <a:pt x="911308" y="1897957"/>
                </a:cubicBezTo>
                <a:close/>
                <a:moveTo>
                  <a:pt x="785981" y="1897957"/>
                </a:moveTo>
                <a:cubicBezTo>
                  <a:pt x="794347" y="1897957"/>
                  <a:pt x="801608" y="1901388"/>
                  <a:pt x="807764" y="1908251"/>
                </a:cubicBezTo>
                <a:cubicBezTo>
                  <a:pt x="813920" y="1915115"/>
                  <a:pt x="817234" y="1925291"/>
                  <a:pt x="817705" y="1938782"/>
                </a:cubicBezTo>
                <a:lnTo>
                  <a:pt x="772373" y="1938782"/>
                </a:lnTo>
                <a:cubicBezTo>
                  <a:pt x="772903" y="1949740"/>
                  <a:pt x="775819" y="1958400"/>
                  <a:pt x="781121" y="1964762"/>
                </a:cubicBezTo>
                <a:cubicBezTo>
                  <a:pt x="785186" y="1969652"/>
                  <a:pt x="790075" y="1972096"/>
                  <a:pt x="795790" y="1972096"/>
                </a:cubicBezTo>
                <a:cubicBezTo>
                  <a:pt x="799325" y="1972096"/>
                  <a:pt x="802535" y="1971110"/>
                  <a:pt x="805422" y="1969136"/>
                </a:cubicBezTo>
                <a:cubicBezTo>
                  <a:pt x="808309" y="1967163"/>
                  <a:pt x="811402" y="1963613"/>
                  <a:pt x="814701" y="1958488"/>
                </a:cubicBezTo>
                <a:lnTo>
                  <a:pt x="817705" y="1960432"/>
                </a:lnTo>
                <a:cubicBezTo>
                  <a:pt x="813228" y="1969563"/>
                  <a:pt x="808279" y="1976029"/>
                  <a:pt x="802859" y="1979828"/>
                </a:cubicBezTo>
                <a:cubicBezTo>
                  <a:pt x="797440" y="1983628"/>
                  <a:pt x="791165" y="1985528"/>
                  <a:pt x="784037" y="1985528"/>
                </a:cubicBezTo>
                <a:cubicBezTo>
                  <a:pt x="771784" y="1985528"/>
                  <a:pt x="762505" y="1980815"/>
                  <a:pt x="756202" y="1971389"/>
                </a:cubicBezTo>
                <a:cubicBezTo>
                  <a:pt x="751136" y="1963790"/>
                  <a:pt x="748602" y="1954364"/>
                  <a:pt x="748602" y="1943112"/>
                </a:cubicBezTo>
                <a:cubicBezTo>
                  <a:pt x="748602" y="1929327"/>
                  <a:pt x="752329" y="1918355"/>
                  <a:pt x="759781" y="1910196"/>
                </a:cubicBezTo>
                <a:cubicBezTo>
                  <a:pt x="767233" y="1902036"/>
                  <a:pt x="775967" y="1897957"/>
                  <a:pt x="785981" y="1897957"/>
                </a:cubicBezTo>
                <a:close/>
                <a:moveTo>
                  <a:pt x="551126" y="1897957"/>
                </a:moveTo>
                <a:cubicBezTo>
                  <a:pt x="558961" y="1897957"/>
                  <a:pt x="565162" y="1899621"/>
                  <a:pt x="569727" y="1902949"/>
                </a:cubicBezTo>
                <a:cubicBezTo>
                  <a:pt x="574293" y="1906278"/>
                  <a:pt x="577253" y="1909886"/>
                  <a:pt x="578608" y="1913774"/>
                </a:cubicBezTo>
                <a:cubicBezTo>
                  <a:pt x="579433" y="1916249"/>
                  <a:pt x="579845" y="1921934"/>
                  <a:pt x="579845" y="1930829"/>
                </a:cubicBezTo>
                <a:lnTo>
                  <a:pt x="579845" y="1962906"/>
                </a:lnTo>
                <a:cubicBezTo>
                  <a:pt x="579845" y="1966677"/>
                  <a:pt x="579993" y="1969048"/>
                  <a:pt x="580287" y="1970020"/>
                </a:cubicBezTo>
                <a:cubicBezTo>
                  <a:pt x="580581" y="1970992"/>
                  <a:pt x="581023" y="1971713"/>
                  <a:pt x="581612" y="1972185"/>
                </a:cubicBezTo>
                <a:cubicBezTo>
                  <a:pt x="582201" y="1972656"/>
                  <a:pt x="582879" y="1972892"/>
                  <a:pt x="583645" y="1972892"/>
                </a:cubicBezTo>
                <a:cubicBezTo>
                  <a:pt x="585177" y="1972892"/>
                  <a:pt x="586738" y="1971802"/>
                  <a:pt x="588328" y="1969622"/>
                </a:cubicBezTo>
                <a:lnTo>
                  <a:pt x="590979" y="1971743"/>
                </a:lnTo>
                <a:cubicBezTo>
                  <a:pt x="588034" y="1976102"/>
                  <a:pt x="584985" y="1979269"/>
                  <a:pt x="581834" y="1981242"/>
                </a:cubicBezTo>
                <a:cubicBezTo>
                  <a:pt x="578682" y="1983216"/>
                  <a:pt x="575103" y="1984203"/>
                  <a:pt x="571097" y="1984203"/>
                </a:cubicBezTo>
                <a:cubicBezTo>
                  <a:pt x="566384" y="1984203"/>
                  <a:pt x="562702" y="1983098"/>
                  <a:pt x="560051" y="1980889"/>
                </a:cubicBezTo>
                <a:cubicBezTo>
                  <a:pt x="557400" y="1978680"/>
                  <a:pt x="555780" y="1975337"/>
                  <a:pt x="555191" y="1970859"/>
                </a:cubicBezTo>
                <a:cubicBezTo>
                  <a:pt x="545117" y="1979755"/>
                  <a:pt x="536074" y="1984203"/>
                  <a:pt x="528062" y="1984203"/>
                </a:cubicBezTo>
                <a:cubicBezTo>
                  <a:pt x="523349" y="1984203"/>
                  <a:pt x="519432" y="1982656"/>
                  <a:pt x="516309" y="1979563"/>
                </a:cubicBezTo>
                <a:cubicBezTo>
                  <a:pt x="513187" y="1976471"/>
                  <a:pt x="511626" y="1972597"/>
                  <a:pt x="511626" y="1967943"/>
                </a:cubicBezTo>
                <a:cubicBezTo>
                  <a:pt x="511626" y="1961640"/>
                  <a:pt x="514336" y="1955969"/>
                  <a:pt x="519756" y="1950933"/>
                </a:cubicBezTo>
                <a:cubicBezTo>
                  <a:pt x="525175" y="1945896"/>
                  <a:pt x="536988" y="1939195"/>
                  <a:pt x="555191" y="1930829"/>
                </a:cubicBezTo>
                <a:lnTo>
                  <a:pt x="555191" y="1922523"/>
                </a:lnTo>
                <a:cubicBezTo>
                  <a:pt x="555191" y="1916278"/>
                  <a:pt x="554852" y="1912346"/>
                  <a:pt x="554174" y="1910726"/>
                </a:cubicBezTo>
                <a:cubicBezTo>
                  <a:pt x="553497" y="1909106"/>
                  <a:pt x="552216" y="1907692"/>
                  <a:pt x="550331" y="1906484"/>
                </a:cubicBezTo>
                <a:cubicBezTo>
                  <a:pt x="548445" y="1905276"/>
                  <a:pt x="546325" y="1904673"/>
                  <a:pt x="543968" y="1904673"/>
                </a:cubicBezTo>
                <a:cubicBezTo>
                  <a:pt x="540139" y="1904673"/>
                  <a:pt x="536988" y="1905527"/>
                  <a:pt x="534513" y="1907235"/>
                </a:cubicBezTo>
                <a:cubicBezTo>
                  <a:pt x="532981" y="1908296"/>
                  <a:pt x="532215" y="1909533"/>
                  <a:pt x="532215" y="1910947"/>
                </a:cubicBezTo>
                <a:cubicBezTo>
                  <a:pt x="532215" y="1912184"/>
                  <a:pt x="533040" y="1913715"/>
                  <a:pt x="534690" y="1915542"/>
                </a:cubicBezTo>
                <a:cubicBezTo>
                  <a:pt x="536928" y="1918075"/>
                  <a:pt x="538047" y="1920520"/>
                  <a:pt x="538047" y="1922876"/>
                </a:cubicBezTo>
                <a:cubicBezTo>
                  <a:pt x="538047" y="1925763"/>
                  <a:pt x="536973" y="1928222"/>
                  <a:pt x="534822" y="1930255"/>
                </a:cubicBezTo>
                <a:cubicBezTo>
                  <a:pt x="532672" y="1932287"/>
                  <a:pt x="529859" y="1933303"/>
                  <a:pt x="526383" y="1933303"/>
                </a:cubicBezTo>
                <a:cubicBezTo>
                  <a:pt x="522672" y="1933303"/>
                  <a:pt x="519564" y="1932184"/>
                  <a:pt x="517060" y="1929945"/>
                </a:cubicBezTo>
                <a:cubicBezTo>
                  <a:pt x="514557" y="1927707"/>
                  <a:pt x="513305" y="1925085"/>
                  <a:pt x="513305" y="1922081"/>
                </a:cubicBezTo>
                <a:cubicBezTo>
                  <a:pt x="513305" y="1917839"/>
                  <a:pt x="514984" y="1913789"/>
                  <a:pt x="518342" y="1909930"/>
                </a:cubicBezTo>
                <a:cubicBezTo>
                  <a:pt x="521700" y="1906072"/>
                  <a:pt x="526383" y="1903111"/>
                  <a:pt x="532392" y="1901050"/>
                </a:cubicBezTo>
                <a:cubicBezTo>
                  <a:pt x="538401" y="1898988"/>
                  <a:pt x="544646" y="1897957"/>
                  <a:pt x="551126" y="1897957"/>
                </a:cubicBezTo>
                <a:close/>
                <a:moveTo>
                  <a:pt x="10272587" y="1887199"/>
                </a:moveTo>
                <a:cubicBezTo>
                  <a:pt x="10261276" y="1887199"/>
                  <a:pt x="10249147" y="1889581"/>
                  <a:pt x="10236199" y="1894343"/>
                </a:cubicBezTo>
                <a:cubicBezTo>
                  <a:pt x="10223251" y="1899106"/>
                  <a:pt x="10204126" y="1909375"/>
                  <a:pt x="10178825" y="1925151"/>
                </a:cubicBezTo>
                <a:cubicBezTo>
                  <a:pt x="10173468" y="1965334"/>
                  <a:pt x="10170789" y="1997779"/>
                  <a:pt x="10170789" y="2022484"/>
                </a:cubicBezTo>
                <a:cubicBezTo>
                  <a:pt x="10170789" y="2051059"/>
                  <a:pt x="10176072" y="2082090"/>
                  <a:pt x="10186639" y="2115576"/>
                </a:cubicBezTo>
                <a:cubicBezTo>
                  <a:pt x="10197206" y="2149062"/>
                  <a:pt x="10212907" y="2175628"/>
                  <a:pt x="10233743" y="2195274"/>
                </a:cubicBezTo>
                <a:cubicBezTo>
                  <a:pt x="10248923" y="2209263"/>
                  <a:pt x="10267378" y="2216258"/>
                  <a:pt x="10289107" y="2216258"/>
                </a:cubicBezTo>
                <a:cubicBezTo>
                  <a:pt x="10315003" y="2216258"/>
                  <a:pt x="10338146" y="2204054"/>
                  <a:pt x="10358535" y="2179647"/>
                </a:cubicBezTo>
                <a:cubicBezTo>
                  <a:pt x="10378925" y="2155239"/>
                  <a:pt x="10389119" y="2120413"/>
                  <a:pt x="10389119" y="2075169"/>
                </a:cubicBezTo>
                <a:cubicBezTo>
                  <a:pt x="10389119" y="2024270"/>
                  <a:pt x="10378999" y="1980217"/>
                  <a:pt x="10358759" y="1943010"/>
                </a:cubicBezTo>
                <a:cubicBezTo>
                  <a:pt x="10338518" y="1905803"/>
                  <a:pt x="10309794" y="1887199"/>
                  <a:pt x="10272587" y="1887199"/>
                </a:cubicBezTo>
                <a:close/>
                <a:moveTo>
                  <a:pt x="1158586" y="1870210"/>
                </a:moveTo>
                <a:lnTo>
                  <a:pt x="1161502" y="1870210"/>
                </a:lnTo>
                <a:lnTo>
                  <a:pt x="1161502" y="1900431"/>
                </a:lnTo>
                <a:lnTo>
                  <a:pt x="1181120" y="1900431"/>
                </a:lnTo>
                <a:lnTo>
                  <a:pt x="1181120" y="1909179"/>
                </a:lnTo>
                <a:lnTo>
                  <a:pt x="1161502" y="1909179"/>
                </a:lnTo>
                <a:lnTo>
                  <a:pt x="1161502" y="1960167"/>
                </a:lnTo>
                <a:cubicBezTo>
                  <a:pt x="1161502" y="1964939"/>
                  <a:pt x="1161723" y="1968017"/>
                  <a:pt x="1162165" y="1969401"/>
                </a:cubicBezTo>
                <a:cubicBezTo>
                  <a:pt x="1162607" y="1970786"/>
                  <a:pt x="1163388" y="1971905"/>
                  <a:pt x="1164507" y="1972759"/>
                </a:cubicBezTo>
                <a:cubicBezTo>
                  <a:pt x="1165626" y="1973613"/>
                  <a:pt x="1166657" y="1974040"/>
                  <a:pt x="1167600" y="1974040"/>
                </a:cubicBezTo>
                <a:cubicBezTo>
                  <a:pt x="1171429" y="1974040"/>
                  <a:pt x="1175052" y="1971124"/>
                  <a:pt x="1178469" y="1965292"/>
                </a:cubicBezTo>
                <a:lnTo>
                  <a:pt x="1181120" y="1967236"/>
                </a:lnTo>
                <a:cubicBezTo>
                  <a:pt x="1176348" y="1978547"/>
                  <a:pt x="1168601" y="1984203"/>
                  <a:pt x="1157879" y="1984203"/>
                </a:cubicBezTo>
                <a:cubicBezTo>
                  <a:pt x="1152637" y="1984203"/>
                  <a:pt x="1148203" y="1982745"/>
                  <a:pt x="1144580" y="1979828"/>
                </a:cubicBezTo>
                <a:cubicBezTo>
                  <a:pt x="1140957" y="1976912"/>
                  <a:pt x="1138645" y="1973658"/>
                  <a:pt x="1137643" y="1970064"/>
                </a:cubicBezTo>
                <a:cubicBezTo>
                  <a:pt x="1137055" y="1968061"/>
                  <a:pt x="1136760" y="1962641"/>
                  <a:pt x="1136760" y="1953804"/>
                </a:cubicBezTo>
                <a:lnTo>
                  <a:pt x="1136760" y="1909179"/>
                </a:lnTo>
                <a:lnTo>
                  <a:pt x="1125979" y="1909179"/>
                </a:lnTo>
                <a:lnTo>
                  <a:pt x="1125979" y="1906086"/>
                </a:lnTo>
                <a:cubicBezTo>
                  <a:pt x="1133402" y="1900843"/>
                  <a:pt x="1139720" y="1895335"/>
                  <a:pt x="1144933" y="1889562"/>
                </a:cubicBezTo>
                <a:cubicBezTo>
                  <a:pt x="1150147" y="1883789"/>
                  <a:pt x="1154698" y="1877338"/>
                  <a:pt x="1158586" y="1870210"/>
                </a:cubicBezTo>
                <a:close/>
                <a:moveTo>
                  <a:pt x="602546" y="1863229"/>
                </a:moveTo>
                <a:lnTo>
                  <a:pt x="637186" y="1863229"/>
                </a:lnTo>
                <a:lnTo>
                  <a:pt x="637186" y="1965911"/>
                </a:lnTo>
                <a:cubicBezTo>
                  <a:pt x="637186" y="1971743"/>
                  <a:pt x="637863" y="1975469"/>
                  <a:pt x="639218" y="1977089"/>
                </a:cubicBezTo>
                <a:cubicBezTo>
                  <a:pt x="640573" y="1978709"/>
                  <a:pt x="643224" y="1979637"/>
                  <a:pt x="647171" y="1979873"/>
                </a:cubicBezTo>
                <a:lnTo>
                  <a:pt x="647171" y="1983054"/>
                </a:lnTo>
                <a:lnTo>
                  <a:pt x="602546" y="1983054"/>
                </a:lnTo>
                <a:lnTo>
                  <a:pt x="602546" y="1979873"/>
                </a:lnTo>
                <a:cubicBezTo>
                  <a:pt x="606199" y="1979755"/>
                  <a:pt x="608909" y="1978694"/>
                  <a:pt x="610676" y="1976691"/>
                </a:cubicBezTo>
                <a:cubicBezTo>
                  <a:pt x="611854" y="1975337"/>
                  <a:pt x="612443" y="1971743"/>
                  <a:pt x="612443" y="1965911"/>
                </a:cubicBezTo>
                <a:lnTo>
                  <a:pt x="612443" y="1880372"/>
                </a:lnTo>
                <a:cubicBezTo>
                  <a:pt x="612443" y="1874598"/>
                  <a:pt x="611766" y="1870902"/>
                  <a:pt x="610411" y="1869282"/>
                </a:cubicBezTo>
                <a:cubicBezTo>
                  <a:pt x="609056" y="1867662"/>
                  <a:pt x="606434" y="1866734"/>
                  <a:pt x="602546" y="1866498"/>
                </a:cubicBezTo>
                <a:close/>
                <a:moveTo>
                  <a:pt x="9866952" y="1861027"/>
                </a:moveTo>
                <a:cubicBezTo>
                  <a:pt x="9860943" y="1861027"/>
                  <a:pt x="9856967" y="1861528"/>
                  <a:pt x="9855023" y="1862530"/>
                </a:cubicBezTo>
                <a:cubicBezTo>
                  <a:pt x="9851665" y="1864356"/>
                  <a:pt x="9849986" y="1866830"/>
                  <a:pt x="9849986" y="1869952"/>
                </a:cubicBezTo>
                <a:cubicBezTo>
                  <a:pt x="9849986" y="1872957"/>
                  <a:pt x="9851724" y="1875682"/>
                  <a:pt x="9855199" y="1878126"/>
                </a:cubicBezTo>
                <a:cubicBezTo>
                  <a:pt x="9858675" y="1880571"/>
                  <a:pt x="9865215" y="1881794"/>
                  <a:pt x="9874817" y="1881794"/>
                </a:cubicBezTo>
                <a:cubicBezTo>
                  <a:pt x="9883005" y="1881794"/>
                  <a:pt x="9889442" y="1880704"/>
                  <a:pt x="9894125" y="1878524"/>
                </a:cubicBezTo>
                <a:cubicBezTo>
                  <a:pt x="9898809" y="1876344"/>
                  <a:pt x="9901150" y="1873281"/>
                  <a:pt x="9901150" y="1869334"/>
                </a:cubicBezTo>
                <a:cubicBezTo>
                  <a:pt x="9901150" y="1867861"/>
                  <a:pt x="9900708" y="1866624"/>
                  <a:pt x="9899825" y="1865623"/>
                </a:cubicBezTo>
                <a:cubicBezTo>
                  <a:pt x="9898234" y="1863855"/>
                  <a:pt x="9895833" y="1862648"/>
                  <a:pt x="9892623" y="1861999"/>
                </a:cubicBezTo>
                <a:cubicBezTo>
                  <a:pt x="9889412" y="1861351"/>
                  <a:pt x="9880855" y="1861027"/>
                  <a:pt x="9866952" y="1861027"/>
                </a:cubicBezTo>
                <a:close/>
                <a:moveTo>
                  <a:pt x="1880207" y="1854554"/>
                </a:moveTo>
                <a:cubicBezTo>
                  <a:pt x="1929320" y="1854554"/>
                  <a:pt x="1970322" y="1870330"/>
                  <a:pt x="2003213" y="1901882"/>
                </a:cubicBezTo>
                <a:cubicBezTo>
                  <a:pt x="2036104" y="1933433"/>
                  <a:pt x="2052550" y="1970640"/>
                  <a:pt x="2052550" y="2013503"/>
                </a:cubicBezTo>
                <a:cubicBezTo>
                  <a:pt x="2052550" y="2044162"/>
                  <a:pt x="2045406" y="2074820"/>
                  <a:pt x="2031119" y="2105479"/>
                </a:cubicBezTo>
                <a:cubicBezTo>
                  <a:pt x="2009092" y="2153699"/>
                  <a:pt x="1973373" y="2204747"/>
                  <a:pt x="1923962" y="2258623"/>
                </a:cubicBezTo>
                <a:cubicBezTo>
                  <a:pt x="1849846" y="2339585"/>
                  <a:pt x="1803560" y="2388401"/>
                  <a:pt x="1785106" y="2405070"/>
                </a:cubicBezTo>
                <a:lnTo>
                  <a:pt x="1943161" y="2405070"/>
                </a:lnTo>
                <a:cubicBezTo>
                  <a:pt x="1975308" y="2405070"/>
                  <a:pt x="1997855" y="2403879"/>
                  <a:pt x="2010804" y="2401498"/>
                </a:cubicBezTo>
                <a:cubicBezTo>
                  <a:pt x="2023752" y="2399117"/>
                  <a:pt x="2035434" y="2394280"/>
                  <a:pt x="2045853" y="2386987"/>
                </a:cubicBezTo>
                <a:cubicBezTo>
                  <a:pt x="2056270" y="2379695"/>
                  <a:pt x="2065349" y="2369351"/>
                  <a:pt x="2073088" y="2355956"/>
                </a:cubicBezTo>
                <a:lnTo>
                  <a:pt x="2089608" y="2355956"/>
                </a:lnTo>
                <a:lnTo>
                  <a:pt x="2047192" y="2472489"/>
                </a:lnTo>
                <a:lnTo>
                  <a:pt x="1690005" y="2472489"/>
                </a:lnTo>
                <a:lnTo>
                  <a:pt x="1690005" y="2455969"/>
                </a:lnTo>
                <a:cubicBezTo>
                  <a:pt x="1795077" y="2360124"/>
                  <a:pt x="1869044" y="2281840"/>
                  <a:pt x="1911907" y="2221118"/>
                </a:cubicBezTo>
                <a:cubicBezTo>
                  <a:pt x="1954769" y="2160396"/>
                  <a:pt x="1976200" y="2104883"/>
                  <a:pt x="1976200" y="2054579"/>
                </a:cubicBezTo>
                <a:cubicBezTo>
                  <a:pt x="1976200" y="2016182"/>
                  <a:pt x="1964444" y="1984630"/>
                  <a:pt x="1940929" y="1959925"/>
                </a:cubicBezTo>
                <a:cubicBezTo>
                  <a:pt x="1917414" y="1935219"/>
                  <a:pt x="1889285" y="1922867"/>
                  <a:pt x="1856543" y="1922867"/>
                </a:cubicBezTo>
                <a:cubicBezTo>
                  <a:pt x="1826778" y="1922867"/>
                  <a:pt x="1800063" y="1931573"/>
                  <a:pt x="1776399" y="1948986"/>
                </a:cubicBezTo>
                <a:cubicBezTo>
                  <a:pt x="1752736" y="1966399"/>
                  <a:pt x="1735248" y="1991923"/>
                  <a:pt x="1723937" y="2025558"/>
                </a:cubicBezTo>
                <a:lnTo>
                  <a:pt x="1707417" y="2025558"/>
                </a:lnTo>
                <a:cubicBezTo>
                  <a:pt x="1714859" y="1970492"/>
                  <a:pt x="1733983" y="1928224"/>
                  <a:pt x="1764791" y="1898756"/>
                </a:cubicBezTo>
                <a:cubicBezTo>
                  <a:pt x="1795598" y="1869288"/>
                  <a:pt x="1834070" y="1854554"/>
                  <a:pt x="1880207" y="1854554"/>
                </a:cubicBezTo>
                <a:close/>
                <a:moveTo>
                  <a:pt x="1437463" y="1785698"/>
                </a:moveTo>
                <a:cubicBezTo>
                  <a:pt x="1431454" y="1785698"/>
                  <a:pt x="1427477" y="1786199"/>
                  <a:pt x="1425533" y="1787201"/>
                </a:cubicBezTo>
                <a:cubicBezTo>
                  <a:pt x="1422175" y="1789027"/>
                  <a:pt x="1420496" y="1791501"/>
                  <a:pt x="1420496" y="1794624"/>
                </a:cubicBezTo>
                <a:cubicBezTo>
                  <a:pt x="1420496" y="1797628"/>
                  <a:pt x="1422234" y="1800353"/>
                  <a:pt x="1425710" y="1802797"/>
                </a:cubicBezTo>
                <a:cubicBezTo>
                  <a:pt x="1429186" y="1805242"/>
                  <a:pt x="1435724" y="1806465"/>
                  <a:pt x="1445327" y="1806465"/>
                </a:cubicBezTo>
                <a:cubicBezTo>
                  <a:pt x="1453516" y="1806465"/>
                  <a:pt x="1459952" y="1805375"/>
                  <a:pt x="1464635" y="1803195"/>
                </a:cubicBezTo>
                <a:cubicBezTo>
                  <a:pt x="1469318" y="1801015"/>
                  <a:pt x="1471660" y="1797952"/>
                  <a:pt x="1471660" y="1794005"/>
                </a:cubicBezTo>
                <a:cubicBezTo>
                  <a:pt x="1471660" y="1792532"/>
                  <a:pt x="1471218" y="1791295"/>
                  <a:pt x="1470335" y="1790294"/>
                </a:cubicBezTo>
                <a:cubicBezTo>
                  <a:pt x="1468744" y="1788526"/>
                  <a:pt x="1466344" y="1787319"/>
                  <a:pt x="1463133" y="1786670"/>
                </a:cubicBezTo>
                <a:cubicBezTo>
                  <a:pt x="1459922" y="1786022"/>
                  <a:pt x="1451365" y="1785698"/>
                  <a:pt x="1437463" y="1785698"/>
                </a:cubicBezTo>
                <a:close/>
                <a:moveTo>
                  <a:pt x="9461903" y="1773810"/>
                </a:moveTo>
                <a:cubicBezTo>
                  <a:pt x="9456836" y="1773810"/>
                  <a:pt x="9451976" y="1776667"/>
                  <a:pt x="9447322" y="1782381"/>
                </a:cubicBezTo>
                <a:lnTo>
                  <a:pt x="9447322" y="1819142"/>
                </a:lnTo>
                <a:cubicBezTo>
                  <a:pt x="9447322" y="1826623"/>
                  <a:pt x="9447499" y="1831395"/>
                  <a:pt x="9447852" y="1833457"/>
                </a:cubicBezTo>
                <a:cubicBezTo>
                  <a:pt x="9448441" y="1836933"/>
                  <a:pt x="9449855" y="1839746"/>
                  <a:pt x="9452094" y="1841896"/>
                </a:cubicBezTo>
                <a:cubicBezTo>
                  <a:pt x="9454332" y="1844046"/>
                  <a:pt x="9457190" y="1845121"/>
                  <a:pt x="9460665" y="1845121"/>
                </a:cubicBezTo>
                <a:cubicBezTo>
                  <a:pt x="9463670" y="1845121"/>
                  <a:pt x="9466247" y="1844267"/>
                  <a:pt x="9468397" y="1842559"/>
                </a:cubicBezTo>
                <a:cubicBezTo>
                  <a:pt x="9470548" y="1840850"/>
                  <a:pt x="9472345" y="1837463"/>
                  <a:pt x="9473788" y="1832397"/>
                </a:cubicBezTo>
                <a:cubicBezTo>
                  <a:pt x="9475231" y="1827330"/>
                  <a:pt x="9475953" y="1818199"/>
                  <a:pt x="9475953" y="1805003"/>
                </a:cubicBezTo>
                <a:cubicBezTo>
                  <a:pt x="9475953" y="1792337"/>
                  <a:pt x="9474362" y="1783648"/>
                  <a:pt x="9471181" y="1778935"/>
                </a:cubicBezTo>
                <a:cubicBezTo>
                  <a:pt x="9468883" y="1775518"/>
                  <a:pt x="9465791" y="1773810"/>
                  <a:pt x="9461903" y="1773810"/>
                </a:cubicBezTo>
                <a:close/>
                <a:moveTo>
                  <a:pt x="9026031" y="1770010"/>
                </a:moveTo>
                <a:cubicBezTo>
                  <a:pt x="9023027" y="1770010"/>
                  <a:pt x="9020450" y="1771144"/>
                  <a:pt x="9018299" y="1773412"/>
                </a:cubicBezTo>
                <a:cubicBezTo>
                  <a:pt x="9016149" y="1775680"/>
                  <a:pt x="9014735" y="1780157"/>
                  <a:pt x="9014058" y="1786844"/>
                </a:cubicBezTo>
                <a:cubicBezTo>
                  <a:pt x="9013380" y="1793530"/>
                  <a:pt x="9013042" y="1802823"/>
                  <a:pt x="9013042" y="1814723"/>
                </a:cubicBezTo>
                <a:cubicBezTo>
                  <a:pt x="9013042" y="1821027"/>
                  <a:pt x="9013454" y="1826918"/>
                  <a:pt x="9014279" y="1832397"/>
                </a:cubicBezTo>
                <a:cubicBezTo>
                  <a:pt x="9014927" y="1836579"/>
                  <a:pt x="9016311" y="1839761"/>
                  <a:pt x="9018432" y="1841940"/>
                </a:cubicBezTo>
                <a:cubicBezTo>
                  <a:pt x="9020553" y="1844120"/>
                  <a:pt x="9022968" y="1845210"/>
                  <a:pt x="9025678" y="1845210"/>
                </a:cubicBezTo>
                <a:cubicBezTo>
                  <a:pt x="9028329" y="1845210"/>
                  <a:pt x="9030538" y="1844473"/>
                  <a:pt x="9032306" y="1843001"/>
                </a:cubicBezTo>
                <a:cubicBezTo>
                  <a:pt x="9034603" y="1840998"/>
                  <a:pt x="9036135" y="1838199"/>
                  <a:pt x="9036901" y="1834606"/>
                </a:cubicBezTo>
                <a:cubicBezTo>
                  <a:pt x="9038079" y="1829009"/>
                  <a:pt x="9038668" y="1817698"/>
                  <a:pt x="9038668" y="1800673"/>
                </a:cubicBezTo>
                <a:cubicBezTo>
                  <a:pt x="9038668" y="1790658"/>
                  <a:pt x="9038108" y="1783780"/>
                  <a:pt x="9036989" y="1780039"/>
                </a:cubicBezTo>
                <a:cubicBezTo>
                  <a:pt x="9035870" y="1776299"/>
                  <a:pt x="9034220" y="1773574"/>
                  <a:pt x="9032040" y="1771865"/>
                </a:cubicBezTo>
                <a:cubicBezTo>
                  <a:pt x="9030509" y="1770628"/>
                  <a:pt x="9028506" y="1770010"/>
                  <a:pt x="9026031" y="1770010"/>
                </a:cubicBezTo>
                <a:close/>
                <a:moveTo>
                  <a:pt x="9261771" y="1769480"/>
                </a:moveTo>
                <a:cubicBezTo>
                  <a:pt x="9258707" y="1769480"/>
                  <a:pt x="9256204" y="1770982"/>
                  <a:pt x="9254259" y="1773986"/>
                </a:cubicBezTo>
                <a:cubicBezTo>
                  <a:pt x="9250784" y="1779229"/>
                  <a:pt x="9249046" y="1786417"/>
                  <a:pt x="9249046" y="1795548"/>
                </a:cubicBezTo>
                <a:lnTo>
                  <a:pt x="9249046" y="1798641"/>
                </a:lnTo>
                <a:lnTo>
                  <a:pt x="9273082" y="1798641"/>
                </a:lnTo>
                <a:cubicBezTo>
                  <a:pt x="9273082" y="1789156"/>
                  <a:pt x="9272566" y="1782646"/>
                  <a:pt x="9271535" y="1779112"/>
                </a:cubicBezTo>
                <a:cubicBezTo>
                  <a:pt x="9270504" y="1775577"/>
                  <a:pt x="9268899" y="1772896"/>
                  <a:pt x="9266719" y="1771070"/>
                </a:cubicBezTo>
                <a:cubicBezTo>
                  <a:pt x="9265482" y="1770010"/>
                  <a:pt x="9263833" y="1769480"/>
                  <a:pt x="9261771" y="1769480"/>
                </a:cubicBezTo>
                <a:close/>
                <a:moveTo>
                  <a:pt x="9872166" y="1769214"/>
                </a:moveTo>
                <a:cubicBezTo>
                  <a:pt x="9868749" y="1769214"/>
                  <a:pt x="9865862" y="1770938"/>
                  <a:pt x="9863506" y="1774384"/>
                </a:cubicBezTo>
                <a:cubicBezTo>
                  <a:pt x="9861150" y="1777830"/>
                  <a:pt x="9859971" y="1784973"/>
                  <a:pt x="9859971" y="1795813"/>
                </a:cubicBezTo>
                <a:cubicBezTo>
                  <a:pt x="9859971" y="1804591"/>
                  <a:pt x="9861135" y="1810614"/>
                  <a:pt x="9863462" y="1813884"/>
                </a:cubicBezTo>
                <a:cubicBezTo>
                  <a:pt x="9865789" y="1817153"/>
                  <a:pt x="9868543" y="1818788"/>
                  <a:pt x="9871724" y="1818788"/>
                </a:cubicBezTo>
                <a:cubicBezTo>
                  <a:pt x="9875259" y="1818788"/>
                  <a:pt x="9878204" y="1817168"/>
                  <a:pt x="9880561" y="1813928"/>
                </a:cubicBezTo>
                <a:cubicBezTo>
                  <a:pt x="9882917" y="1810688"/>
                  <a:pt x="9884095" y="1804384"/>
                  <a:pt x="9884095" y="1795018"/>
                </a:cubicBezTo>
                <a:cubicBezTo>
                  <a:pt x="9884095" y="1784472"/>
                  <a:pt x="9882770" y="1777285"/>
                  <a:pt x="9880119" y="1773456"/>
                </a:cubicBezTo>
                <a:cubicBezTo>
                  <a:pt x="9878234" y="1770628"/>
                  <a:pt x="9875583" y="1769214"/>
                  <a:pt x="9872166" y="1769214"/>
                </a:cubicBezTo>
                <a:close/>
                <a:moveTo>
                  <a:pt x="9689172" y="1766210"/>
                </a:moveTo>
                <a:lnTo>
                  <a:pt x="9723812" y="1766210"/>
                </a:lnTo>
                <a:lnTo>
                  <a:pt x="9723812" y="1831690"/>
                </a:lnTo>
                <a:cubicBezTo>
                  <a:pt x="9723812" y="1837522"/>
                  <a:pt x="9724490" y="1841248"/>
                  <a:pt x="9725845" y="1842868"/>
                </a:cubicBezTo>
                <a:cubicBezTo>
                  <a:pt x="9727199" y="1844488"/>
                  <a:pt x="9729851" y="1845416"/>
                  <a:pt x="9733798" y="1845652"/>
                </a:cubicBezTo>
                <a:lnTo>
                  <a:pt x="9733798" y="1848833"/>
                </a:lnTo>
                <a:lnTo>
                  <a:pt x="9689172" y="1848833"/>
                </a:lnTo>
                <a:lnTo>
                  <a:pt x="9689172" y="1845652"/>
                </a:lnTo>
                <a:cubicBezTo>
                  <a:pt x="9692825" y="1845534"/>
                  <a:pt x="9695535" y="1844473"/>
                  <a:pt x="9697302" y="1842470"/>
                </a:cubicBezTo>
                <a:cubicBezTo>
                  <a:pt x="9698480" y="1841116"/>
                  <a:pt x="9699069" y="1837522"/>
                  <a:pt x="9699069" y="1831690"/>
                </a:cubicBezTo>
                <a:lnTo>
                  <a:pt x="9699069" y="1783441"/>
                </a:lnTo>
                <a:cubicBezTo>
                  <a:pt x="9699069" y="1777609"/>
                  <a:pt x="9698392" y="1773883"/>
                  <a:pt x="9697037" y="1772263"/>
                </a:cubicBezTo>
                <a:cubicBezTo>
                  <a:pt x="9695682" y="1770643"/>
                  <a:pt x="9693061" y="1769715"/>
                  <a:pt x="9689172" y="1769480"/>
                </a:cubicBezTo>
                <a:close/>
                <a:moveTo>
                  <a:pt x="9601238" y="1766210"/>
                </a:moveTo>
                <a:lnTo>
                  <a:pt x="9645157" y="1766210"/>
                </a:lnTo>
                <a:lnTo>
                  <a:pt x="9645157" y="1769480"/>
                </a:lnTo>
                <a:cubicBezTo>
                  <a:pt x="9642270" y="1769597"/>
                  <a:pt x="9640237" y="1770157"/>
                  <a:pt x="9639059" y="1771159"/>
                </a:cubicBezTo>
                <a:cubicBezTo>
                  <a:pt x="9637881" y="1772160"/>
                  <a:pt x="9637292" y="1773368"/>
                  <a:pt x="9637292" y="1774782"/>
                </a:cubicBezTo>
                <a:cubicBezTo>
                  <a:pt x="9637292" y="1777020"/>
                  <a:pt x="9638765" y="1781439"/>
                  <a:pt x="9641710" y="1788037"/>
                </a:cubicBezTo>
                <a:lnTo>
                  <a:pt x="9655849" y="1820379"/>
                </a:lnTo>
                <a:lnTo>
                  <a:pt x="9665481" y="1795371"/>
                </a:lnTo>
                <a:cubicBezTo>
                  <a:pt x="9668957" y="1786475"/>
                  <a:pt x="9670695" y="1780290"/>
                  <a:pt x="9670695" y="1776814"/>
                </a:cubicBezTo>
                <a:cubicBezTo>
                  <a:pt x="9670695" y="1774634"/>
                  <a:pt x="9669973" y="1772896"/>
                  <a:pt x="9668529" y="1771600"/>
                </a:cubicBezTo>
                <a:cubicBezTo>
                  <a:pt x="9667086" y="1770304"/>
                  <a:pt x="9664538" y="1769597"/>
                  <a:pt x="9660886" y="1769480"/>
                </a:cubicBezTo>
                <a:lnTo>
                  <a:pt x="9660886" y="1766210"/>
                </a:lnTo>
                <a:lnTo>
                  <a:pt x="9688545" y="1766210"/>
                </a:lnTo>
                <a:lnTo>
                  <a:pt x="9688545" y="1769480"/>
                </a:lnTo>
                <a:cubicBezTo>
                  <a:pt x="9685835" y="1769774"/>
                  <a:pt x="9683625" y="1770820"/>
                  <a:pt x="9681917" y="1772617"/>
                </a:cubicBezTo>
                <a:cubicBezTo>
                  <a:pt x="9680209" y="1774413"/>
                  <a:pt x="9677351" y="1780525"/>
                  <a:pt x="9673345" y="1790953"/>
                </a:cubicBezTo>
                <a:lnTo>
                  <a:pt x="9649751" y="1852191"/>
                </a:lnTo>
                <a:cubicBezTo>
                  <a:pt x="9643801" y="1867508"/>
                  <a:pt x="9639383" y="1876933"/>
                  <a:pt x="9636497" y="1880468"/>
                </a:cubicBezTo>
                <a:cubicBezTo>
                  <a:pt x="9632432" y="1885417"/>
                  <a:pt x="9627336" y="1887891"/>
                  <a:pt x="9621209" y="1887891"/>
                </a:cubicBezTo>
                <a:cubicBezTo>
                  <a:pt x="9616319" y="1887891"/>
                  <a:pt x="9612358" y="1886492"/>
                  <a:pt x="9609324" y="1883694"/>
                </a:cubicBezTo>
                <a:cubicBezTo>
                  <a:pt x="9606290" y="1880895"/>
                  <a:pt x="9604773" y="1877523"/>
                  <a:pt x="9604773" y="1873576"/>
                </a:cubicBezTo>
                <a:cubicBezTo>
                  <a:pt x="9604773" y="1870159"/>
                  <a:pt x="9605819" y="1867331"/>
                  <a:pt x="9607910" y="1865092"/>
                </a:cubicBezTo>
                <a:cubicBezTo>
                  <a:pt x="9610001" y="1862854"/>
                  <a:pt x="9612579" y="1861734"/>
                  <a:pt x="9615642" y="1861734"/>
                </a:cubicBezTo>
                <a:cubicBezTo>
                  <a:pt x="9618588" y="1861734"/>
                  <a:pt x="9620959" y="1862677"/>
                  <a:pt x="9622755" y="1864562"/>
                </a:cubicBezTo>
                <a:cubicBezTo>
                  <a:pt x="9624552" y="1866447"/>
                  <a:pt x="9625480" y="1869363"/>
                  <a:pt x="9625539" y="1873310"/>
                </a:cubicBezTo>
                <a:cubicBezTo>
                  <a:pt x="9625598" y="1875549"/>
                  <a:pt x="9625863" y="1876992"/>
                  <a:pt x="9626334" y="1877640"/>
                </a:cubicBezTo>
                <a:cubicBezTo>
                  <a:pt x="9626806" y="1878288"/>
                  <a:pt x="9627483" y="1878612"/>
                  <a:pt x="9628367" y="1878612"/>
                </a:cubicBezTo>
                <a:cubicBezTo>
                  <a:pt x="9629781" y="1878612"/>
                  <a:pt x="9631283" y="1877758"/>
                  <a:pt x="9632873" y="1876050"/>
                </a:cubicBezTo>
                <a:cubicBezTo>
                  <a:pt x="9635230" y="1873576"/>
                  <a:pt x="9637999" y="1867920"/>
                  <a:pt x="9641180" y="1859083"/>
                </a:cubicBezTo>
                <a:lnTo>
                  <a:pt x="9643743" y="1852191"/>
                </a:lnTo>
                <a:lnTo>
                  <a:pt x="9617056" y="1790953"/>
                </a:lnTo>
                <a:cubicBezTo>
                  <a:pt x="9613050" y="1781704"/>
                  <a:pt x="9610090" y="1776019"/>
                  <a:pt x="9608175" y="1773898"/>
                </a:cubicBezTo>
                <a:cubicBezTo>
                  <a:pt x="9606260" y="1771777"/>
                  <a:pt x="9603948" y="1770304"/>
                  <a:pt x="9601238" y="1769480"/>
                </a:cubicBezTo>
                <a:close/>
                <a:moveTo>
                  <a:pt x="9510053" y="1766210"/>
                </a:moveTo>
                <a:lnTo>
                  <a:pt x="9543721" y="1766210"/>
                </a:lnTo>
                <a:lnTo>
                  <a:pt x="9543721" y="1822676"/>
                </a:lnTo>
                <a:cubicBezTo>
                  <a:pt x="9543721" y="1828567"/>
                  <a:pt x="9544001" y="1832367"/>
                  <a:pt x="9544560" y="1834076"/>
                </a:cubicBezTo>
                <a:cubicBezTo>
                  <a:pt x="9545120" y="1835784"/>
                  <a:pt x="9546004" y="1837080"/>
                  <a:pt x="9547211" y="1837964"/>
                </a:cubicBezTo>
                <a:cubicBezTo>
                  <a:pt x="9548419" y="1838847"/>
                  <a:pt x="9549818" y="1839289"/>
                  <a:pt x="9551409" y="1839289"/>
                </a:cubicBezTo>
                <a:cubicBezTo>
                  <a:pt x="9553529" y="1839289"/>
                  <a:pt x="9555444" y="1838730"/>
                  <a:pt x="9557153" y="1837610"/>
                </a:cubicBezTo>
                <a:cubicBezTo>
                  <a:pt x="9559509" y="1836079"/>
                  <a:pt x="9562337" y="1832986"/>
                  <a:pt x="9565636" y="1828332"/>
                </a:cubicBezTo>
                <a:lnTo>
                  <a:pt x="9565636" y="1784148"/>
                </a:lnTo>
                <a:cubicBezTo>
                  <a:pt x="9565636" y="1777904"/>
                  <a:pt x="9565061" y="1774016"/>
                  <a:pt x="9563913" y="1772484"/>
                </a:cubicBezTo>
                <a:cubicBezTo>
                  <a:pt x="9562764" y="1770952"/>
                  <a:pt x="9560363" y="1769951"/>
                  <a:pt x="9556711" y="1769480"/>
                </a:cubicBezTo>
                <a:lnTo>
                  <a:pt x="9556711" y="1766210"/>
                </a:lnTo>
                <a:lnTo>
                  <a:pt x="9590378" y="1766210"/>
                </a:lnTo>
                <a:lnTo>
                  <a:pt x="9590378" y="1830894"/>
                </a:lnTo>
                <a:cubicBezTo>
                  <a:pt x="9590378" y="1837198"/>
                  <a:pt x="9590968" y="1841130"/>
                  <a:pt x="9592146" y="1842691"/>
                </a:cubicBezTo>
                <a:cubicBezTo>
                  <a:pt x="9593324" y="1844253"/>
                  <a:pt x="9595710" y="1845239"/>
                  <a:pt x="9599303" y="1845652"/>
                </a:cubicBezTo>
                <a:lnTo>
                  <a:pt x="9599303" y="1848833"/>
                </a:lnTo>
                <a:lnTo>
                  <a:pt x="9565636" y="1848833"/>
                </a:lnTo>
                <a:lnTo>
                  <a:pt x="9565636" y="1837787"/>
                </a:lnTo>
                <a:cubicBezTo>
                  <a:pt x="9561689" y="1842500"/>
                  <a:pt x="9557742" y="1845932"/>
                  <a:pt x="9553795" y="1848082"/>
                </a:cubicBezTo>
                <a:cubicBezTo>
                  <a:pt x="9549848" y="1850232"/>
                  <a:pt x="9545429" y="1851307"/>
                  <a:pt x="9540540" y="1851307"/>
                </a:cubicBezTo>
                <a:cubicBezTo>
                  <a:pt x="9535886" y="1851307"/>
                  <a:pt x="9531747" y="1849879"/>
                  <a:pt x="9528124" y="1847021"/>
                </a:cubicBezTo>
                <a:cubicBezTo>
                  <a:pt x="9524501" y="1844164"/>
                  <a:pt x="9522071" y="1840821"/>
                  <a:pt x="9520834" y="1836992"/>
                </a:cubicBezTo>
                <a:cubicBezTo>
                  <a:pt x="9519597" y="1833163"/>
                  <a:pt x="9518978" y="1826476"/>
                  <a:pt x="9518978" y="1816932"/>
                </a:cubicBezTo>
                <a:lnTo>
                  <a:pt x="9518978" y="1784148"/>
                </a:lnTo>
                <a:cubicBezTo>
                  <a:pt x="9518978" y="1777904"/>
                  <a:pt x="9518404" y="1774016"/>
                  <a:pt x="9517255" y="1772484"/>
                </a:cubicBezTo>
                <a:cubicBezTo>
                  <a:pt x="9516106" y="1770952"/>
                  <a:pt x="9513706" y="1769951"/>
                  <a:pt x="9510053" y="1769480"/>
                </a:cubicBezTo>
                <a:close/>
                <a:moveTo>
                  <a:pt x="8757578" y="1766210"/>
                </a:moveTo>
                <a:lnTo>
                  <a:pt x="8791246" y="1766210"/>
                </a:lnTo>
                <a:lnTo>
                  <a:pt x="8791246" y="1822676"/>
                </a:lnTo>
                <a:cubicBezTo>
                  <a:pt x="8791246" y="1828567"/>
                  <a:pt x="8791526" y="1832367"/>
                  <a:pt x="8792085" y="1834076"/>
                </a:cubicBezTo>
                <a:cubicBezTo>
                  <a:pt x="8792645" y="1835784"/>
                  <a:pt x="8793529" y="1837080"/>
                  <a:pt x="8794736" y="1837964"/>
                </a:cubicBezTo>
                <a:cubicBezTo>
                  <a:pt x="8795944" y="1838847"/>
                  <a:pt x="8797343" y="1839289"/>
                  <a:pt x="8798934" y="1839289"/>
                </a:cubicBezTo>
                <a:cubicBezTo>
                  <a:pt x="8801055" y="1839289"/>
                  <a:pt x="8802969" y="1838730"/>
                  <a:pt x="8804678" y="1837610"/>
                </a:cubicBezTo>
                <a:cubicBezTo>
                  <a:pt x="8807034" y="1836079"/>
                  <a:pt x="8809862" y="1832986"/>
                  <a:pt x="8813161" y="1828332"/>
                </a:cubicBezTo>
                <a:lnTo>
                  <a:pt x="8813161" y="1784148"/>
                </a:lnTo>
                <a:cubicBezTo>
                  <a:pt x="8813161" y="1777904"/>
                  <a:pt x="8812586" y="1774016"/>
                  <a:pt x="8811438" y="1772484"/>
                </a:cubicBezTo>
                <a:cubicBezTo>
                  <a:pt x="8810289" y="1770952"/>
                  <a:pt x="8807888" y="1769951"/>
                  <a:pt x="8804236" y="1769480"/>
                </a:cubicBezTo>
                <a:lnTo>
                  <a:pt x="8804236" y="1766210"/>
                </a:lnTo>
                <a:lnTo>
                  <a:pt x="8837903" y="1766210"/>
                </a:lnTo>
                <a:lnTo>
                  <a:pt x="8837903" y="1830894"/>
                </a:lnTo>
                <a:cubicBezTo>
                  <a:pt x="8837903" y="1837198"/>
                  <a:pt x="8838493" y="1841130"/>
                  <a:pt x="8839671" y="1842691"/>
                </a:cubicBezTo>
                <a:cubicBezTo>
                  <a:pt x="8840849" y="1844253"/>
                  <a:pt x="8843235" y="1845239"/>
                  <a:pt x="8846829" y="1845652"/>
                </a:cubicBezTo>
                <a:lnTo>
                  <a:pt x="8846829" y="1848833"/>
                </a:lnTo>
                <a:lnTo>
                  <a:pt x="8813161" y="1848833"/>
                </a:lnTo>
                <a:lnTo>
                  <a:pt x="8813161" y="1837787"/>
                </a:lnTo>
                <a:cubicBezTo>
                  <a:pt x="8809214" y="1842500"/>
                  <a:pt x="8805267" y="1845932"/>
                  <a:pt x="8801320" y="1848082"/>
                </a:cubicBezTo>
                <a:cubicBezTo>
                  <a:pt x="8797373" y="1850232"/>
                  <a:pt x="8792954" y="1851307"/>
                  <a:pt x="8788065" y="1851307"/>
                </a:cubicBezTo>
                <a:cubicBezTo>
                  <a:pt x="8783411" y="1851307"/>
                  <a:pt x="8779272" y="1849879"/>
                  <a:pt x="8775649" y="1847021"/>
                </a:cubicBezTo>
                <a:cubicBezTo>
                  <a:pt x="8772026" y="1844164"/>
                  <a:pt x="8769596" y="1840821"/>
                  <a:pt x="8768359" y="1836992"/>
                </a:cubicBezTo>
                <a:cubicBezTo>
                  <a:pt x="8767122" y="1833163"/>
                  <a:pt x="8766503" y="1826476"/>
                  <a:pt x="8766503" y="1816932"/>
                </a:cubicBezTo>
                <a:lnTo>
                  <a:pt x="8766503" y="1784148"/>
                </a:lnTo>
                <a:cubicBezTo>
                  <a:pt x="8766503" y="1777904"/>
                  <a:pt x="8765929" y="1774016"/>
                  <a:pt x="8764780" y="1772484"/>
                </a:cubicBezTo>
                <a:cubicBezTo>
                  <a:pt x="8763631" y="1770952"/>
                  <a:pt x="8761231" y="1769951"/>
                  <a:pt x="8757578" y="1769480"/>
                </a:cubicBezTo>
                <a:close/>
                <a:moveTo>
                  <a:pt x="9870487" y="1763736"/>
                </a:moveTo>
                <a:cubicBezTo>
                  <a:pt x="9875966" y="1763736"/>
                  <a:pt x="9881621" y="1764884"/>
                  <a:pt x="9887453" y="1767182"/>
                </a:cubicBezTo>
                <a:lnTo>
                  <a:pt x="9915289" y="1767182"/>
                </a:lnTo>
                <a:lnTo>
                  <a:pt x="9915289" y="1776902"/>
                </a:lnTo>
                <a:lnTo>
                  <a:pt x="9899471" y="1776902"/>
                </a:lnTo>
                <a:cubicBezTo>
                  <a:pt x="9902358" y="1779789"/>
                  <a:pt x="9904361" y="1782411"/>
                  <a:pt x="9905480" y="1784767"/>
                </a:cubicBezTo>
                <a:cubicBezTo>
                  <a:pt x="9906894" y="1787948"/>
                  <a:pt x="9907601" y="1791277"/>
                  <a:pt x="9907601" y="1794752"/>
                </a:cubicBezTo>
                <a:cubicBezTo>
                  <a:pt x="9907601" y="1800644"/>
                  <a:pt x="9905966" y="1805754"/>
                  <a:pt x="9902697" y="1810084"/>
                </a:cubicBezTo>
                <a:cubicBezTo>
                  <a:pt x="9899427" y="1814414"/>
                  <a:pt x="9894979" y="1817801"/>
                  <a:pt x="9889353" y="1820246"/>
                </a:cubicBezTo>
                <a:cubicBezTo>
                  <a:pt x="9883727" y="1822691"/>
                  <a:pt x="9878735" y="1823913"/>
                  <a:pt x="9874375" y="1823913"/>
                </a:cubicBezTo>
                <a:cubicBezTo>
                  <a:pt x="9874022" y="1823913"/>
                  <a:pt x="9870487" y="1823766"/>
                  <a:pt x="9863771" y="1823472"/>
                </a:cubicBezTo>
                <a:cubicBezTo>
                  <a:pt x="9861120" y="1823472"/>
                  <a:pt x="9858896" y="1824341"/>
                  <a:pt x="9857099" y="1826078"/>
                </a:cubicBezTo>
                <a:cubicBezTo>
                  <a:pt x="9855303" y="1827816"/>
                  <a:pt x="9854404" y="1829893"/>
                  <a:pt x="9854404" y="1832308"/>
                </a:cubicBezTo>
                <a:cubicBezTo>
                  <a:pt x="9854404" y="1834429"/>
                  <a:pt x="9855214" y="1836167"/>
                  <a:pt x="9856834" y="1837522"/>
                </a:cubicBezTo>
                <a:cubicBezTo>
                  <a:pt x="9858454" y="1838877"/>
                  <a:pt x="9861091" y="1839554"/>
                  <a:pt x="9864743" y="1839554"/>
                </a:cubicBezTo>
                <a:lnTo>
                  <a:pt x="9880031" y="1839378"/>
                </a:lnTo>
                <a:cubicBezTo>
                  <a:pt x="9892402" y="1839378"/>
                  <a:pt x="9900915" y="1840733"/>
                  <a:pt x="9905569" y="1843442"/>
                </a:cubicBezTo>
                <a:cubicBezTo>
                  <a:pt x="9912225" y="1847213"/>
                  <a:pt x="9915554" y="1853016"/>
                  <a:pt x="9915554" y="1860851"/>
                </a:cubicBezTo>
                <a:cubicBezTo>
                  <a:pt x="9915554" y="1865858"/>
                  <a:pt x="9914022" y="1870409"/>
                  <a:pt x="9910959" y="1874503"/>
                </a:cubicBezTo>
                <a:cubicBezTo>
                  <a:pt x="9907896" y="1878598"/>
                  <a:pt x="9903860" y="1881617"/>
                  <a:pt x="9898853" y="1883561"/>
                </a:cubicBezTo>
                <a:cubicBezTo>
                  <a:pt x="9891253" y="1886448"/>
                  <a:pt x="9882505" y="1887891"/>
                  <a:pt x="9872608" y="1887891"/>
                </a:cubicBezTo>
                <a:cubicBezTo>
                  <a:pt x="9865185" y="1887891"/>
                  <a:pt x="9858410" y="1887169"/>
                  <a:pt x="9852283" y="1885726"/>
                </a:cubicBezTo>
                <a:cubicBezTo>
                  <a:pt x="9846157" y="1884283"/>
                  <a:pt x="9841768" y="1882280"/>
                  <a:pt x="9839117" y="1879717"/>
                </a:cubicBezTo>
                <a:cubicBezTo>
                  <a:pt x="9836466" y="1877154"/>
                  <a:pt x="9835140" y="1874459"/>
                  <a:pt x="9835140" y="1871631"/>
                </a:cubicBezTo>
                <a:cubicBezTo>
                  <a:pt x="9835140" y="1868922"/>
                  <a:pt x="9836157" y="1866491"/>
                  <a:pt x="9838189" y="1864341"/>
                </a:cubicBezTo>
                <a:cubicBezTo>
                  <a:pt x="9840221" y="1862191"/>
                  <a:pt x="9844007" y="1860379"/>
                  <a:pt x="9849544" y="1858907"/>
                </a:cubicBezTo>
                <a:cubicBezTo>
                  <a:pt x="9841886" y="1855136"/>
                  <a:pt x="9838056" y="1849893"/>
                  <a:pt x="9838056" y="1843177"/>
                </a:cubicBezTo>
                <a:cubicBezTo>
                  <a:pt x="9838056" y="1839113"/>
                  <a:pt x="9839617" y="1835165"/>
                  <a:pt x="9842740" y="1831336"/>
                </a:cubicBezTo>
                <a:cubicBezTo>
                  <a:pt x="9845862" y="1827507"/>
                  <a:pt x="9850811" y="1824179"/>
                  <a:pt x="9857585" y="1821351"/>
                </a:cubicBezTo>
                <a:cubicBezTo>
                  <a:pt x="9849691" y="1818464"/>
                  <a:pt x="9843977" y="1814664"/>
                  <a:pt x="9840442" y="1809952"/>
                </a:cubicBezTo>
                <a:cubicBezTo>
                  <a:pt x="9836908" y="1805239"/>
                  <a:pt x="9835140" y="1799789"/>
                  <a:pt x="9835140" y="1793604"/>
                </a:cubicBezTo>
                <a:cubicBezTo>
                  <a:pt x="9835140" y="1785533"/>
                  <a:pt x="9838439" y="1778537"/>
                  <a:pt x="9845037" y="1772617"/>
                </a:cubicBezTo>
                <a:cubicBezTo>
                  <a:pt x="9851635" y="1766696"/>
                  <a:pt x="9860119" y="1763736"/>
                  <a:pt x="9870487" y="1763736"/>
                </a:cubicBezTo>
                <a:close/>
                <a:moveTo>
                  <a:pt x="9797682" y="1763736"/>
                </a:moveTo>
                <a:cubicBezTo>
                  <a:pt x="9803043" y="1763736"/>
                  <a:pt x="9807491" y="1765223"/>
                  <a:pt x="9811025" y="1768198"/>
                </a:cubicBezTo>
                <a:cubicBezTo>
                  <a:pt x="9814560" y="1771173"/>
                  <a:pt x="9816917" y="1774870"/>
                  <a:pt x="9818095" y="1779288"/>
                </a:cubicBezTo>
                <a:cubicBezTo>
                  <a:pt x="9819037" y="1782646"/>
                  <a:pt x="9819509" y="1789097"/>
                  <a:pt x="9819509" y="1798641"/>
                </a:cubicBezTo>
                <a:lnTo>
                  <a:pt x="9819509" y="1830806"/>
                </a:lnTo>
                <a:cubicBezTo>
                  <a:pt x="9819509" y="1837168"/>
                  <a:pt x="9820083" y="1841130"/>
                  <a:pt x="9821232" y="1842691"/>
                </a:cubicBezTo>
                <a:cubicBezTo>
                  <a:pt x="9822381" y="1844253"/>
                  <a:pt x="9824781" y="1845239"/>
                  <a:pt x="9828434" y="1845652"/>
                </a:cubicBezTo>
                <a:lnTo>
                  <a:pt x="9828434" y="1848833"/>
                </a:lnTo>
                <a:lnTo>
                  <a:pt x="9786636" y="1848833"/>
                </a:lnTo>
                <a:lnTo>
                  <a:pt x="9786636" y="1845652"/>
                </a:lnTo>
                <a:cubicBezTo>
                  <a:pt x="9789759" y="1845239"/>
                  <a:pt x="9791997" y="1843943"/>
                  <a:pt x="9793352" y="1841764"/>
                </a:cubicBezTo>
                <a:cubicBezTo>
                  <a:pt x="9794295" y="1840291"/>
                  <a:pt x="9794766" y="1836638"/>
                  <a:pt x="9794766" y="1830806"/>
                </a:cubicBezTo>
                <a:lnTo>
                  <a:pt x="9794766" y="1794045"/>
                </a:lnTo>
                <a:cubicBezTo>
                  <a:pt x="9794766" y="1787271"/>
                  <a:pt x="9794501" y="1783000"/>
                  <a:pt x="9793971" y="1781232"/>
                </a:cubicBezTo>
                <a:cubicBezTo>
                  <a:pt x="9793441" y="1779465"/>
                  <a:pt x="9792542" y="1778095"/>
                  <a:pt x="9791275" y="1777123"/>
                </a:cubicBezTo>
                <a:cubicBezTo>
                  <a:pt x="9790009" y="1776151"/>
                  <a:pt x="9788610" y="1775665"/>
                  <a:pt x="9787078" y="1775665"/>
                </a:cubicBezTo>
                <a:cubicBezTo>
                  <a:pt x="9782012" y="1775665"/>
                  <a:pt x="9777299" y="1779288"/>
                  <a:pt x="9772939" y="1786534"/>
                </a:cubicBezTo>
                <a:lnTo>
                  <a:pt x="9772939" y="1830806"/>
                </a:lnTo>
                <a:cubicBezTo>
                  <a:pt x="9772939" y="1836992"/>
                  <a:pt x="9773514" y="1840909"/>
                  <a:pt x="9774663" y="1842559"/>
                </a:cubicBezTo>
                <a:cubicBezTo>
                  <a:pt x="9775811" y="1844208"/>
                  <a:pt x="9777947" y="1845239"/>
                  <a:pt x="9781069" y="1845652"/>
                </a:cubicBezTo>
                <a:lnTo>
                  <a:pt x="9781069" y="1848833"/>
                </a:lnTo>
                <a:lnTo>
                  <a:pt x="9739272" y="1848833"/>
                </a:lnTo>
                <a:lnTo>
                  <a:pt x="9739272" y="1845652"/>
                </a:lnTo>
                <a:cubicBezTo>
                  <a:pt x="9742747" y="1845298"/>
                  <a:pt x="9745222" y="1844179"/>
                  <a:pt x="9746695" y="1842294"/>
                </a:cubicBezTo>
                <a:cubicBezTo>
                  <a:pt x="9747696" y="1840998"/>
                  <a:pt x="9748197" y="1837168"/>
                  <a:pt x="9748197" y="1830806"/>
                </a:cubicBezTo>
                <a:lnTo>
                  <a:pt x="9748197" y="1784148"/>
                </a:lnTo>
                <a:cubicBezTo>
                  <a:pt x="9748197" y="1777904"/>
                  <a:pt x="9747622" y="1774016"/>
                  <a:pt x="9746473" y="1772484"/>
                </a:cubicBezTo>
                <a:cubicBezTo>
                  <a:pt x="9745325" y="1770952"/>
                  <a:pt x="9742924" y="1769951"/>
                  <a:pt x="9739272" y="1769480"/>
                </a:cubicBezTo>
                <a:lnTo>
                  <a:pt x="9739272" y="1766210"/>
                </a:lnTo>
                <a:lnTo>
                  <a:pt x="9772939" y="1766210"/>
                </a:lnTo>
                <a:lnTo>
                  <a:pt x="9772939" y="1776902"/>
                </a:lnTo>
                <a:cubicBezTo>
                  <a:pt x="9777181" y="1772307"/>
                  <a:pt x="9781246" y="1768964"/>
                  <a:pt x="9785134" y="1766873"/>
                </a:cubicBezTo>
                <a:cubicBezTo>
                  <a:pt x="9789022" y="1764781"/>
                  <a:pt x="9793205" y="1763736"/>
                  <a:pt x="9797682" y="1763736"/>
                </a:cubicBezTo>
                <a:close/>
                <a:moveTo>
                  <a:pt x="9371178" y="1763736"/>
                </a:moveTo>
                <a:cubicBezTo>
                  <a:pt x="9374477" y="1763736"/>
                  <a:pt x="9377113" y="1764752"/>
                  <a:pt x="9379087" y="1766784"/>
                </a:cubicBezTo>
                <a:cubicBezTo>
                  <a:pt x="9381060" y="1768817"/>
                  <a:pt x="9382047" y="1771689"/>
                  <a:pt x="9382047" y="1775400"/>
                </a:cubicBezTo>
                <a:cubicBezTo>
                  <a:pt x="9382047" y="1779347"/>
                  <a:pt x="9381090" y="1782411"/>
                  <a:pt x="9379175" y="1784590"/>
                </a:cubicBezTo>
                <a:cubicBezTo>
                  <a:pt x="9377260" y="1786770"/>
                  <a:pt x="9374948" y="1787860"/>
                  <a:pt x="9372238" y="1787860"/>
                </a:cubicBezTo>
                <a:cubicBezTo>
                  <a:pt x="9369116" y="1787860"/>
                  <a:pt x="9366406" y="1786858"/>
                  <a:pt x="9364109" y="1784855"/>
                </a:cubicBezTo>
                <a:cubicBezTo>
                  <a:pt x="9361811" y="1782852"/>
                  <a:pt x="9360456" y="1781733"/>
                  <a:pt x="9360044" y="1781497"/>
                </a:cubicBezTo>
                <a:cubicBezTo>
                  <a:pt x="9359455" y="1781144"/>
                  <a:pt x="9358777" y="1780967"/>
                  <a:pt x="9358011" y="1780967"/>
                </a:cubicBezTo>
                <a:cubicBezTo>
                  <a:pt x="9356303" y="1780967"/>
                  <a:pt x="9354683" y="1781615"/>
                  <a:pt x="9353151" y="1782911"/>
                </a:cubicBezTo>
                <a:cubicBezTo>
                  <a:pt x="9350736" y="1784914"/>
                  <a:pt x="9348909" y="1787771"/>
                  <a:pt x="9347672" y="1791483"/>
                </a:cubicBezTo>
                <a:cubicBezTo>
                  <a:pt x="9345787" y="1797197"/>
                  <a:pt x="9344845" y="1803501"/>
                  <a:pt x="9344845" y="1810393"/>
                </a:cubicBezTo>
                <a:lnTo>
                  <a:pt x="9344845" y="1829392"/>
                </a:lnTo>
                <a:lnTo>
                  <a:pt x="9344933" y="1834341"/>
                </a:lnTo>
                <a:cubicBezTo>
                  <a:pt x="9344933" y="1837699"/>
                  <a:pt x="9345139" y="1839849"/>
                  <a:pt x="9345551" y="1840791"/>
                </a:cubicBezTo>
                <a:cubicBezTo>
                  <a:pt x="9346258" y="1842382"/>
                  <a:pt x="9347304" y="1843546"/>
                  <a:pt x="9348689" y="1844282"/>
                </a:cubicBezTo>
                <a:cubicBezTo>
                  <a:pt x="9350073" y="1845018"/>
                  <a:pt x="9352415" y="1845475"/>
                  <a:pt x="9355714" y="1845652"/>
                </a:cubicBezTo>
                <a:lnTo>
                  <a:pt x="9355714" y="1848833"/>
                </a:lnTo>
                <a:lnTo>
                  <a:pt x="9311089" y="1848833"/>
                </a:lnTo>
                <a:lnTo>
                  <a:pt x="9311089" y="1845652"/>
                </a:lnTo>
                <a:cubicBezTo>
                  <a:pt x="9314682" y="1845357"/>
                  <a:pt x="9317112" y="1844370"/>
                  <a:pt x="9318379" y="1842691"/>
                </a:cubicBezTo>
                <a:cubicBezTo>
                  <a:pt x="9319645" y="1841012"/>
                  <a:pt x="9320279" y="1836579"/>
                  <a:pt x="9320279" y="1829392"/>
                </a:cubicBezTo>
                <a:lnTo>
                  <a:pt x="9320279" y="1783707"/>
                </a:lnTo>
                <a:cubicBezTo>
                  <a:pt x="9320279" y="1778994"/>
                  <a:pt x="9320043" y="1775989"/>
                  <a:pt x="9319572" y="1774693"/>
                </a:cubicBezTo>
                <a:cubicBezTo>
                  <a:pt x="9318983" y="1773044"/>
                  <a:pt x="9318128" y="1771836"/>
                  <a:pt x="9317009" y="1771070"/>
                </a:cubicBezTo>
                <a:cubicBezTo>
                  <a:pt x="9315890" y="1770304"/>
                  <a:pt x="9313916" y="1769774"/>
                  <a:pt x="9311089" y="1769480"/>
                </a:cubicBezTo>
                <a:lnTo>
                  <a:pt x="9311089" y="1766210"/>
                </a:lnTo>
                <a:lnTo>
                  <a:pt x="9344845" y="1766210"/>
                </a:lnTo>
                <a:lnTo>
                  <a:pt x="9344845" y="1784944"/>
                </a:lnTo>
                <a:cubicBezTo>
                  <a:pt x="9350323" y="1776402"/>
                  <a:pt x="9355125" y="1770731"/>
                  <a:pt x="9359248" y="1767933"/>
                </a:cubicBezTo>
                <a:cubicBezTo>
                  <a:pt x="9363372" y="1765135"/>
                  <a:pt x="9367349" y="1763736"/>
                  <a:pt x="9371178" y="1763736"/>
                </a:cubicBezTo>
                <a:close/>
                <a:moveTo>
                  <a:pt x="9263096" y="1763736"/>
                </a:moveTo>
                <a:cubicBezTo>
                  <a:pt x="9271461" y="1763736"/>
                  <a:pt x="9278722" y="1767167"/>
                  <a:pt x="9284878" y="1774030"/>
                </a:cubicBezTo>
                <a:cubicBezTo>
                  <a:pt x="9291035" y="1780894"/>
                  <a:pt x="9294348" y="1791070"/>
                  <a:pt x="9294820" y="1804561"/>
                </a:cubicBezTo>
                <a:lnTo>
                  <a:pt x="9249488" y="1804561"/>
                </a:lnTo>
                <a:cubicBezTo>
                  <a:pt x="9250018" y="1815519"/>
                  <a:pt x="9252934" y="1824179"/>
                  <a:pt x="9258236" y="1830541"/>
                </a:cubicBezTo>
                <a:cubicBezTo>
                  <a:pt x="9262301" y="1835431"/>
                  <a:pt x="9267190" y="1837875"/>
                  <a:pt x="9272905" y="1837875"/>
                </a:cubicBezTo>
                <a:cubicBezTo>
                  <a:pt x="9276439" y="1837875"/>
                  <a:pt x="9279650" y="1836889"/>
                  <a:pt x="9282537" y="1834915"/>
                </a:cubicBezTo>
                <a:cubicBezTo>
                  <a:pt x="9285423" y="1832942"/>
                  <a:pt x="9288516" y="1829392"/>
                  <a:pt x="9291815" y="1824267"/>
                </a:cubicBezTo>
                <a:lnTo>
                  <a:pt x="9294820" y="1826211"/>
                </a:lnTo>
                <a:cubicBezTo>
                  <a:pt x="9290343" y="1835342"/>
                  <a:pt x="9285394" y="1841808"/>
                  <a:pt x="9279974" y="1845607"/>
                </a:cubicBezTo>
                <a:cubicBezTo>
                  <a:pt x="9274554" y="1849407"/>
                  <a:pt x="9268280" y="1851307"/>
                  <a:pt x="9261152" y="1851307"/>
                </a:cubicBezTo>
                <a:cubicBezTo>
                  <a:pt x="9248899" y="1851307"/>
                  <a:pt x="9239620" y="1846594"/>
                  <a:pt x="9233317" y="1837168"/>
                </a:cubicBezTo>
                <a:cubicBezTo>
                  <a:pt x="9228250" y="1829569"/>
                  <a:pt x="9225717" y="1820143"/>
                  <a:pt x="9225717" y="1808891"/>
                </a:cubicBezTo>
                <a:cubicBezTo>
                  <a:pt x="9225717" y="1795106"/>
                  <a:pt x="9229443" y="1784134"/>
                  <a:pt x="9236895" y="1775975"/>
                </a:cubicBezTo>
                <a:cubicBezTo>
                  <a:pt x="9244348" y="1767815"/>
                  <a:pt x="9253081" y="1763736"/>
                  <a:pt x="9263096" y="1763736"/>
                </a:cubicBezTo>
                <a:close/>
                <a:moveTo>
                  <a:pt x="9141517" y="1763736"/>
                </a:moveTo>
                <a:cubicBezTo>
                  <a:pt x="9146819" y="1763736"/>
                  <a:pt x="9151267" y="1764973"/>
                  <a:pt x="9154861" y="1767447"/>
                </a:cubicBezTo>
                <a:cubicBezTo>
                  <a:pt x="9158454" y="1769921"/>
                  <a:pt x="9161223" y="1773692"/>
                  <a:pt x="9163167" y="1778758"/>
                </a:cubicBezTo>
                <a:cubicBezTo>
                  <a:pt x="9167880" y="1773456"/>
                  <a:pt x="9172402" y="1769627"/>
                  <a:pt x="9176732" y="1767270"/>
                </a:cubicBezTo>
                <a:cubicBezTo>
                  <a:pt x="9181062" y="1764914"/>
                  <a:pt x="9185583" y="1763736"/>
                  <a:pt x="9190296" y="1763736"/>
                </a:cubicBezTo>
                <a:cubicBezTo>
                  <a:pt x="9196010" y="1763736"/>
                  <a:pt x="9200561" y="1765047"/>
                  <a:pt x="9203949" y="1767668"/>
                </a:cubicBezTo>
                <a:cubicBezTo>
                  <a:pt x="9207336" y="1770290"/>
                  <a:pt x="9209692" y="1773618"/>
                  <a:pt x="9211018" y="1777653"/>
                </a:cubicBezTo>
                <a:cubicBezTo>
                  <a:pt x="9212343" y="1781689"/>
                  <a:pt x="9213006" y="1788125"/>
                  <a:pt x="9213006" y="1796962"/>
                </a:cubicBezTo>
                <a:lnTo>
                  <a:pt x="9213006" y="1830806"/>
                </a:lnTo>
                <a:cubicBezTo>
                  <a:pt x="9213006" y="1837168"/>
                  <a:pt x="9213581" y="1841116"/>
                  <a:pt x="9214729" y="1842647"/>
                </a:cubicBezTo>
                <a:cubicBezTo>
                  <a:pt x="9215878" y="1844179"/>
                  <a:pt x="9218279" y="1845180"/>
                  <a:pt x="9221931" y="1845652"/>
                </a:cubicBezTo>
                <a:lnTo>
                  <a:pt x="9221931" y="1848833"/>
                </a:lnTo>
                <a:lnTo>
                  <a:pt x="9179250" y="1848833"/>
                </a:lnTo>
                <a:lnTo>
                  <a:pt x="9179250" y="1845652"/>
                </a:lnTo>
                <a:cubicBezTo>
                  <a:pt x="9182608" y="1845357"/>
                  <a:pt x="9185082" y="1844061"/>
                  <a:pt x="9186673" y="1841764"/>
                </a:cubicBezTo>
                <a:cubicBezTo>
                  <a:pt x="9187733" y="1840173"/>
                  <a:pt x="9188263" y="1836520"/>
                  <a:pt x="9188263" y="1830806"/>
                </a:cubicBezTo>
                <a:lnTo>
                  <a:pt x="9188263" y="1795283"/>
                </a:lnTo>
                <a:cubicBezTo>
                  <a:pt x="9188263" y="1787919"/>
                  <a:pt x="9187969" y="1783235"/>
                  <a:pt x="9187380" y="1781232"/>
                </a:cubicBezTo>
                <a:cubicBezTo>
                  <a:pt x="9186791" y="1779229"/>
                  <a:pt x="9185863" y="1777742"/>
                  <a:pt x="9184596" y="1776770"/>
                </a:cubicBezTo>
                <a:cubicBezTo>
                  <a:pt x="9183330" y="1775798"/>
                  <a:pt x="9181842" y="1775312"/>
                  <a:pt x="9180134" y="1775312"/>
                </a:cubicBezTo>
                <a:cubicBezTo>
                  <a:pt x="9177601" y="1775312"/>
                  <a:pt x="9175038" y="1776240"/>
                  <a:pt x="9172446" y="1778095"/>
                </a:cubicBezTo>
                <a:cubicBezTo>
                  <a:pt x="9169854" y="1779951"/>
                  <a:pt x="9167232" y="1782735"/>
                  <a:pt x="9164581" y="1786446"/>
                </a:cubicBezTo>
                <a:lnTo>
                  <a:pt x="9164581" y="1830806"/>
                </a:lnTo>
                <a:cubicBezTo>
                  <a:pt x="9164581" y="1836756"/>
                  <a:pt x="9165082" y="1840497"/>
                  <a:pt x="9166083" y="1842029"/>
                </a:cubicBezTo>
                <a:cubicBezTo>
                  <a:pt x="9167438" y="1844208"/>
                  <a:pt x="9170030" y="1845416"/>
                  <a:pt x="9173860" y="1845652"/>
                </a:cubicBezTo>
                <a:lnTo>
                  <a:pt x="9173860" y="1848833"/>
                </a:lnTo>
                <a:lnTo>
                  <a:pt x="9131090" y="1848833"/>
                </a:lnTo>
                <a:lnTo>
                  <a:pt x="9131090" y="1845652"/>
                </a:lnTo>
                <a:cubicBezTo>
                  <a:pt x="9133388" y="1845534"/>
                  <a:pt x="9135199" y="1844959"/>
                  <a:pt x="9136525" y="1843929"/>
                </a:cubicBezTo>
                <a:cubicBezTo>
                  <a:pt x="9137850" y="1842898"/>
                  <a:pt x="9138734" y="1841660"/>
                  <a:pt x="9139176" y="1840217"/>
                </a:cubicBezTo>
                <a:cubicBezTo>
                  <a:pt x="9139618" y="1838774"/>
                  <a:pt x="9139839" y="1835637"/>
                  <a:pt x="9139839" y="1830806"/>
                </a:cubicBezTo>
                <a:lnTo>
                  <a:pt x="9139839" y="1795283"/>
                </a:lnTo>
                <a:cubicBezTo>
                  <a:pt x="9139839" y="1787801"/>
                  <a:pt x="9139544" y="1783117"/>
                  <a:pt x="9138955" y="1781232"/>
                </a:cubicBezTo>
                <a:cubicBezTo>
                  <a:pt x="9138366" y="1779347"/>
                  <a:pt x="9137379" y="1777874"/>
                  <a:pt x="9135995" y="1776814"/>
                </a:cubicBezTo>
                <a:cubicBezTo>
                  <a:pt x="9134610" y="1775754"/>
                  <a:pt x="9133123" y="1775223"/>
                  <a:pt x="9131532" y="1775223"/>
                </a:cubicBezTo>
                <a:cubicBezTo>
                  <a:pt x="9129176" y="1775223"/>
                  <a:pt x="9127025" y="1775842"/>
                  <a:pt x="9125081" y="1777079"/>
                </a:cubicBezTo>
                <a:cubicBezTo>
                  <a:pt x="9122312" y="1778905"/>
                  <a:pt x="9119367" y="1782028"/>
                  <a:pt x="9116245" y="1786446"/>
                </a:cubicBezTo>
                <a:lnTo>
                  <a:pt x="9116245" y="1830806"/>
                </a:lnTo>
                <a:cubicBezTo>
                  <a:pt x="9116245" y="1836638"/>
                  <a:pt x="9116819" y="1840482"/>
                  <a:pt x="9117968" y="1842338"/>
                </a:cubicBezTo>
                <a:cubicBezTo>
                  <a:pt x="9119117" y="1844194"/>
                  <a:pt x="9121517" y="1845298"/>
                  <a:pt x="9125170" y="1845652"/>
                </a:cubicBezTo>
                <a:lnTo>
                  <a:pt x="9125170" y="1848833"/>
                </a:lnTo>
                <a:lnTo>
                  <a:pt x="9082577" y="1848833"/>
                </a:lnTo>
                <a:lnTo>
                  <a:pt x="9082577" y="1845652"/>
                </a:lnTo>
                <a:cubicBezTo>
                  <a:pt x="9086053" y="1845298"/>
                  <a:pt x="9088527" y="1844179"/>
                  <a:pt x="9090000" y="1842294"/>
                </a:cubicBezTo>
                <a:cubicBezTo>
                  <a:pt x="9091001" y="1840998"/>
                  <a:pt x="9091502" y="1837168"/>
                  <a:pt x="9091502" y="1830806"/>
                </a:cubicBezTo>
                <a:lnTo>
                  <a:pt x="9091502" y="1784148"/>
                </a:lnTo>
                <a:cubicBezTo>
                  <a:pt x="9091502" y="1777904"/>
                  <a:pt x="9090928" y="1774016"/>
                  <a:pt x="9089779" y="1772484"/>
                </a:cubicBezTo>
                <a:cubicBezTo>
                  <a:pt x="9088630" y="1770952"/>
                  <a:pt x="9086229" y="1769951"/>
                  <a:pt x="9082577" y="1769480"/>
                </a:cubicBezTo>
                <a:lnTo>
                  <a:pt x="9082577" y="1766210"/>
                </a:lnTo>
                <a:lnTo>
                  <a:pt x="9116245" y="1766210"/>
                </a:lnTo>
                <a:lnTo>
                  <a:pt x="9116245" y="1777079"/>
                </a:lnTo>
                <a:cubicBezTo>
                  <a:pt x="9120781" y="1772131"/>
                  <a:pt x="9124978" y="1768670"/>
                  <a:pt x="9128837" y="1766696"/>
                </a:cubicBezTo>
                <a:cubicBezTo>
                  <a:pt x="9132695" y="1764723"/>
                  <a:pt x="9136922" y="1763736"/>
                  <a:pt x="9141517" y="1763736"/>
                </a:cubicBezTo>
                <a:close/>
                <a:moveTo>
                  <a:pt x="9025678" y="1763736"/>
                </a:moveTo>
                <a:cubicBezTo>
                  <a:pt x="9032865" y="1763736"/>
                  <a:pt x="9039552" y="1765591"/>
                  <a:pt x="9045737" y="1769303"/>
                </a:cubicBezTo>
                <a:cubicBezTo>
                  <a:pt x="9051923" y="1773014"/>
                  <a:pt x="9056621" y="1778287"/>
                  <a:pt x="9059832" y="1785120"/>
                </a:cubicBezTo>
                <a:cubicBezTo>
                  <a:pt x="9063042" y="1791954"/>
                  <a:pt x="9064648" y="1799436"/>
                  <a:pt x="9064648" y="1807566"/>
                </a:cubicBezTo>
                <a:cubicBezTo>
                  <a:pt x="9064648" y="1819289"/>
                  <a:pt x="9061673" y="1829098"/>
                  <a:pt x="9055723" y="1836992"/>
                </a:cubicBezTo>
                <a:cubicBezTo>
                  <a:pt x="9048535" y="1846535"/>
                  <a:pt x="9038609" y="1851307"/>
                  <a:pt x="9025943" y="1851307"/>
                </a:cubicBezTo>
                <a:cubicBezTo>
                  <a:pt x="9013513" y="1851307"/>
                  <a:pt x="9003940" y="1846948"/>
                  <a:pt x="8997224" y="1838229"/>
                </a:cubicBezTo>
                <a:cubicBezTo>
                  <a:pt x="8990508" y="1829510"/>
                  <a:pt x="8987150" y="1819407"/>
                  <a:pt x="8987150" y="1807919"/>
                </a:cubicBezTo>
                <a:cubicBezTo>
                  <a:pt x="8987150" y="1796078"/>
                  <a:pt x="8990582" y="1785754"/>
                  <a:pt x="8997445" y="1776947"/>
                </a:cubicBezTo>
                <a:cubicBezTo>
                  <a:pt x="9004308" y="1768139"/>
                  <a:pt x="9013719" y="1763736"/>
                  <a:pt x="9025678" y="1763736"/>
                </a:cubicBezTo>
                <a:close/>
                <a:moveTo>
                  <a:pt x="8880045" y="1763736"/>
                </a:moveTo>
                <a:cubicBezTo>
                  <a:pt x="8884522" y="1763736"/>
                  <a:pt x="8888852" y="1764826"/>
                  <a:pt x="8893035" y="1767005"/>
                </a:cubicBezTo>
                <a:cubicBezTo>
                  <a:pt x="8894626" y="1767889"/>
                  <a:pt x="8895922" y="1768331"/>
                  <a:pt x="8896923" y="1768331"/>
                </a:cubicBezTo>
                <a:cubicBezTo>
                  <a:pt x="8897983" y="1768331"/>
                  <a:pt x="8898838" y="1768110"/>
                  <a:pt x="8899486" y="1767668"/>
                </a:cubicBezTo>
                <a:cubicBezTo>
                  <a:pt x="8900134" y="1767226"/>
                  <a:pt x="8901165" y="1765974"/>
                  <a:pt x="8902579" y="1763912"/>
                </a:cubicBezTo>
                <a:lnTo>
                  <a:pt x="8905583" y="1763912"/>
                </a:lnTo>
                <a:lnTo>
                  <a:pt x="8906909" y="1792101"/>
                </a:lnTo>
                <a:lnTo>
                  <a:pt x="8903904" y="1792101"/>
                </a:lnTo>
                <a:cubicBezTo>
                  <a:pt x="8900310" y="1783736"/>
                  <a:pt x="8896584" y="1778022"/>
                  <a:pt x="8892726" y="1774958"/>
                </a:cubicBezTo>
                <a:cubicBezTo>
                  <a:pt x="8888867" y="1771895"/>
                  <a:pt x="8885023" y="1770363"/>
                  <a:pt x="8881194" y="1770363"/>
                </a:cubicBezTo>
                <a:cubicBezTo>
                  <a:pt x="8878778" y="1770363"/>
                  <a:pt x="8876717" y="1771173"/>
                  <a:pt x="8875008" y="1772793"/>
                </a:cubicBezTo>
                <a:cubicBezTo>
                  <a:pt x="8873300" y="1774413"/>
                  <a:pt x="8872446" y="1776284"/>
                  <a:pt x="8872446" y="1778405"/>
                </a:cubicBezTo>
                <a:cubicBezTo>
                  <a:pt x="8872446" y="1779995"/>
                  <a:pt x="8873035" y="1781527"/>
                  <a:pt x="8874213" y="1783000"/>
                </a:cubicBezTo>
                <a:cubicBezTo>
                  <a:pt x="8876098" y="1785415"/>
                  <a:pt x="8881371" y="1789554"/>
                  <a:pt x="8890031" y="1795415"/>
                </a:cubicBezTo>
                <a:cubicBezTo>
                  <a:pt x="8898690" y="1801277"/>
                  <a:pt x="8904390" y="1806255"/>
                  <a:pt x="8907129" y="1810349"/>
                </a:cubicBezTo>
                <a:cubicBezTo>
                  <a:pt x="8909869" y="1814443"/>
                  <a:pt x="8911239" y="1819024"/>
                  <a:pt x="8911239" y="1824090"/>
                </a:cubicBezTo>
                <a:cubicBezTo>
                  <a:pt x="8911239" y="1828685"/>
                  <a:pt x="8910090" y="1833192"/>
                  <a:pt x="8907792" y="1837610"/>
                </a:cubicBezTo>
                <a:cubicBezTo>
                  <a:pt x="8905495" y="1842029"/>
                  <a:pt x="8902255" y="1845416"/>
                  <a:pt x="8898072" y="1847772"/>
                </a:cubicBezTo>
                <a:cubicBezTo>
                  <a:pt x="8893889" y="1850129"/>
                  <a:pt x="8889265" y="1851307"/>
                  <a:pt x="8884198" y="1851307"/>
                </a:cubicBezTo>
                <a:cubicBezTo>
                  <a:pt x="8880251" y="1851307"/>
                  <a:pt x="8874979" y="1850070"/>
                  <a:pt x="8868381" y="1847596"/>
                </a:cubicBezTo>
                <a:cubicBezTo>
                  <a:pt x="8866613" y="1846948"/>
                  <a:pt x="8865406" y="1846624"/>
                  <a:pt x="8864758" y="1846624"/>
                </a:cubicBezTo>
                <a:cubicBezTo>
                  <a:pt x="8862814" y="1846624"/>
                  <a:pt x="8861193" y="1848096"/>
                  <a:pt x="8859897" y="1851042"/>
                </a:cubicBezTo>
                <a:lnTo>
                  <a:pt x="8856981" y="1851042"/>
                </a:lnTo>
                <a:lnTo>
                  <a:pt x="8855567" y="1821351"/>
                </a:lnTo>
                <a:lnTo>
                  <a:pt x="8858572" y="1821351"/>
                </a:lnTo>
                <a:cubicBezTo>
                  <a:pt x="8861223" y="1829127"/>
                  <a:pt x="8864861" y="1834959"/>
                  <a:pt x="8869485" y="1838847"/>
                </a:cubicBezTo>
                <a:cubicBezTo>
                  <a:pt x="8874110" y="1842736"/>
                  <a:pt x="8878484" y="1844680"/>
                  <a:pt x="8882608" y="1844680"/>
                </a:cubicBezTo>
                <a:cubicBezTo>
                  <a:pt x="8885435" y="1844680"/>
                  <a:pt x="8887748" y="1843811"/>
                  <a:pt x="8889545" y="1842073"/>
                </a:cubicBezTo>
                <a:cubicBezTo>
                  <a:pt x="8891341" y="1840335"/>
                  <a:pt x="8892240" y="1838229"/>
                  <a:pt x="8892240" y="1835755"/>
                </a:cubicBezTo>
                <a:cubicBezTo>
                  <a:pt x="8892240" y="1832927"/>
                  <a:pt x="8891356" y="1830482"/>
                  <a:pt x="8889589" y="1828420"/>
                </a:cubicBezTo>
                <a:cubicBezTo>
                  <a:pt x="8887821" y="1826358"/>
                  <a:pt x="8883874" y="1823236"/>
                  <a:pt x="8877748" y="1819053"/>
                </a:cubicBezTo>
                <a:cubicBezTo>
                  <a:pt x="8868734" y="1812809"/>
                  <a:pt x="8862902" y="1808037"/>
                  <a:pt x="8860251" y="1804738"/>
                </a:cubicBezTo>
                <a:cubicBezTo>
                  <a:pt x="8856363" y="1799907"/>
                  <a:pt x="8854419" y="1794576"/>
                  <a:pt x="8854419" y="1788743"/>
                </a:cubicBezTo>
                <a:cubicBezTo>
                  <a:pt x="8854419" y="1782381"/>
                  <a:pt x="8856613" y="1776623"/>
                  <a:pt x="8861002" y="1771468"/>
                </a:cubicBezTo>
                <a:cubicBezTo>
                  <a:pt x="8865391" y="1766313"/>
                  <a:pt x="8871739" y="1763736"/>
                  <a:pt x="8880045" y="1763736"/>
                </a:cubicBezTo>
                <a:close/>
                <a:moveTo>
                  <a:pt x="8712148" y="1763736"/>
                </a:moveTo>
                <a:cubicBezTo>
                  <a:pt x="8720690" y="1763736"/>
                  <a:pt x="8727480" y="1765886"/>
                  <a:pt x="8732517" y="1770186"/>
                </a:cubicBezTo>
                <a:cubicBezTo>
                  <a:pt x="8737554" y="1774487"/>
                  <a:pt x="8740072" y="1779288"/>
                  <a:pt x="8740072" y="1784590"/>
                </a:cubicBezTo>
                <a:cubicBezTo>
                  <a:pt x="8740072" y="1787948"/>
                  <a:pt x="8739056" y="1790629"/>
                  <a:pt x="8737024" y="1792632"/>
                </a:cubicBezTo>
                <a:cubicBezTo>
                  <a:pt x="8734991" y="1794635"/>
                  <a:pt x="8732325" y="1795636"/>
                  <a:pt x="8729026" y="1795636"/>
                </a:cubicBezTo>
                <a:cubicBezTo>
                  <a:pt x="8725551" y="1795636"/>
                  <a:pt x="8722679" y="1794487"/>
                  <a:pt x="8720411" y="1792190"/>
                </a:cubicBezTo>
                <a:cubicBezTo>
                  <a:pt x="8718143" y="1789892"/>
                  <a:pt x="8716743" y="1785798"/>
                  <a:pt x="8716213" y="1779907"/>
                </a:cubicBezTo>
                <a:cubicBezTo>
                  <a:pt x="8715860" y="1776195"/>
                  <a:pt x="8715006" y="1773603"/>
                  <a:pt x="8713651" y="1772131"/>
                </a:cubicBezTo>
                <a:cubicBezTo>
                  <a:pt x="8712296" y="1770658"/>
                  <a:pt x="8710705" y="1769921"/>
                  <a:pt x="8708879" y="1769921"/>
                </a:cubicBezTo>
                <a:cubicBezTo>
                  <a:pt x="8706051" y="1769921"/>
                  <a:pt x="8703636" y="1771424"/>
                  <a:pt x="8701633" y="1774428"/>
                </a:cubicBezTo>
                <a:cubicBezTo>
                  <a:pt x="8698569" y="1778964"/>
                  <a:pt x="8697038" y="1785916"/>
                  <a:pt x="8697038" y="1795283"/>
                </a:cubicBezTo>
                <a:cubicBezTo>
                  <a:pt x="8697038" y="1803059"/>
                  <a:pt x="8698275" y="1810496"/>
                  <a:pt x="8700749" y="1817595"/>
                </a:cubicBezTo>
                <a:cubicBezTo>
                  <a:pt x="8703223" y="1824694"/>
                  <a:pt x="8706611" y="1829981"/>
                  <a:pt x="8710911" y="1833457"/>
                </a:cubicBezTo>
                <a:cubicBezTo>
                  <a:pt x="8714151" y="1835990"/>
                  <a:pt x="8717981" y="1837257"/>
                  <a:pt x="8722399" y="1837257"/>
                </a:cubicBezTo>
                <a:cubicBezTo>
                  <a:pt x="8725286" y="1837257"/>
                  <a:pt x="8728025" y="1836579"/>
                  <a:pt x="8730617" y="1835224"/>
                </a:cubicBezTo>
                <a:cubicBezTo>
                  <a:pt x="8733209" y="1833869"/>
                  <a:pt x="8736272" y="1831307"/>
                  <a:pt x="8739807" y="1827536"/>
                </a:cubicBezTo>
                <a:lnTo>
                  <a:pt x="8742546" y="1829657"/>
                </a:lnTo>
                <a:cubicBezTo>
                  <a:pt x="8738658" y="1836962"/>
                  <a:pt x="8733813" y="1842397"/>
                  <a:pt x="8728010" y="1845961"/>
                </a:cubicBezTo>
                <a:cubicBezTo>
                  <a:pt x="8722207" y="1849525"/>
                  <a:pt x="8716036" y="1851307"/>
                  <a:pt x="8709497" y="1851307"/>
                </a:cubicBezTo>
                <a:cubicBezTo>
                  <a:pt x="8698481" y="1851307"/>
                  <a:pt x="8689674" y="1847154"/>
                  <a:pt x="8683076" y="1838847"/>
                </a:cubicBezTo>
                <a:cubicBezTo>
                  <a:pt x="8676478" y="1830541"/>
                  <a:pt x="8673179" y="1820556"/>
                  <a:pt x="8673179" y="1808891"/>
                </a:cubicBezTo>
                <a:cubicBezTo>
                  <a:pt x="8673179" y="1797639"/>
                  <a:pt x="8676183" y="1787742"/>
                  <a:pt x="8682192" y="1779200"/>
                </a:cubicBezTo>
                <a:cubicBezTo>
                  <a:pt x="8689438" y="1768890"/>
                  <a:pt x="8699424" y="1763736"/>
                  <a:pt x="8712148" y="1763736"/>
                </a:cubicBezTo>
                <a:close/>
                <a:moveTo>
                  <a:pt x="8959426" y="1735989"/>
                </a:moveTo>
                <a:lnTo>
                  <a:pt x="8962342" y="1735989"/>
                </a:lnTo>
                <a:lnTo>
                  <a:pt x="8962342" y="1766210"/>
                </a:lnTo>
                <a:lnTo>
                  <a:pt x="8981960" y="1766210"/>
                </a:lnTo>
                <a:lnTo>
                  <a:pt x="8981960" y="1774958"/>
                </a:lnTo>
                <a:lnTo>
                  <a:pt x="8962342" y="1774958"/>
                </a:lnTo>
                <a:lnTo>
                  <a:pt x="8962342" y="1825946"/>
                </a:lnTo>
                <a:cubicBezTo>
                  <a:pt x="8962342" y="1830718"/>
                  <a:pt x="8962563" y="1833796"/>
                  <a:pt x="8963005" y="1835180"/>
                </a:cubicBezTo>
                <a:cubicBezTo>
                  <a:pt x="8963447" y="1836565"/>
                  <a:pt x="8964228" y="1837684"/>
                  <a:pt x="8965347" y="1838538"/>
                </a:cubicBezTo>
                <a:cubicBezTo>
                  <a:pt x="8966466" y="1839392"/>
                  <a:pt x="8967497" y="1839819"/>
                  <a:pt x="8968440" y="1839819"/>
                </a:cubicBezTo>
                <a:cubicBezTo>
                  <a:pt x="8972269" y="1839819"/>
                  <a:pt x="8975892" y="1836903"/>
                  <a:pt x="8979309" y="1831071"/>
                </a:cubicBezTo>
                <a:lnTo>
                  <a:pt x="8981960" y="1833015"/>
                </a:lnTo>
                <a:cubicBezTo>
                  <a:pt x="8977188" y="1844326"/>
                  <a:pt x="8969441" y="1849982"/>
                  <a:pt x="8958719" y="1849982"/>
                </a:cubicBezTo>
                <a:cubicBezTo>
                  <a:pt x="8953476" y="1849982"/>
                  <a:pt x="8949043" y="1848524"/>
                  <a:pt x="8945420" y="1845607"/>
                </a:cubicBezTo>
                <a:cubicBezTo>
                  <a:pt x="8941797" y="1842691"/>
                  <a:pt x="8939485" y="1839437"/>
                  <a:pt x="8938483" y="1835843"/>
                </a:cubicBezTo>
                <a:cubicBezTo>
                  <a:pt x="8937894" y="1833840"/>
                  <a:pt x="8937600" y="1828420"/>
                  <a:pt x="8937600" y="1819583"/>
                </a:cubicBezTo>
                <a:lnTo>
                  <a:pt x="8937600" y="1774958"/>
                </a:lnTo>
                <a:lnTo>
                  <a:pt x="8926819" y="1774958"/>
                </a:lnTo>
                <a:lnTo>
                  <a:pt x="8926819" y="1771865"/>
                </a:lnTo>
                <a:cubicBezTo>
                  <a:pt x="8934242" y="1766622"/>
                  <a:pt x="8940560" y="1761114"/>
                  <a:pt x="8945774" y="1755341"/>
                </a:cubicBezTo>
                <a:cubicBezTo>
                  <a:pt x="8950987" y="1749568"/>
                  <a:pt x="8955538" y="1743117"/>
                  <a:pt x="8959426" y="1735989"/>
                </a:cubicBezTo>
                <a:close/>
                <a:moveTo>
                  <a:pt x="9413036" y="1729008"/>
                </a:moveTo>
                <a:lnTo>
                  <a:pt x="9447322" y="1729008"/>
                </a:lnTo>
                <a:lnTo>
                  <a:pt x="9447322" y="1774516"/>
                </a:lnTo>
                <a:cubicBezTo>
                  <a:pt x="9454274" y="1767329"/>
                  <a:pt x="9461873" y="1763736"/>
                  <a:pt x="9470121" y="1763736"/>
                </a:cubicBezTo>
                <a:cubicBezTo>
                  <a:pt x="9475776" y="1763736"/>
                  <a:pt x="9481108" y="1765400"/>
                  <a:pt x="9486115" y="1768728"/>
                </a:cubicBezTo>
                <a:cubicBezTo>
                  <a:pt x="9491123" y="1772057"/>
                  <a:pt x="9495040" y="1776785"/>
                  <a:pt x="9497868" y="1782911"/>
                </a:cubicBezTo>
                <a:cubicBezTo>
                  <a:pt x="9500695" y="1789038"/>
                  <a:pt x="9502109" y="1796107"/>
                  <a:pt x="9502109" y="1804119"/>
                </a:cubicBezTo>
                <a:cubicBezTo>
                  <a:pt x="9502109" y="1813133"/>
                  <a:pt x="9500313" y="1821321"/>
                  <a:pt x="9496719" y="1828685"/>
                </a:cubicBezTo>
                <a:cubicBezTo>
                  <a:pt x="9493125" y="1836049"/>
                  <a:pt x="9488324" y="1841660"/>
                  <a:pt x="9482315" y="1845519"/>
                </a:cubicBezTo>
                <a:cubicBezTo>
                  <a:pt x="9476306" y="1849378"/>
                  <a:pt x="9469443" y="1851307"/>
                  <a:pt x="9461726" y="1851307"/>
                </a:cubicBezTo>
                <a:cubicBezTo>
                  <a:pt x="9457249" y="1851307"/>
                  <a:pt x="9453272" y="1850600"/>
                  <a:pt x="9449796" y="1849186"/>
                </a:cubicBezTo>
                <a:cubicBezTo>
                  <a:pt x="9446321" y="1847772"/>
                  <a:pt x="9442904" y="1845475"/>
                  <a:pt x="9439546" y="1842294"/>
                </a:cubicBezTo>
                <a:lnTo>
                  <a:pt x="9425849" y="1851219"/>
                </a:lnTo>
                <a:lnTo>
                  <a:pt x="9422844" y="1851219"/>
                </a:lnTo>
                <a:lnTo>
                  <a:pt x="9422844" y="1746151"/>
                </a:lnTo>
                <a:cubicBezTo>
                  <a:pt x="9422844" y="1741379"/>
                  <a:pt x="9422638" y="1738433"/>
                  <a:pt x="9422226" y="1737314"/>
                </a:cubicBezTo>
                <a:cubicBezTo>
                  <a:pt x="9421637" y="1735665"/>
                  <a:pt x="9420709" y="1734442"/>
                  <a:pt x="9419442" y="1733647"/>
                </a:cubicBezTo>
                <a:cubicBezTo>
                  <a:pt x="9418176" y="1732852"/>
                  <a:pt x="9416040" y="1732395"/>
                  <a:pt x="9413036" y="1732277"/>
                </a:cubicBezTo>
                <a:close/>
                <a:moveTo>
                  <a:pt x="9711441" y="1726180"/>
                </a:moveTo>
                <a:cubicBezTo>
                  <a:pt x="9715270" y="1726180"/>
                  <a:pt x="9718510" y="1727520"/>
                  <a:pt x="9721161" y="1730201"/>
                </a:cubicBezTo>
                <a:cubicBezTo>
                  <a:pt x="9723812" y="1732881"/>
                  <a:pt x="9725138" y="1736106"/>
                  <a:pt x="9725138" y="1739877"/>
                </a:cubicBezTo>
                <a:cubicBezTo>
                  <a:pt x="9725138" y="1743647"/>
                  <a:pt x="9723797" y="1746858"/>
                  <a:pt x="9721117" y="1749509"/>
                </a:cubicBezTo>
                <a:cubicBezTo>
                  <a:pt x="9718437" y="1752160"/>
                  <a:pt x="9715211" y="1753485"/>
                  <a:pt x="9711441" y="1753485"/>
                </a:cubicBezTo>
                <a:cubicBezTo>
                  <a:pt x="9707671" y="1753485"/>
                  <a:pt x="9704460" y="1752160"/>
                  <a:pt x="9701809" y="1749509"/>
                </a:cubicBezTo>
                <a:cubicBezTo>
                  <a:pt x="9699158" y="1746858"/>
                  <a:pt x="9697832" y="1743647"/>
                  <a:pt x="9697832" y="1739877"/>
                </a:cubicBezTo>
                <a:cubicBezTo>
                  <a:pt x="9697832" y="1736106"/>
                  <a:pt x="9699158" y="1732881"/>
                  <a:pt x="9701809" y="1730201"/>
                </a:cubicBezTo>
                <a:cubicBezTo>
                  <a:pt x="9704460" y="1727520"/>
                  <a:pt x="9707671" y="1726180"/>
                  <a:pt x="9711441" y="1726180"/>
                </a:cubicBezTo>
                <a:close/>
                <a:moveTo>
                  <a:pt x="1593765" y="1722781"/>
                </a:moveTo>
                <a:lnTo>
                  <a:pt x="1645282" y="1722781"/>
                </a:lnTo>
                <a:lnTo>
                  <a:pt x="1645282" y="1741073"/>
                </a:lnTo>
                <a:lnTo>
                  <a:pt x="1593765" y="1741073"/>
                </a:lnTo>
                <a:close/>
                <a:moveTo>
                  <a:pt x="828393" y="1696360"/>
                </a:moveTo>
                <a:cubicBezTo>
                  <a:pt x="823503" y="1696360"/>
                  <a:pt x="819129" y="1698260"/>
                  <a:pt x="815270" y="1702059"/>
                </a:cubicBezTo>
                <a:cubicBezTo>
                  <a:pt x="811411" y="1705859"/>
                  <a:pt x="809158" y="1711146"/>
                  <a:pt x="808510" y="1717921"/>
                </a:cubicBezTo>
                <a:lnTo>
                  <a:pt x="845977" y="1717921"/>
                </a:lnTo>
                <a:cubicBezTo>
                  <a:pt x="845683" y="1712737"/>
                  <a:pt x="845065" y="1709085"/>
                  <a:pt x="844122" y="1706964"/>
                </a:cubicBezTo>
                <a:cubicBezTo>
                  <a:pt x="842649" y="1703665"/>
                  <a:pt x="840455" y="1701073"/>
                  <a:pt x="837539" y="1699187"/>
                </a:cubicBezTo>
                <a:cubicBezTo>
                  <a:pt x="834622" y="1697302"/>
                  <a:pt x="831574" y="1696360"/>
                  <a:pt x="828393" y="1696360"/>
                </a:cubicBezTo>
                <a:close/>
                <a:moveTo>
                  <a:pt x="574576" y="1695918"/>
                </a:moveTo>
                <a:cubicBezTo>
                  <a:pt x="571453" y="1695918"/>
                  <a:pt x="568316" y="1696846"/>
                  <a:pt x="565165" y="1698701"/>
                </a:cubicBezTo>
                <a:cubicBezTo>
                  <a:pt x="562013" y="1700557"/>
                  <a:pt x="559465" y="1703812"/>
                  <a:pt x="557521" y="1708466"/>
                </a:cubicBezTo>
                <a:cubicBezTo>
                  <a:pt x="555577" y="1713120"/>
                  <a:pt x="554605" y="1719099"/>
                  <a:pt x="554605" y="1726404"/>
                </a:cubicBezTo>
                <a:cubicBezTo>
                  <a:pt x="554605" y="1738187"/>
                  <a:pt x="556946" y="1748349"/>
                  <a:pt x="561630" y="1756891"/>
                </a:cubicBezTo>
                <a:cubicBezTo>
                  <a:pt x="566313" y="1765433"/>
                  <a:pt x="572484" y="1769704"/>
                  <a:pt x="580143" y="1769704"/>
                </a:cubicBezTo>
                <a:cubicBezTo>
                  <a:pt x="585857" y="1769704"/>
                  <a:pt x="590570" y="1767348"/>
                  <a:pt x="594281" y="1762635"/>
                </a:cubicBezTo>
                <a:cubicBezTo>
                  <a:pt x="597993" y="1757922"/>
                  <a:pt x="599848" y="1749822"/>
                  <a:pt x="599848" y="1738334"/>
                </a:cubicBezTo>
                <a:cubicBezTo>
                  <a:pt x="599848" y="1723960"/>
                  <a:pt x="596756" y="1712649"/>
                  <a:pt x="590570" y="1704401"/>
                </a:cubicBezTo>
                <a:cubicBezTo>
                  <a:pt x="586387" y="1698746"/>
                  <a:pt x="581056" y="1695918"/>
                  <a:pt x="574576" y="1695918"/>
                </a:cubicBezTo>
                <a:close/>
                <a:moveTo>
                  <a:pt x="738091" y="1695564"/>
                </a:moveTo>
                <a:cubicBezTo>
                  <a:pt x="732907" y="1695564"/>
                  <a:pt x="728283" y="1697891"/>
                  <a:pt x="724218" y="1702545"/>
                </a:cubicBezTo>
                <a:cubicBezTo>
                  <a:pt x="718857" y="1708672"/>
                  <a:pt x="716176" y="1717627"/>
                  <a:pt x="716176" y="1729409"/>
                </a:cubicBezTo>
                <a:cubicBezTo>
                  <a:pt x="716176" y="1741309"/>
                  <a:pt x="718769" y="1750425"/>
                  <a:pt x="723953" y="1756758"/>
                </a:cubicBezTo>
                <a:cubicBezTo>
                  <a:pt x="729137" y="1763091"/>
                  <a:pt x="734910" y="1766258"/>
                  <a:pt x="741272" y="1766258"/>
                </a:cubicBezTo>
                <a:cubicBezTo>
                  <a:pt x="746634" y="1766258"/>
                  <a:pt x="751817" y="1763577"/>
                  <a:pt x="756825" y="1758216"/>
                </a:cubicBezTo>
                <a:lnTo>
                  <a:pt x="756825" y="1716507"/>
                </a:lnTo>
                <a:cubicBezTo>
                  <a:pt x="756471" y="1712501"/>
                  <a:pt x="755411" y="1708849"/>
                  <a:pt x="753644" y="1705550"/>
                </a:cubicBezTo>
                <a:cubicBezTo>
                  <a:pt x="751876" y="1702251"/>
                  <a:pt x="749535" y="1699762"/>
                  <a:pt x="746619" y="1698083"/>
                </a:cubicBezTo>
                <a:cubicBezTo>
                  <a:pt x="743703" y="1696404"/>
                  <a:pt x="740860" y="1695564"/>
                  <a:pt x="738091" y="1695564"/>
                </a:cubicBezTo>
                <a:close/>
                <a:moveTo>
                  <a:pt x="1442676" y="1693885"/>
                </a:moveTo>
                <a:cubicBezTo>
                  <a:pt x="1439260" y="1693885"/>
                  <a:pt x="1436373" y="1695609"/>
                  <a:pt x="1434016" y="1699055"/>
                </a:cubicBezTo>
                <a:cubicBezTo>
                  <a:pt x="1431660" y="1702501"/>
                  <a:pt x="1430481" y="1709644"/>
                  <a:pt x="1430481" y="1720484"/>
                </a:cubicBezTo>
                <a:cubicBezTo>
                  <a:pt x="1430481" y="1729262"/>
                  <a:pt x="1431645" y="1735285"/>
                  <a:pt x="1433972" y="1738555"/>
                </a:cubicBezTo>
                <a:cubicBezTo>
                  <a:pt x="1436299" y="1741824"/>
                  <a:pt x="1439053" y="1743459"/>
                  <a:pt x="1442234" y="1743459"/>
                </a:cubicBezTo>
                <a:cubicBezTo>
                  <a:pt x="1445769" y="1743459"/>
                  <a:pt x="1448715" y="1741839"/>
                  <a:pt x="1451071" y="1738599"/>
                </a:cubicBezTo>
                <a:cubicBezTo>
                  <a:pt x="1453427" y="1735359"/>
                  <a:pt x="1454605" y="1729055"/>
                  <a:pt x="1454605" y="1719689"/>
                </a:cubicBezTo>
                <a:cubicBezTo>
                  <a:pt x="1454605" y="1709143"/>
                  <a:pt x="1453280" y="1701956"/>
                  <a:pt x="1450629" y="1698127"/>
                </a:cubicBezTo>
                <a:cubicBezTo>
                  <a:pt x="1448744" y="1695299"/>
                  <a:pt x="1446093" y="1693885"/>
                  <a:pt x="1442676" y="1693885"/>
                </a:cubicBezTo>
                <a:close/>
                <a:moveTo>
                  <a:pt x="1095106" y="1692560"/>
                </a:moveTo>
                <a:lnTo>
                  <a:pt x="1132839" y="1692560"/>
                </a:lnTo>
                <a:lnTo>
                  <a:pt x="1132839" y="1695830"/>
                </a:lnTo>
                <a:lnTo>
                  <a:pt x="1130983" y="1695830"/>
                </a:lnTo>
                <a:cubicBezTo>
                  <a:pt x="1128332" y="1695830"/>
                  <a:pt x="1126344" y="1696404"/>
                  <a:pt x="1125019" y="1697553"/>
                </a:cubicBezTo>
                <a:cubicBezTo>
                  <a:pt x="1123693" y="1698701"/>
                  <a:pt x="1123031" y="1700130"/>
                  <a:pt x="1123031" y="1701838"/>
                </a:cubicBezTo>
                <a:cubicBezTo>
                  <a:pt x="1123031" y="1704136"/>
                  <a:pt x="1124002" y="1707317"/>
                  <a:pt x="1125946" y="1711382"/>
                </a:cubicBezTo>
                <a:lnTo>
                  <a:pt x="1145653" y="1752207"/>
                </a:lnTo>
                <a:lnTo>
                  <a:pt x="1163767" y="1707494"/>
                </a:lnTo>
                <a:cubicBezTo>
                  <a:pt x="1164769" y="1705079"/>
                  <a:pt x="1165270" y="1702693"/>
                  <a:pt x="1165270" y="1700336"/>
                </a:cubicBezTo>
                <a:cubicBezTo>
                  <a:pt x="1165270" y="1699276"/>
                  <a:pt x="1165064" y="1698481"/>
                  <a:pt x="1164651" y="1697950"/>
                </a:cubicBezTo>
                <a:cubicBezTo>
                  <a:pt x="1164180" y="1697302"/>
                  <a:pt x="1163443" y="1696787"/>
                  <a:pt x="1162442" y="1696404"/>
                </a:cubicBezTo>
                <a:cubicBezTo>
                  <a:pt x="1161441" y="1696021"/>
                  <a:pt x="1159673" y="1695830"/>
                  <a:pt x="1157140" y="1695830"/>
                </a:cubicBezTo>
                <a:lnTo>
                  <a:pt x="1157140" y="1692560"/>
                </a:lnTo>
                <a:lnTo>
                  <a:pt x="1183473" y="1692560"/>
                </a:lnTo>
                <a:lnTo>
                  <a:pt x="1183473" y="1695830"/>
                </a:lnTo>
                <a:cubicBezTo>
                  <a:pt x="1181294" y="1696065"/>
                  <a:pt x="1179615" y="1696536"/>
                  <a:pt x="1178436" y="1697243"/>
                </a:cubicBezTo>
                <a:cubicBezTo>
                  <a:pt x="1177258" y="1697950"/>
                  <a:pt x="1175962" y="1699276"/>
                  <a:pt x="1174548" y="1701220"/>
                </a:cubicBezTo>
                <a:cubicBezTo>
                  <a:pt x="1174018" y="1702045"/>
                  <a:pt x="1173017" y="1704313"/>
                  <a:pt x="1171544" y="1708024"/>
                </a:cubicBezTo>
                <a:lnTo>
                  <a:pt x="1138583" y="1788791"/>
                </a:lnTo>
                <a:cubicBezTo>
                  <a:pt x="1135402" y="1796626"/>
                  <a:pt x="1131234" y="1802547"/>
                  <a:pt x="1126079" y="1806553"/>
                </a:cubicBezTo>
                <a:cubicBezTo>
                  <a:pt x="1120924" y="1810559"/>
                  <a:pt x="1115962" y="1812562"/>
                  <a:pt x="1111190" y="1812562"/>
                </a:cubicBezTo>
                <a:cubicBezTo>
                  <a:pt x="1107713" y="1812562"/>
                  <a:pt x="1104856" y="1811560"/>
                  <a:pt x="1102618" y="1809557"/>
                </a:cubicBezTo>
                <a:cubicBezTo>
                  <a:pt x="1100379" y="1807555"/>
                  <a:pt x="1099260" y="1805257"/>
                  <a:pt x="1099260" y="1802665"/>
                </a:cubicBezTo>
                <a:cubicBezTo>
                  <a:pt x="1099260" y="1800191"/>
                  <a:pt x="1100070" y="1798202"/>
                  <a:pt x="1101690" y="1796700"/>
                </a:cubicBezTo>
                <a:cubicBezTo>
                  <a:pt x="1103310" y="1795198"/>
                  <a:pt x="1105534" y="1794447"/>
                  <a:pt x="1108361" y="1794447"/>
                </a:cubicBezTo>
                <a:cubicBezTo>
                  <a:pt x="1110306" y="1794447"/>
                  <a:pt x="1112957" y="1795095"/>
                  <a:pt x="1116315" y="1796391"/>
                </a:cubicBezTo>
                <a:cubicBezTo>
                  <a:pt x="1118671" y="1797275"/>
                  <a:pt x="1120144" y="1797716"/>
                  <a:pt x="1120733" y="1797716"/>
                </a:cubicBezTo>
                <a:cubicBezTo>
                  <a:pt x="1122500" y="1797716"/>
                  <a:pt x="1124429" y="1796803"/>
                  <a:pt x="1126521" y="1794977"/>
                </a:cubicBezTo>
                <a:cubicBezTo>
                  <a:pt x="1128612" y="1793151"/>
                  <a:pt x="1130719" y="1789616"/>
                  <a:pt x="1132839" y="1784373"/>
                </a:cubicBezTo>
                <a:lnTo>
                  <a:pt x="1138583" y="1770323"/>
                </a:lnTo>
                <a:lnTo>
                  <a:pt x="1109510" y="1709261"/>
                </a:lnTo>
                <a:cubicBezTo>
                  <a:pt x="1108627" y="1707435"/>
                  <a:pt x="1107213" y="1705167"/>
                  <a:pt x="1105269" y="1702457"/>
                </a:cubicBezTo>
                <a:cubicBezTo>
                  <a:pt x="1103796" y="1700395"/>
                  <a:pt x="1102589" y="1699011"/>
                  <a:pt x="1101646" y="1698304"/>
                </a:cubicBezTo>
                <a:cubicBezTo>
                  <a:pt x="1100291" y="1697361"/>
                  <a:pt x="1098111" y="1696536"/>
                  <a:pt x="1095106" y="1695830"/>
                </a:cubicBezTo>
                <a:close/>
                <a:moveTo>
                  <a:pt x="1354933" y="1690881"/>
                </a:moveTo>
                <a:lnTo>
                  <a:pt x="1389572" y="1690881"/>
                </a:lnTo>
                <a:lnTo>
                  <a:pt x="1389572" y="1756361"/>
                </a:lnTo>
                <a:cubicBezTo>
                  <a:pt x="1389572" y="1762193"/>
                  <a:pt x="1390250" y="1765919"/>
                  <a:pt x="1391605" y="1767539"/>
                </a:cubicBezTo>
                <a:cubicBezTo>
                  <a:pt x="1392960" y="1769159"/>
                  <a:pt x="1395611" y="1770087"/>
                  <a:pt x="1399558" y="1770323"/>
                </a:cubicBezTo>
                <a:lnTo>
                  <a:pt x="1399558" y="1773504"/>
                </a:lnTo>
                <a:lnTo>
                  <a:pt x="1354933" y="1773504"/>
                </a:lnTo>
                <a:lnTo>
                  <a:pt x="1354933" y="1770323"/>
                </a:lnTo>
                <a:cubicBezTo>
                  <a:pt x="1358585" y="1770205"/>
                  <a:pt x="1361295" y="1769144"/>
                  <a:pt x="1363062" y="1767141"/>
                </a:cubicBezTo>
                <a:cubicBezTo>
                  <a:pt x="1364241" y="1765787"/>
                  <a:pt x="1364830" y="1762193"/>
                  <a:pt x="1364830" y="1756361"/>
                </a:cubicBezTo>
                <a:lnTo>
                  <a:pt x="1364830" y="1708113"/>
                </a:lnTo>
                <a:cubicBezTo>
                  <a:pt x="1364830" y="1702280"/>
                  <a:pt x="1364152" y="1698554"/>
                  <a:pt x="1362797" y="1696934"/>
                </a:cubicBezTo>
                <a:cubicBezTo>
                  <a:pt x="1361442" y="1695314"/>
                  <a:pt x="1358821" y="1694386"/>
                  <a:pt x="1354933" y="1694151"/>
                </a:cubicBezTo>
                <a:close/>
                <a:moveTo>
                  <a:pt x="890896" y="1690174"/>
                </a:moveTo>
                <a:lnTo>
                  <a:pt x="894696" y="1690174"/>
                </a:lnTo>
                <a:lnTo>
                  <a:pt x="894696" y="1707317"/>
                </a:lnTo>
                <a:cubicBezTo>
                  <a:pt x="904180" y="1695888"/>
                  <a:pt x="913223" y="1690174"/>
                  <a:pt x="921824" y="1690174"/>
                </a:cubicBezTo>
                <a:cubicBezTo>
                  <a:pt x="926243" y="1690174"/>
                  <a:pt x="930042" y="1691279"/>
                  <a:pt x="933223" y="1693488"/>
                </a:cubicBezTo>
                <a:cubicBezTo>
                  <a:pt x="936405" y="1695697"/>
                  <a:pt x="938938" y="1699335"/>
                  <a:pt x="940823" y="1704401"/>
                </a:cubicBezTo>
                <a:cubicBezTo>
                  <a:pt x="942119" y="1707936"/>
                  <a:pt x="942767" y="1713356"/>
                  <a:pt x="942767" y="1720661"/>
                </a:cubicBezTo>
                <a:lnTo>
                  <a:pt x="942767" y="1755212"/>
                </a:lnTo>
                <a:cubicBezTo>
                  <a:pt x="942767" y="1760337"/>
                  <a:pt x="943180" y="1763813"/>
                  <a:pt x="944004" y="1765639"/>
                </a:cubicBezTo>
                <a:cubicBezTo>
                  <a:pt x="944652" y="1767112"/>
                  <a:pt x="945698" y="1768261"/>
                  <a:pt x="947141" y="1769086"/>
                </a:cubicBezTo>
                <a:cubicBezTo>
                  <a:pt x="948585" y="1769910"/>
                  <a:pt x="951250" y="1770323"/>
                  <a:pt x="955138" y="1770323"/>
                </a:cubicBezTo>
                <a:lnTo>
                  <a:pt x="955138" y="1773504"/>
                </a:lnTo>
                <a:lnTo>
                  <a:pt x="915108" y="1773504"/>
                </a:lnTo>
                <a:lnTo>
                  <a:pt x="915108" y="1770323"/>
                </a:lnTo>
                <a:lnTo>
                  <a:pt x="916787" y="1770323"/>
                </a:lnTo>
                <a:cubicBezTo>
                  <a:pt x="920558" y="1770323"/>
                  <a:pt x="923194" y="1769748"/>
                  <a:pt x="924696" y="1768600"/>
                </a:cubicBezTo>
                <a:cubicBezTo>
                  <a:pt x="926198" y="1767451"/>
                  <a:pt x="927244" y="1765757"/>
                  <a:pt x="927833" y="1763518"/>
                </a:cubicBezTo>
                <a:cubicBezTo>
                  <a:pt x="928069" y="1762635"/>
                  <a:pt x="928186" y="1759866"/>
                  <a:pt x="928186" y="1755212"/>
                </a:cubicBezTo>
                <a:lnTo>
                  <a:pt x="928186" y="1722074"/>
                </a:lnTo>
                <a:cubicBezTo>
                  <a:pt x="928186" y="1714711"/>
                  <a:pt x="927229" y="1709364"/>
                  <a:pt x="925315" y="1706036"/>
                </a:cubicBezTo>
                <a:cubicBezTo>
                  <a:pt x="923400" y="1702707"/>
                  <a:pt x="920174" y="1701043"/>
                  <a:pt x="915639" y="1701043"/>
                </a:cubicBezTo>
                <a:cubicBezTo>
                  <a:pt x="908628" y="1701043"/>
                  <a:pt x="901647" y="1704872"/>
                  <a:pt x="894696" y="1712531"/>
                </a:cubicBezTo>
                <a:lnTo>
                  <a:pt x="894696" y="1755212"/>
                </a:lnTo>
                <a:cubicBezTo>
                  <a:pt x="894696" y="1760691"/>
                  <a:pt x="895020" y="1764078"/>
                  <a:pt x="895668" y="1765374"/>
                </a:cubicBezTo>
                <a:cubicBezTo>
                  <a:pt x="896492" y="1767083"/>
                  <a:pt x="897626" y="1768334"/>
                  <a:pt x="899070" y="1769130"/>
                </a:cubicBezTo>
                <a:cubicBezTo>
                  <a:pt x="900513" y="1769925"/>
                  <a:pt x="903444" y="1770323"/>
                  <a:pt x="907862" y="1770323"/>
                </a:cubicBezTo>
                <a:lnTo>
                  <a:pt x="907862" y="1773504"/>
                </a:lnTo>
                <a:lnTo>
                  <a:pt x="867832" y="1773504"/>
                </a:lnTo>
                <a:lnTo>
                  <a:pt x="867832" y="1770323"/>
                </a:lnTo>
                <a:lnTo>
                  <a:pt x="869599" y="1770323"/>
                </a:lnTo>
                <a:cubicBezTo>
                  <a:pt x="873723" y="1770323"/>
                  <a:pt x="876507" y="1769277"/>
                  <a:pt x="877950" y="1767186"/>
                </a:cubicBezTo>
                <a:cubicBezTo>
                  <a:pt x="879393" y="1765094"/>
                  <a:pt x="880115" y="1761103"/>
                  <a:pt x="880115" y="1755212"/>
                </a:cubicBezTo>
                <a:lnTo>
                  <a:pt x="880115" y="1725167"/>
                </a:lnTo>
                <a:cubicBezTo>
                  <a:pt x="880115" y="1715447"/>
                  <a:pt x="879894" y="1709526"/>
                  <a:pt x="879452" y="1707406"/>
                </a:cubicBezTo>
                <a:cubicBezTo>
                  <a:pt x="879010" y="1705285"/>
                  <a:pt x="878333" y="1703841"/>
                  <a:pt x="877420" y="1703076"/>
                </a:cubicBezTo>
                <a:cubicBezTo>
                  <a:pt x="876507" y="1702310"/>
                  <a:pt x="875284" y="1701927"/>
                  <a:pt x="873753" y="1701927"/>
                </a:cubicBezTo>
                <a:cubicBezTo>
                  <a:pt x="872103" y="1701927"/>
                  <a:pt x="870130" y="1702369"/>
                  <a:pt x="867832" y="1703252"/>
                </a:cubicBezTo>
                <a:lnTo>
                  <a:pt x="866507" y="1700071"/>
                </a:lnTo>
                <a:close/>
                <a:moveTo>
                  <a:pt x="685587" y="1690174"/>
                </a:moveTo>
                <a:lnTo>
                  <a:pt x="689476" y="1690174"/>
                </a:lnTo>
                <a:lnTo>
                  <a:pt x="689476" y="1755212"/>
                </a:lnTo>
                <a:cubicBezTo>
                  <a:pt x="689476" y="1760278"/>
                  <a:pt x="689844" y="1763651"/>
                  <a:pt x="690580" y="1765330"/>
                </a:cubicBezTo>
                <a:cubicBezTo>
                  <a:pt x="691317" y="1767009"/>
                  <a:pt x="692406" y="1768261"/>
                  <a:pt x="693850" y="1769086"/>
                </a:cubicBezTo>
                <a:cubicBezTo>
                  <a:pt x="695293" y="1769910"/>
                  <a:pt x="697930" y="1770323"/>
                  <a:pt x="701758" y="1770323"/>
                </a:cubicBezTo>
                <a:lnTo>
                  <a:pt x="701758" y="1773504"/>
                </a:lnTo>
                <a:lnTo>
                  <a:pt x="662435" y="1773504"/>
                </a:lnTo>
                <a:lnTo>
                  <a:pt x="662435" y="1770323"/>
                </a:lnTo>
                <a:cubicBezTo>
                  <a:pt x="666382" y="1770323"/>
                  <a:pt x="669033" y="1769940"/>
                  <a:pt x="670388" y="1769174"/>
                </a:cubicBezTo>
                <a:cubicBezTo>
                  <a:pt x="671743" y="1768408"/>
                  <a:pt x="672819" y="1767141"/>
                  <a:pt x="673613" y="1765374"/>
                </a:cubicBezTo>
                <a:cubicBezTo>
                  <a:pt x="674409" y="1763607"/>
                  <a:pt x="674807" y="1760219"/>
                  <a:pt x="674807" y="1755212"/>
                </a:cubicBezTo>
                <a:lnTo>
                  <a:pt x="674807" y="1724019"/>
                </a:lnTo>
                <a:cubicBezTo>
                  <a:pt x="674807" y="1715241"/>
                  <a:pt x="674542" y="1709556"/>
                  <a:pt x="674011" y="1706964"/>
                </a:cubicBezTo>
                <a:cubicBezTo>
                  <a:pt x="673599" y="1705079"/>
                  <a:pt x="672951" y="1703768"/>
                  <a:pt x="672067" y="1703031"/>
                </a:cubicBezTo>
                <a:cubicBezTo>
                  <a:pt x="671184" y="1702295"/>
                  <a:pt x="669976" y="1701927"/>
                  <a:pt x="668444" y="1701927"/>
                </a:cubicBezTo>
                <a:cubicBezTo>
                  <a:pt x="666795" y="1701927"/>
                  <a:pt x="664792" y="1702369"/>
                  <a:pt x="662435" y="1703252"/>
                </a:cubicBezTo>
                <a:lnTo>
                  <a:pt x="661198" y="1700071"/>
                </a:lnTo>
                <a:close/>
                <a:moveTo>
                  <a:pt x="577315" y="1690174"/>
                </a:moveTo>
                <a:cubicBezTo>
                  <a:pt x="589569" y="1690174"/>
                  <a:pt x="599406" y="1694828"/>
                  <a:pt x="606830" y="1704136"/>
                </a:cubicBezTo>
                <a:cubicBezTo>
                  <a:pt x="613133" y="1712089"/>
                  <a:pt x="616285" y="1721220"/>
                  <a:pt x="616285" y="1731530"/>
                </a:cubicBezTo>
                <a:cubicBezTo>
                  <a:pt x="616285" y="1738776"/>
                  <a:pt x="614547" y="1746110"/>
                  <a:pt x="611071" y="1753533"/>
                </a:cubicBezTo>
                <a:cubicBezTo>
                  <a:pt x="607595" y="1760956"/>
                  <a:pt x="602809" y="1766552"/>
                  <a:pt x="596712" y="1770323"/>
                </a:cubicBezTo>
                <a:cubicBezTo>
                  <a:pt x="590614" y="1774093"/>
                  <a:pt x="583824" y="1775978"/>
                  <a:pt x="576343" y="1775978"/>
                </a:cubicBezTo>
                <a:cubicBezTo>
                  <a:pt x="564149" y="1775978"/>
                  <a:pt x="554458" y="1771118"/>
                  <a:pt x="547271" y="1761398"/>
                </a:cubicBezTo>
                <a:cubicBezTo>
                  <a:pt x="541202" y="1753209"/>
                  <a:pt x="538169" y="1744019"/>
                  <a:pt x="538169" y="1733827"/>
                </a:cubicBezTo>
                <a:cubicBezTo>
                  <a:pt x="538169" y="1726404"/>
                  <a:pt x="540009" y="1719026"/>
                  <a:pt x="543692" y="1711691"/>
                </a:cubicBezTo>
                <a:cubicBezTo>
                  <a:pt x="547373" y="1704357"/>
                  <a:pt x="552219" y="1698937"/>
                  <a:pt x="558228" y="1695432"/>
                </a:cubicBezTo>
                <a:cubicBezTo>
                  <a:pt x="564237" y="1691927"/>
                  <a:pt x="570599" y="1690174"/>
                  <a:pt x="577315" y="1690174"/>
                </a:cubicBezTo>
                <a:close/>
                <a:moveTo>
                  <a:pt x="833341" y="1690086"/>
                </a:moveTo>
                <a:cubicBezTo>
                  <a:pt x="842413" y="1690086"/>
                  <a:pt x="849866" y="1693075"/>
                  <a:pt x="855698" y="1699055"/>
                </a:cubicBezTo>
                <a:cubicBezTo>
                  <a:pt x="861530" y="1705034"/>
                  <a:pt x="864446" y="1713032"/>
                  <a:pt x="864446" y="1723046"/>
                </a:cubicBezTo>
                <a:lnTo>
                  <a:pt x="808510" y="1723046"/>
                </a:lnTo>
                <a:cubicBezTo>
                  <a:pt x="808451" y="1735064"/>
                  <a:pt x="811367" y="1744490"/>
                  <a:pt x="817258" y="1751324"/>
                </a:cubicBezTo>
                <a:cubicBezTo>
                  <a:pt x="823149" y="1758158"/>
                  <a:pt x="830072" y="1761574"/>
                  <a:pt x="838024" y="1761574"/>
                </a:cubicBezTo>
                <a:cubicBezTo>
                  <a:pt x="843327" y="1761574"/>
                  <a:pt x="847937" y="1760116"/>
                  <a:pt x="851854" y="1757200"/>
                </a:cubicBezTo>
                <a:cubicBezTo>
                  <a:pt x="855772" y="1754284"/>
                  <a:pt x="859056" y="1749291"/>
                  <a:pt x="861707" y="1742222"/>
                </a:cubicBezTo>
                <a:lnTo>
                  <a:pt x="864446" y="1743989"/>
                </a:lnTo>
                <a:cubicBezTo>
                  <a:pt x="863209" y="1752060"/>
                  <a:pt x="859615" y="1759409"/>
                  <a:pt x="853665" y="1766037"/>
                </a:cubicBezTo>
                <a:cubicBezTo>
                  <a:pt x="847715" y="1772664"/>
                  <a:pt x="840263" y="1775978"/>
                  <a:pt x="831309" y="1775978"/>
                </a:cubicBezTo>
                <a:cubicBezTo>
                  <a:pt x="821588" y="1775978"/>
                  <a:pt x="813267" y="1772193"/>
                  <a:pt x="806345" y="1764623"/>
                </a:cubicBezTo>
                <a:cubicBezTo>
                  <a:pt x="799423" y="1757053"/>
                  <a:pt x="795962" y="1746876"/>
                  <a:pt x="795962" y="1734092"/>
                </a:cubicBezTo>
                <a:cubicBezTo>
                  <a:pt x="795962" y="1720248"/>
                  <a:pt x="799511" y="1709453"/>
                  <a:pt x="806610" y="1701706"/>
                </a:cubicBezTo>
                <a:cubicBezTo>
                  <a:pt x="813709" y="1693959"/>
                  <a:pt x="822619" y="1690086"/>
                  <a:pt x="833341" y="1690086"/>
                </a:cubicBezTo>
                <a:close/>
                <a:moveTo>
                  <a:pt x="1440997" y="1688407"/>
                </a:moveTo>
                <a:cubicBezTo>
                  <a:pt x="1446476" y="1688407"/>
                  <a:pt x="1452132" y="1689556"/>
                  <a:pt x="1457963" y="1691853"/>
                </a:cubicBezTo>
                <a:lnTo>
                  <a:pt x="1485799" y="1691853"/>
                </a:lnTo>
                <a:lnTo>
                  <a:pt x="1485799" y="1701573"/>
                </a:lnTo>
                <a:lnTo>
                  <a:pt x="1469981" y="1701573"/>
                </a:lnTo>
                <a:cubicBezTo>
                  <a:pt x="1472868" y="1704460"/>
                  <a:pt x="1474871" y="1707082"/>
                  <a:pt x="1475990" y="1709438"/>
                </a:cubicBezTo>
                <a:cubicBezTo>
                  <a:pt x="1477404" y="1712619"/>
                  <a:pt x="1478111" y="1715948"/>
                  <a:pt x="1478111" y="1719423"/>
                </a:cubicBezTo>
                <a:cubicBezTo>
                  <a:pt x="1478111" y="1725315"/>
                  <a:pt x="1476476" y="1730425"/>
                  <a:pt x="1473207" y="1734755"/>
                </a:cubicBezTo>
                <a:cubicBezTo>
                  <a:pt x="1469937" y="1739085"/>
                  <a:pt x="1465489" y="1742472"/>
                  <a:pt x="1459863" y="1744917"/>
                </a:cubicBezTo>
                <a:cubicBezTo>
                  <a:pt x="1454237" y="1747362"/>
                  <a:pt x="1449245" y="1748584"/>
                  <a:pt x="1444885" y="1748584"/>
                </a:cubicBezTo>
                <a:cubicBezTo>
                  <a:pt x="1444532" y="1748584"/>
                  <a:pt x="1440997" y="1748437"/>
                  <a:pt x="1434281" y="1748143"/>
                </a:cubicBezTo>
                <a:cubicBezTo>
                  <a:pt x="1431630" y="1748143"/>
                  <a:pt x="1429406" y="1749012"/>
                  <a:pt x="1427609" y="1750749"/>
                </a:cubicBezTo>
                <a:cubicBezTo>
                  <a:pt x="1425813" y="1752487"/>
                  <a:pt x="1424914" y="1754564"/>
                  <a:pt x="1424914" y="1756979"/>
                </a:cubicBezTo>
                <a:cubicBezTo>
                  <a:pt x="1424914" y="1759100"/>
                  <a:pt x="1425725" y="1760838"/>
                  <a:pt x="1427345" y="1762193"/>
                </a:cubicBezTo>
                <a:cubicBezTo>
                  <a:pt x="1428965" y="1763548"/>
                  <a:pt x="1431601" y="1764225"/>
                  <a:pt x="1435253" y="1764225"/>
                </a:cubicBezTo>
                <a:lnTo>
                  <a:pt x="1450541" y="1764049"/>
                </a:lnTo>
                <a:cubicBezTo>
                  <a:pt x="1462912" y="1764049"/>
                  <a:pt x="1471425" y="1765404"/>
                  <a:pt x="1476079" y="1768113"/>
                </a:cubicBezTo>
                <a:cubicBezTo>
                  <a:pt x="1482735" y="1771884"/>
                  <a:pt x="1486064" y="1777687"/>
                  <a:pt x="1486064" y="1785522"/>
                </a:cubicBezTo>
                <a:cubicBezTo>
                  <a:pt x="1486064" y="1790529"/>
                  <a:pt x="1484533" y="1795080"/>
                  <a:pt x="1481469" y="1799174"/>
                </a:cubicBezTo>
                <a:cubicBezTo>
                  <a:pt x="1478406" y="1803269"/>
                  <a:pt x="1474370" y="1806288"/>
                  <a:pt x="1469363" y="1808232"/>
                </a:cubicBezTo>
                <a:cubicBezTo>
                  <a:pt x="1461763" y="1811119"/>
                  <a:pt x="1453015" y="1812562"/>
                  <a:pt x="1443118" y="1812562"/>
                </a:cubicBezTo>
                <a:cubicBezTo>
                  <a:pt x="1435695" y="1812562"/>
                  <a:pt x="1428920" y="1811840"/>
                  <a:pt x="1422794" y="1810397"/>
                </a:cubicBezTo>
                <a:cubicBezTo>
                  <a:pt x="1416667" y="1808954"/>
                  <a:pt x="1412278" y="1806951"/>
                  <a:pt x="1409627" y="1804388"/>
                </a:cubicBezTo>
                <a:cubicBezTo>
                  <a:pt x="1406976" y="1801825"/>
                  <a:pt x="1405650" y="1799130"/>
                  <a:pt x="1405650" y="1796302"/>
                </a:cubicBezTo>
                <a:cubicBezTo>
                  <a:pt x="1405650" y="1793593"/>
                  <a:pt x="1406667" y="1791162"/>
                  <a:pt x="1408699" y="1789012"/>
                </a:cubicBezTo>
                <a:cubicBezTo>
                  <a:pt x="1410731" y="1786862"/>
                  <a:pt x="1414517" y="1785050"/>
                  <a:pt x="1420054" y="1783578"/>
                </a:cubicBezTo>
                <a:cubicBezTo>
                  <a:pt x="1412395" y="1779807"/>
                  <a:pt x="1408567" y="1774564"/>
                  <a:pt x="1408567" y="1767848"/>
                </a:cubicBezTo>
                <a:cubicBezTo>
                  <a:pt x="1408567" y="1763784"/>
                  <a:pt x="1410128" y="1759836"/>
                  <a:pt x="1413250" y="1756007"/>
                </a:cubicBezTo>
                <a:cubicBezTo>
                  <a:pt x="1416372" y="1752178"/>
                  <a:pt x="1421321" y="1748850"/>
                  <a:pt x="1428096" y="1746022"/>
                </a:cubicBezTo>
                <a:cubicBezTo>
                  <a:pt x="1420201" y="1743135"/>
                  <a:pt x="1414487" y="1739335"/>
                  <a:pt x="1410953" y="1734623"/>
                </a:cubicBezTo>
                <a:cubicBezTo>
                  <a:pt x="1407418" y="1729910"/>
                  <a:pt x="1405650" y="1724460"/>
                  <a:pt x="1405650" y="1718275"/>
                </a:cubicBezTo>
                <a:cubicBezTo>
                  <a:pt x="1405650" y="1710204"/>
                  <a:pt x="1408950" y="1703208"/>
                  <a:pt x="1415547" y="1697288"/>
                </a:cubicBezTo>
                <a:cubicBezTo>
                  <a:pt x="1422145" y="1691367"/>
                  <a:pt x="1430629" y="1688407"/>
                  <a:pt x="1440997" y="1688407"/>
                </a:cubicBezTo>
                <a:close/>
                <a:moveTo>
                  <a:pt x="977593" y="1665962"/>
                </a:moveTo>
                <a:lnTo>
                  <a:pt x="980332" y="1665962"/>
                </a:lnTo>
                <a:lnTo>
                  <a:pt x="980332" y="1692560"/>
                </a:lnTo>
                <a:lnTo>
                  <a:pt x="999243" y="1692560"/>
                </a:lnTo>
                <a:lnTo>
                  <a:pt x="999243" y="1698746"/>
                </a:lnTo>
                <a:lnTo>
                  <a:pt x="980332" y="1698746"/>
                </a:lnTo>
                <a:lnTo>
                  <a:pt x="980332" y="1751235"/>
                </a:lnTo>
                <a:cubicBezTo>
                  <a:pt x="980332" y="1756479"/>
                  <a:pt x="981083" y="1760013"/>
                  <a:pt x="982586" y="1761839"/>
                </a:cubicBezTo>
                <a:cubicBezTo>
                  <a:pt x="984088" y="1763666"/>
                  <a:pt x="986017" y="1764579"/>
                  <a:pt x="988374" y="1764579"/>
                </a:cubicBezTo>
                <a:cubicBezTo>
                  <a:pt x="990318" y="1764579"/>
                  <a:pt x="992202" y="1763975"/>
                  <a:pt x="994029" y="1762767"/>
                </a:cubicBezTo>
                <a:cubicBezTo>
                  <a:pt x="995855" y="1761560"/>
                  <a:pt x="997269" y="1759778"/>
                  <a:pt x="998271" y="1757421"/>
                </a:cubicBezTo>
                <a:lnTo>
                  <a:pt x="1001717" y="1757421"/>
                </a:lnTo>
                <a:cubicBezTo>
                  <a:pt x="999655" y="1763194"/>
                  <a:pt x="996739" y="1767539"/>
                  <a:pt x="992969" y="1770455"/>
                </a:cubicBezTo>
                <a:cubicBezTo>
                  <a:pt x="989199" y="1773371"/>
                  <a:pt x="985310" y="1774829"/>
                  <a:pt x="981304" y="1774829"/>
                </a:cubicBezTo>
                <a:cubicBezTo>
                  <a:pt x="978595" y="1774829"/>
                  <a:pt x="975943" y="1774078"/>
                  <a:pt x="973351" y="1772576"/>
                </a:cubicBezTo>
                <a:cubicBezTo>
                  <a:pt x="970759" y="1771074"/>
                  <a:pt x="968845" y="1768924"/>
                  <a:pt x="967608" y="1766125"/>
                </a:cubicBezTo>
                <a:cubicBezTo>
                  <a:pt x="966370" y="1763327"/>
                  <a:pt x="965752" y="1759012"/>
                  <a:pt x="965752" y="1753180"/>
                </a:cubicBezTo>
                <a:lnTo>
                  <a:pt x="965752" y="1698746"/>
                </a:lnTo>
                <a:lnTo>
                  <a:pt x="952938" y="1698746"/>
                </a:lnTo>
                <a:lnTo>
                  <a:pt x="952938" y="1695830"/>
                </a:lnTo>
                <a:cubicBezTo>
                  <a:pt x="956179" y="1694533"/>
                  <a:pt x="959493" y="1692339"/>
                  <a:pt x="962880" y="1689246"/>
                </a:cubicBezTo>
                <a:cubicBezTo>
                  <a:pt x="966267" y="1686153"/>
                  <a:pt x="969287" y="1682486"/>
                  <a:pt x="971938" y="1678245"/>
                </a:cubicBezTo>
                <a:cubicBezTo>
                  <a:pt x="973293" y="1676006"/>
                  <a:pt x="975178" y="1671912"/>
                  <a:pt x="977593" y="1665962"/>
                </a:cubicBezTo>
                <a:close/>
                <a:moveTo>
                  <a:pt x="1500282" y="1653679"/>
                </a:moveTo>
                <a:lnTo>
                  <a:pt x="1533950" y="1653679"/>
                </a:lnTo>
                <a:lnTo>
                  <a:pt x="1533950" y="1701485"/>
                </a:lnTo>
                <a:cubicBezTo>
                  <a:pt x="1538486" y="1696713"/>
                  <a:pt x="1542639" y="1693341"/>
                  <a:pt x="1546409" y="1691367"/>
                </a:cubicBezTo>
                <a:cubicBezTo>
                  <a:pt x="1550180" y="1689394"/>
                  <a:pt x="1554097" y="1688407"/>
                  <a:pt x="1558162" y="1688407"/>
                </a:cubicBezTo>
                <a:cubicBezTo>
                  <a:pt x="1563346" y="1688407"/>
                  <a:pt x="1567779" y="1689880"/>
                  <a:pt x="1571462" y="1692825"/>
                </a:cubicBezTo>
                <a:cubicBezTo>
                  <a:pt x="1575143" y="1695771"/>
                  <a:pt x="1577588" y="1699232"/>
                  <a:pt x="1578796" y="1703208"/>
                </a:cubicBezTo>
                <a:cubicBezTo>
                  <a:pt x="1580003" y="1707185"/>
                  <a:pt x="1580607" y="1713886"/>
                  <a:pt x="1580607" y="1723312"/>
                </a:cubicBezTo>
                <a:lnTo>
                  <a:pt x="1580607" y="1755565"/>
                </a:lnTo>
                <a:cubicBezTo>
                  <a:pt x="1580607" y="1761869"/>
                  <a:pt x="1581196" y="1765801"/>
                  <a:pt x="1582375" y="1767362"/>
                </a:cubicBezTo>
                <a:cubicBezTo>
                  <a:pt x="1583553" y="1768924"/>
                  <a:pt x="1585939" y="1769910"/>
                  <a:pt x="1589533" y="1770323"/>
                </a:cubicBezTo>
                <a:lnTo>
                  <a:pt x="1589533" y="1773504"/>
                </a:lnTo>
                <a:lnTo>
                  <a:pt x="1547646" y="1773504"/>
                </a:lnTo>
                <a:lnTo>
                  <a:pt x="1547646" y="1770323"/>
                </a:lnTo>
                <a:cubicBezTo>
                  <a:pt x="1550592" y="1769910"/>
                  <a:pt x="1552801" y="1768732"/>
                  <a:pt x="1554274" y="1766788"/>
                </a:cubicBezTo>
                <a:cubicBezTo>
                  <a:pt x="1555335" y="1765256"/>
                  <a:pt x="1555864" y="1761515"/>
                  <a:pt x="1555864" y="1755565"/>
                </a:cubicBezTo>
                <a:lnTo>
                  <a:pt x="1555864" y="1718717"/>
                </a:lnTo>
                <a:cubicBezTo>
                  <a:pt x="1555864" y="1711883"/>
                  <a:pt x="1555599" y="1707597"/>
                  <a:pt x="1555069" y="1705859"/>
                </a:cubicBezTo>
                <a:cubicBezTo>
                  <a:pt x="1554539" y="1704121"/>
                  <a:pt x="1553641" y="1702766"/>
                  <a:pt x="1552374" y="1701794"/>
                </a:cubicBezTo>
                <a:cubicBezTo>
                  <a:pt x="1551108" y="1700822"/>
                  <a:pt x="1549679" y="1700336"/>
                  <a:pt x="1548088" y="1700336"/>
                </a:cubicBezTo>
                <a:cubicBezTo>
                  <a:pt x="1545732" y="1700336"/>
                  <a:pt x="1543434" y="1701146"/>
                  <a:pt x="1541196" y="1702766"/>
                </a:cubicBezTo>
                <a:cubicBezTo>
                  <a:pt x="1538957" y="1704386"/>
                  <a:pt x="1536541" y="1707229"/>
                  <a:pt x="1533950" y="1711294"/>
                </a:cubicBezTo>
                <a:lnTo>
                  <a:pt x="1533950" y="1755565"/>
                </a:lnTo>
                <a:cubicBezTo>
                  <a:pt x="1533950" y="1761457"/>
                  <a:pt x="1534392" y="1765138"/>
                  <a:pt x="1535275" y="1766611"/>
                </a:cubicBezTo>
                <a:cubicBezTo>
                  <a:pt x="1536395" y="1768614"/>
                  <a:pt x="1538692" y="1769851"/>
                  <a:pt x="1542168" y="1770323"/>
                </a:cubicBezTo>
                <a:lnTo>
                  <a:pt x="1542168" y="1773504"/>
                </a:lnTo>
                <a:lnTo>
                  <a:pt x="1500282" y="1773504"/>
                </a:lnTo>
                <a:lnTo>
                  <a:pt x="1500282" y="1770323"/>
                </a:lnTo>
                <a:cubicBezTo>
                  <a:pt x="1503758" y="1769969"/>
                  <a:pt x="1506232" y="1768850"/>
                  <a:pt x="1507705" y="1766965"/>
                </a:cubicBezTo>
                <a:cubicBezTo>
                  <a:pt x="1508706" y="1765669"/>
                  <a:pt x="1509207" y="1761869"/>
                  <a:pt x="1509207" y="1755565"/>
                </a:cubicBezTo>
                <a:lnTo>
                  <a:pt x="1509207" y="1671617"/>
                </a:lnTo>
                <a:cubicBezTo>
                  <a:pt x="1509207" y="1665372"/>
                  <a:pt x="1508632" y="1661484"/>
                  <a:pt x="1507484" y="1659953"/>
                </a:cubicBezTo>
                <a:cubicBezTo>
                  <a:pt x="1506335" y="1658421"/>
                  <a:pt x="1503934" y="1657419"/>
                  <a:pt x="1500282" y="1656948"/>
                </a:cubicBezTo>
                <a:close/>
                <a:moveTo>
                  <a:pt x="1262157" y="1653679"/>
                </a:moveTo>
                <a:lnTo>
                  <a:pt x="1295825" y="1653679"/>
                </a:lnTo>
                <a:lnTo>
                  <a:pt x="1295825" y="1701485"/>
                </a:lnTo>
                <a:cubicBezTo>
                  <a:pt x="1300361" y="1696713"/>
                  <a:pt x="1304514" y="1693341"/>
                  <a:pt x="1308284" y="1691367"/>
                </a:cubicBezTo>
                <a:cubicBezTo>
                  <a:pt x="1312055" y="1689394"/>
                  <a:pt x="1315972" y="1688407"/>
                  <a:pt x="1320037" y="1688407"/>
                </a:cubicBezTo>
                <a:cubicBezTo>
                  <a:pt x="1325221" y="1688407"/>
                  <a:pt x="1329654" y="1689880"/>
                  <a:pt x="1333336" y="1692825"/>
                </a:cubicBezTo>
                <a:cubicBezTo>
                  <a:pt x="1337018" y="1695771"/>
                  <a:pt x="1339463" y="1699232"/>
                  <a:pt x="1340671" y="1703208"/>
                </a:cubicBezTo>
                <a:cubicBezTo>
                  <a:pt x="1341879" y="1707185"/>
                  <a:pt x="1342482" y="1713886"/>
                  <a:pt x="1342482" y="1723312"/>
                </a:cubicBezTo>
                <a:lnTo>
                  <a:pt x="1342482" y="1755565"/>
                </a:lnTo>
                <a:cubicBezTo>
                  <a:pt x="1342482" y="1761869"/>
                  <a:pt x="1343071" y="1765801"/>
                  <a:pt x="1344250" y="1767362"/>
                </a:cubicBezTo>
                <a:cubicBezTo>
                  <a:pt x="1345428" y="1768924"/>
                  <a:pt x="1347813" y="1769910"/>
                  <a:pt x="1351407" y="1770323"/>
                </a:cubicBezTo>
                <a:lnTo>
                  <a:pt x="1351407" y="1773504"/>
                </a:lnTo>
                <a:lnTo>
                  <a:pt x="1309521" y="1773504"/>
                </a:lnTo>
                <a:lnTo>
                  <a:pt x="1309521" y="1770323"/>
                </a:lnTo>
                <a:cubicBezTo>
                  <a:pt x="1312467" y="1769910"/>
                  <a:pt x="1314676" y="1768732"/>
                  <a:pt x="1316149" y="1766788"/>
                </a:cubicBezTo>
                <a:cubicBezTo>
                  <a:pt x="1317209" y="1765256"/>
                  <a:pt x="1317739" y="1761515"/>
                  <a:pt x="1317739" y="1755565"/>
                </a:cubicBezTo>
                <a:lnTo>
                  <a:pt x="1317739" y="1718717"/>
                </a:lnTo>
                <a:cubicBezTo>
                  <a:pt x="1317739" y="1711883"/>
                  <a:pt x="1317475" y="1707597"/>
                  <a:pt x="1316944" y="1705859"/>
                </a:cubicBezTo>
                <a:cubicBezTo>
                  <a:pt x="1316414" y="1704121"/>
                  <a:pt x="1315516" y="1702766"/>
                  <a:pt x="1314249" y="1701794"/>
                </a:cubicBezTo>
                <a:cubicBezTo>
                  <a:pt x="1312983" y="1700822"/>
                  <a:pt x="1311554" y="1700336"/>
                  <a:pt x="1309963" y="1700336"/>
                </a:cubicBezTo>
                <a:cubicBezTo>
                  <a:pt x="1307607" y="1700336"/>
                  <a:pt x="1305309" y="1701146"/>
                  <a:pt x="1303071" y="1702766"/>
                </a:cubicBezTo>
                <a:cubicBezTo>
                  <a:pt x="1300832" y="1704386"/>
                  <a:pt x="1298417" y="1707229"/>
                  <a:pt x="1295825" y="1711294"/>
                </a:cubicBezTo>
                <a:lnTo>
                  <a:pt x="1295825" y="1755565"/>
                </a:lnTo>
                <a:cubicBezTo>
                  <a:pt x="1295825" y="1761457"/>
                  <a:pt x="1296266" y="1765138"/>
                  <a:pt x="1297150" y="1766611"/>
                </a:cubicBezTo>
                <a:cubicBezTo>
                  <a:pt x="1298270" y="1768614"/>
                  <a:pt x="1300567" y="1769851"/>
                  <a:pt x="1304043" y="1770323"/>
                </a:cubicBezTo>
                <a:lnTo>
                  <a:pt x="1304043" y="1773504"/>
                </a:lnTo>
                <a:lnTo>
                  <a:pt x="1262157" y="1773504"/>
                </a:lnTo>
                <a:lnTo>
                  <a:pt x="1262157" y="1770323"/>
                </a:lnTo>
                <a:cubicBezTo>
                  <a:pt x="1265633" y="1769969"/>
                  <a:pt x="1268107" y="1768850"/>
                  <a:pt x="1269580" y="1766965"/>
                </a:cubicBezTo>
                <a:cubicBezTo>
                  <a:pt x="1270582" y="1765669"/>
                  <a:pt x="1271082" y="1761869"/>
                  <a:pt x="1271082" y="1755565"/>
                </a:cubicBezTo>
                <a:lnTo>
                  <a:pt x="1271082" y="1671617"/>
                </a:lnTo>
                <a:cubicBezTo>
                  <a:pt x="1271082" y="1665372"/>
                  <a:pt x="1270508" y="1661484"/>
                  <a:pt x="1269359" y="1659953"/>
                </a:cubicBezTo>
                <a:cubicBezTo>
                  <a:pt x="1268210" y="1658421"/>
                  <a:pt x="1265810" y="1657419"/>
                  <a:pt x="1262157" y="1656948"/>
                </a:cubicBezTo>
                <a:close/>
                <a:moveTo>
                  <a:pt x="424664" y="1653679"/>
                </a:moveTo>
                <a:lnTo>
                  <a:pt x="522486" y="1653679"/>
                </a:lnTo>
                <a:lnTo>
                  <a:pt x="523811" y="1681779"/>
                </a:lnTo>
                <a:lnTo>
                  <a:pt x="520453" y="1681779"/>
                </a:lnTo>
                <a:cubicBezTo>
                  <a:pt x="519806" y="1676831"/>
                  <a:pt x="518922" y="1673296"/>
                  <a:pt x="517803" y="1671175"/>
                </a:cubicBezTo>
                <a:cubicBezTo>
                  <a:pt x="515976" y="1667758"/>
                  <a:pt x="513546" y="1665240"/>
                  <a:pt x="510512" y="1663620"/>
                </a:cubicBezTo>
                <a:cubicBezTo>
                  <a:pt x="507478" y="1662000"/>
                  <a:pt x="503487" y="1661190"/>
                  <a:pt x="498539" y="1661190"/>
                </a:cubicBezTo>
                <a:lnTo>
                  <a:pt x="481661" y="1661190"/>
                </a:lnTo>
                <a:lnTo>
                  <a:pt x="481661" y="1752738"/>
                </a:lnTo>
                <a:cubicBezTo>
                  <a:pt x="481661" y="1760102"/>
                  <a:pt x="482456" y="1764697"/>
                  <a:pt x="484046" y="1766523"/>
                </a:cubicBezTo>
                <a:cubicBezTo>
                  <a:pt x="486285" y="1768997"/>
                  <a:pt x="489731" y="1770234"/>
                  <a:pt x="494385" y="1770234"/>
                </a:cubicBezTo>
                <a:lnTo>
                  <a:pt x="498539" y="1770234"/>
                </a:lnTo>
                <a:lnTo>
                  <a:pt x="498539" y="1773504"/>
                </a:lnTo>
                <a:lnTo>
                  <a:pt x="447728" y="1773504"/>
                </a:lnTo>
                <a:lnTo>
                  <a:pt x="447728" y="1770234"/>
                </a:lnTo>
                <a:lnTo>
                  <a:pt x="451969" y="1770234"/>
                </a:lnTo>
                <a:cubicBezTo>
                  <a:pt x="457036" y="1770234"/>
                  <a:pt x="460629" y="1768703"/>
                  <a:pt x="462750" y="1765639"/>
                </a:cubicBezTo>
                <a:cubicBezTo>
                  <a:pt x="464046" y="1763754"/>
                  <a:pt x="464694" y="1759454"/>
                  <a:pt x="464694" y="1752738"/>
                </a:cubicBezTo>
                <a:lnTo>
                  <a:pt x="464694" y="1661190"/>
                </a:lnTo>
                <a:lnTo>
                  <a:pt x="450290" y="1661190"/>
                </a:lnTo>
                <a:cubicBezTo>
                  <a:pt x="444694" y="1661190"/>
                  <a:pt x="440717" y="1661602"/>
                  <a:pt x="438361" y="1662427"/>
                </a:cubicBezTo>
                <a:cubicBezTo>
                  <a:pt x="435297" y="1663546"/>
                  <a:pt x="432676" y="1665696"/>
                  <a:pt x="430496" y="1668878"/>
                </a:cubicBezTo>
                <a:cubicBezTo>
                  <a:pt x="428317" y="1672059"/>
                  <a:pt x="427020" y="1676359"/>
                  <a:pt x="426608" y="1681779"/>
                </a:cubicBezTo>
                <a:lnTo>
                  <a:pt x="423250" y="1681779"/>
                </a:lnTo>
                <a:close/>
                <a:moveTo>
                  <a:pt x="1377201" y="1650851"/>
                </a:moveTo>
                <a:cubicBezTo>
                  <a:pt x="1381030" y="1650851"/>
                  <a:pt x="1384270" y="1652191"/>
                  <a:pt x="1386921" y="1654872"/>
                </a:cubicBezTo>
                <a:cubicBezTo>
                  <a:pt x="1389572" y="1657552"/>
                  <a:pt x="1390898" y="1660777"/>
                  <a:pt x="1390898" y="1664548"/>
                </a:cubicBezTo>
                <a:cubicBezTo>
                  <a:pt x="1390898" y="1668318"/>
                  <a:pt x="1389558" y="1671529"/>
                  <a:pt x="1386877" y="1674180"/>
                </a:cubicBezTo>
                <a:cubicBezTo>
                  <a:pt x="1384197" y="1676831"/>
                  <a:pt x="1380972" y="1678156"/>
                  <a:pt x="1377201" y="1678156"/>
                </a:cubicBezTo>
                <a:cubicBezTo>
                  <a:pt x="1373430" y="1678156"/>
                  <a:pt x="1370220" y="1676831"/>
                  <a:pt x="1367569" y="1674180"/>
                </a:cubicBezTo>
                <a:cubicBezTo>
                  <a:pt x="1364918" y="1671529"/>
                  <a:pt x="1363593" y="1668318"/>
                  <a:pt x="1363593" y="1664548"/>
                </a:cubicBezTo>
                <a:cubicBezTo>
                  <a:pt x="1363593" y="1660777"/>
                  <a:pt x="1364918" y="1657552"/>
                  <a:pt x="1367569" y="1654872"/>
                </a:cubicBezTo>
                <a:cubicBezTo>
                  <a:pt x="1370220" y="1652191"/>
                  <a:pt x="1373430" y="1650851"/>
                  <a:pt x="1377201" y="1650851"/>
                </a:cubicBezTo>
                <a:close/>
                <a:moveTo>
                  <a:pt x="1093362" y="1648023"/>
                </a:moveTo>
                <a:cubicBezTo>
                  <a:pt x="1099548" y="1648023"/>
                  <a:pt x="1105233" y="1650026"/>
                  <a:pt x="1110417" y="1654032"/>
                </a:cubicBezTo>
                <a:cubicBezTo>
                  <a:pt x="1113834" y="1656683"/>
                  <a:pt x="1115543" y="1659658"/>
                  <a:pt x="1115543" y="1662957"/>
                </a:cubicBezTo>
                <a:cubicBezTo>
                  <a:pt x="1115543" y="1664724"/>
                  <a:pt x="1114777" y="1666389"/>
                  <a:pt x="1113245" y="1667950"/>
                </a:cubicBezTo>
                <a:cubicBezTo>
                  <a:pt x="1111713" y="1669511"/>
                  <a:pt x="1110064" y="1670292"/>
                  <a:pt x="1108296" y="1670292"/>
                </a:cubicBezTo>
                <a:cubicBezTo>
                  <a:pt x="1106941" y="1670292"/>
                  <a:pt x="1105513" y="1669806"/>
                  <a:pt x="1104011" y="1668834"/>
                </a:cubicBezTo>
                <a:cubicBezTo>
                  <a:pt x="1102508" y="1667861"/>
                  <a:pt x="1100668" y="1665770"/>
                  <a:pt x="1098488" y="1662559"/>
                </a:cubicBezTo>
                <a:cubicBezTo>
                  <a:pt x="1096308" y="1659349"/>
                  <a:pt x="1094305" y="1657184"/>
                  <a:pt x="1092479" y="1656065"/>
                </a:cubicBezTo>
                <a:cubicBezTo>
                  <a:pt x="1090653" y="1654945"/>
                  <a:pt x="1088620" y="1654386"/>
                  <a:pt x="1086382" y="1654386"/>
                </a:cubicBezTo>
                <a:cubicBezTo>
                  <a:pt x="1083672" y="1654386"/>
                  <a:pt x="1081374" y="1655107"/>
                  <a:pt x="1079489" y="1656551"/>
                </a:cubicBezTo>
                <a:cubicBezTo>
                  <a:pt x="1077604" y="1657994"/>
                  <a:pt x="1076249" y="1660232"/>
                  <a:pt x="1075424" y="1663266"/>
                </a:cubicBezTo>
                <a:cubicBezTo>
                  <a:pt x="1074599" y="1666300"/>
                  <a:pt x="1074187" y="1674121"/>
                  <a:pt x="1074187" y="1686728"/>
                </a:cubicBezTo>
                <a:lnTo>
                  <a:pt x="1074187" y="1692560"/>
                </a:lnTo>
                <a:lnTo>
                  <a:pt x="1095041" y="1692560"/>
                </a:lnTo>
                <a:lnTo>
                  <a:pt x="1095041" y="1698922"/>
                </a:lnTo>
                <a:lnTo>
                  <a:pt x="1074187" y="1698922"/>
                </a:lnTo>
                <a:lnTo>
                  <a:pt x="1074187" y="1752119"/>
                </a:lnTo>
                <a:cubicBezTo>
                  <a:pt x="1074187" y="1759660"/>
                  <a:pt x="1075012" y="1764432"/>
                  <a:pt x="1076661" y="1766435"/>
                </a:cubicBezTo>
                <a:cubicBezTo>
                  <a:pt x="1078841" y="1769027"/>
                  <a:pt x="1081757" y="1770323"/>
                  <a:pt x="1085410" y="1770323"/>
                </a:cubicBezTo>
                <a:lnTo>
                  <a:pt x="1092744" y="1770323"/>
                </a:lnTo>
                <a:lnTo>
                  <a:pt x="1092744" y="1773504"/>
                </a:lnTo>
                <a:lnTo>
                  <a:pt x="1044659" y="1773504"/>
                </a:lnTo>
                <a:lnTo>
                  <a:pt x="1044407" y="1773504"/>
                </a:lnTo>
                <a:lnTo>
                  <a:pt x="1005335" y="1773504"/>
                </a:lnTo>
                <a:lnTo>
                  <a:pt x="1005335" y="1770323"/>
                </a:lnTo>
                <a:cubicBezTo>
                  <a:pt x="1009283" y="1770323"/>
                  <a:pt x="1011933" y="1769940"/>
                  <a:pt x="1013288" y="1769174"/>
                </a:cubicBezTo>
                <a:cubicBezTo>
                  <a:pt x="1014643" y="1768408"/>
                  <a:pt x="1015719" y="1767141"/>
                  <a:pt x="1016514" y="1765374"/>
                </a:cubicBezTo>
                <a:cubicBezTo>
                  <a:pt x="1017309" y="1763607"/>
                  <a:pt x="1017707" y="1760219"/>
                  <a:pt x="1017707" y="1755212"/>
                </a:cubicBezTo>
                <a:lnTo>
                  <a:pt x="1017707" y="1724019"/>
                </a:lnTo>
                <a:cubicBezTo>
                  <a:pt x="1017707" y="1715241"/>
                  <a:pt x="1017442" y="1709556"/>
                  <a:pt x="1016911" y="1706964"/>
                </a:cubicBezTo>
                <a:cubicBezTo>
                  <a:pt x="1016499" y="1705079"/>
                  <a:pt x="1015851" y="1703768"/>
                  <a:pt x="1014967" y="1703031"/>
                </a:cubicBezTo>
                <a:cubicBezTo>
                  <a:pt x="1014084" y="1702295"/>
                  <a:pt x="1012876" y="1701927"/>
                  <a:pt x="1011344" y="1701927"/>
                </a:cubicBezTo>
                <a:cubicBezTo>
                  <a:pt x="1009695" y="1701927"/>
                  <a:pt x="1007692" y="1702369"/>
                  <a:pt x="1005335" y="1703252"/>
                </a:cubicBezTo>
                <a:lnTo>
                  <a:pt x="1004098" y="1700071"/>
                </a:lnTo>
                <a:lnTo>
                  <a:pt x="1028487" y="1690174"/>
                </a:lnTo>
                <a:lnTo>
                  <a:pt x="1032375" y="1690174"/>
                </a:lnTo>
                <a:lnTo>
                  <a:pt x="1032375" y="1755212"/>
                </a:lnTo>
                <a:cubicBezTo>
                  <a:pt x="1032375" y="1760278"/>
                  <a:pt x="1032743" y="1763651"/>
                  <a:pt x="1033480" y="1765330"/>
                </a:cubicBezTo>
                <a:cubicBezTo>
                  <a:pt x="1034216" y="1767009"/>
                  <a:pt x="1035306" y="1768261"/>
                  <a:pt x="1036750" y="1769086"/>
                </a:cubicBezTo>
                <a:cubicBezTo>
                  <a:pt x="1038193" y="1769910"/>
                  <a:pt x="1040829" y="1770323"/>
                  <a:pt x="1044659" y="1770323"/>
                </a:cubicBezTo>
                <a:lnTo>
                  <a:pt x="1048030" y="1770323"/>
                </a:lnTo>
                <a:cubicBezTo>
                  <a:pt x="1050387" y="1770323"/>
                  <a:pt x="1052537" y="1769734"/>
                  <a:pt x="1054481" y="1768555"/>
                </a:cubicBezTo>
                <a:cubicBezTo>
                  <a:pt x="1056425" y="1767377"/>
                  <a:pt x="1057766" y="1765787"/>
                  <a:pt x="1058502" y="1763784"/>
                </a:cubicBezTo>
                <a:cubicBezTo>
                  <a:pt x="1059238" y="1761781"/>
                  <a:pt x="1059606" y="1757892"/>
                  <a:pt x="1059606" y="1752119"/>
                </a:cubicBezTo>
                <a:lnTo>
                  <a:pt x="1059606" y="1698922"/>
                </a:lnTo>
                <a:lnTo>
                  <a:pt x="1043877" y="1698922"/>
                </a:lnTo>
                <a:lnTo>
                  <a:pt x="1043877" y="1692560"/>
                </a:lnTo>
                <a:lnTo>
                  <a:pt x="1059606" y="1692560"/>
                </a:lnTo>
                <a:lnTo>
                  <a:pt x="1059606" y="1687258"/>
                </a:lnTo>
                <a:cubicBezTo>
                  <a:pt x="1059606" y="1679187"/>
                  <a:pt x="1060902" y="1672353"/>
                  <a:pt x="1063495" y="1666757"/>
                </a:cubicBezTo>
                <a:cubicBezTo>
                  <a:pt x="1066087" y="1661160"/>
                  <a:pt x="1070048" y="1656639"/>
                  <a:pt x="1075380" y="1653193"/>
                </a:cubicBezTo>
                <a:cubicBezTo>
                  <a:pt x="1080711" y="1649746"/>
                  <a:pt x="1086706" y="1648023"/>
                  <a:pt x="1093362" y="1648023"/>
                </a:cubicBezTo>
                <a:close/>
                <a:moveTo>
                  <a:pt x="1025041" y="1647846"/>
                </a:moveTo>
                <a:cubicBezTo>
                  <a:pt x="1027516" y="1647846"/>
                  <a:pt x="1029622" y="1648715"/>
                  <a:pt x="1031359" y="1650453"/>
                </a:cubicBezTo>
                <a:cubicBezTo>
                  <a:pt x="1033097" y="1652191"/>
                  <a:pt x="1033966" y="1654297"/>
                  <a:pt x="1033966" y="1656771"/>
                </a:cubicBezTo>
                <a:cubicBezTo>
                  <a:pt x="1033966" y="1659246"/>
                  <a:pt x="1033097" y="1661367"/>
                  <a:pt x="1031359" y="1663134"/>
                </a:cubicBezTo>
                <a:cubicBezTo>
                  <a:pt x="1029622" y="1664901"/>
                  <a:pt x="1027516" y="1665785"/>
                  <a:pt x="1025041" y="1665785"/>
                </a:cubicBezTo>
                <a:cubicBezTo>
                  <a:pt x="1022567" y="1665785"/>
                  <a:pt x="1020446" y="1664901"/>
                  <a:pt x="1018679" y="1663134"/>
                </a:cubicBezTo>
                <a:cubicBezTo>
                  <a:pt x="1016911" y="1661367"/>
                  <a:pt x="1016028" y="1659246"/>
                  <a:pt x="1016028" y="1656771"/>
                </a:cubicBezTo>
                <a:cubicBezTo>
                  <a:pt x="1016028" y="1654297"/>
                  <a:pt x="1016897" y="1652191"/>
                  <a:pt x="1018634" y="1650453"/>
                </a:cubicBezTo>
                <a:cubicBezTo>
                  <a:pt x="1020373" y="1648715"/>
                  <a:pt x="1022508" y="1647846"/>
                  <a:pt x="1025041" y="1647846"/>
                </a:cubicBezTo>
                <a:close/>
                <a:moveTo>
                  <a:pt x="767429" y="1647846"/>
                </a:moveTo>
                <a:lnTo>
                  <a:pt x="771405" y="1647846"/>
                </a:lnTo>
                <a:lnTo>
                  <a:pt x="771405" y="1741427"/>
                </a:lnTo>
                <a:cubicBezTo>
                  <a:pt x="771405" y="1750911"/>
                  <a:pt x="771627" y="1756699"/>
                  <a:pt x="772068" y="1758791"/>
                </a:cubicBezTo>
                <a:cubicBezTo>
                  <a:pt x="772510" y="1760882"/>
                  <a:pt x="773217" y="1762340"/>
                  <a:pt x="774189" y="1763165"/>
                </a:cubicBezTo>
                <a:cubicBezTo>
                  <a:pt x="775161" y="1763990"/>
                  <a:pt x="776295" y="1764402"/>
                  <a:pt x="777591" y="1764402"/>
                </a:cubicBezTo>
                <a:cubicBezTo>
                  <a:pt x="779182" y="1764402"/>
                  <a:pt x="781303" y="1763901"/>
                  <a:pt x="783953" y="1762900"/>
                </a:cubicBezTo>
                <a:lnTo>
                  <a:pt x="784926" y="1765993"/>
                </a:lnTo>
                <a:lnTo>
                  <a:pt x="760890" y="1775978"/>
                </a:lnTo>
                <a:lnTo>
                  <a:pt x="756825" y="1775978"/>
                </a:lnTo>
                <a:lnTo>
                  <a:pt x="756825" y="1764402"/>
                </a:lnTo>
                <a:cubicBezTo>
                  <a:pt x="752878" y="1768526"/>
                  <a:pt x="749019" y="1771486"/>
                  <a:pt x="745249" y="1773283"/>
                </a:cubicBezTo>
                <a:cubicBezTo>
                  <a:pt x="741479" y="1775080"/>
                  <a:pt x="737414" y="1775978"/>
                  <a:pt x="733054" y="1775978"/>
                </a:cubicBezTo>
                <a:cubicBezTo>
                  <a:pt x="724218" y="1775978"/>
                  <a:pt x="716500" y="1772281"/>
                  <a:pt x="709902" y="1764888"/>
                </a:cubicBezTo>
                <a:cubicBezTo>
                  <a:pt x="703304" y="1757495"/>
                  <a:pt x="700005" y="1747995"/>
                  <a:pt x="700005" y="1736390"/>
                </a:cubicBezTo>
                <a:cubicBezTo>
                  <a:pt x="700005" y="1724784"/>
                  <a:pt x="703657" y="1714166"/>
                  <a:pt x="710963" y="1704534"/>
                </a:cubicBezTo>
                <a:cubicBezTo>
                  <a:pt x="718268" y="1694902"/>
                  <a:pt x="727664" y="1690086"/>
                  <a:pt x="739152" y="1690086"/>
                </a:cubicBezTo>
                <a:cubicBezTo>
                  <a:pt x="746280" y="1690086"/>
                  <a:pt x="752171" y="1692354"/>
                  <a:pt x="756825" y="1696890"/>
                </a:cubicBezTo>
                <a:lnTo>
                  <a:pt x="756825" y="1681956"/>
                </a:lnTo>
                <a:cubicBezTo>
                  <a:pt x="756825" y="1672707"/>
                  <a:pt x="756604" y="1667022"/>
                  <a:pt x="756162" y="1664901"/>
                </a:cubicBezTo>
                <a:cubicBezTo>
                  <a:pt x="755720" y="1662780"/>
                  <a:pt x="755028" y="1661337"/>
                  <a:pt x="754086" y="1660571"/>
                </a:cubicBezTo>
                <a:cubicBezTo>
                  <a:pt x="753143" y="1659805"/>
                  <a:pt x="751965" y="1659422"/>
                  <a:pt x="750551" y="1659422"/>
                </a:cubicBezTo>
                <a:cubicBezTo>
                  <a:pt x="749019" y="1659422"/>
                  <a:pt x="746987" y="1659894"/>
                  <a:pt x="744454" y="1660836"/>
                </a:cubicBezTo>
                <a:lnTo>
                  <a:pt x="743305" y="1657743"/>
                </a:lnTo>
                <a:close/>
                <a:moveTo>
                  <a:pt x="682141" y="1647846"/>
                </a:moveTo>
                <a:cubicBezTo>
                  <a:pt x="684616" y="1647846"/>
                  <a:pt x="686722" y="1648715"/>
                  <a:pt x="688459" y="1650453"/>
                </a:cubicBezTo>
                <a:cubicBezTo>
                  <a:pt x="690197" y="1652191"/>
                  <a:pt x="691066" y="1654297"/>
                  <a:pt x="691066" y="1656771"/>
                </a:cubicBezTo>
                <a:cubicBezTo>
                  <a:pt x="691066" y="1659246"/>
                  <a:pt x="690197" y="1661367"/>
                  <a:pt x="688459" y="1663134"/>
                </a:cubicBezTo>
                <a:cubicBezTo>
                  <a:pt x="686722" y="1664901"/>
                  <a:pt x="684616" y="1665785"/>
                  <a:pt x="682141" y="1665785"/>
                </a:cubicBezTo>
                <a:cubicBezTo>
                  <a:pt x="679667" y="1665785"/>
                  <a:pt x="677546" y="1664901"/>
                  <a:pt x="675779" y="1663134"/>
                </a:cubicBezTo>
                <a:cubicBezTo>
                  <a:pt x="674011" y="1661367"/>
                  <a:pt x="673128" y="1659246"/>
                  <a:pt x="673128" y="1656771"/>
                </a:cubicBezTo>
                <a:cubicBezTo>
                  <a:pt x="673128" y="1654297"/>
                  <a:pt x="673997" y="1652191"/>
                  <a:pt x="675735" y="1650453"/>
                </a:cubicBezTo>
                <a:cubicBezTo>
                  <a:pt x="677473" y="1648715"/>
                  <a:pt x="679608" y="1647846"/>
                  <a:pt x="682141" y="1647846"/>
                </a:cubicBezTo>
                <a:close/>
                <a:moveTo>
                  <a:pt x="10430643" y="1612611"/>
                </a:moveTo>
                <a:lnTo>
                  <a:pt x="10456539" y="1612611"/>
                </a:lnTo>
                <a:lnTo>
                  <a:pt x="10456539" y="1629131"/>
                </a:lnTo>
                <a:cubicBezTo>
                  <a:pt x="10417248" y="1633001"/>
                  <a:pt x="10385176" y="1640814"/>
                  <a:pt x="10360321" y="1652572"/>
                </a:cubicBezTo>
                <a:cubicBezTo>
                  <a:pt x="10335467" y="1664329"/>
                  <a:pt x="10310910" y="1682263"/>
                  <a:pt x="10286651" y="1706373"/>
                </a:cubicBezTo>
                <a:cubicBezTo>
                  <a:pt x="10262392" y="1730483"/>
                  <a:pt x="10242301" y="1757347"/>
                  <a:pt x="10226376" y="1786964"/>
                </a:cubicBezTo>
                <a:cubicBezTo>
                  <a:pt x="10210451" y="1816580"/>
                  <a:pt x="10197131" y="1851778"/>
                  <a:pt x="10186416" y="1892557"/>
                </a:cubicBezTo>
                <a:cubicBezTo>
                  <a:pt x="10229278" y="1863089"/>
                  <a:pt x="10272289" y="1848355"/>
                  <a:pt x="10315450" y="1848355"/>
                </a:cubicBezTo>
                <a:cubicBezTo>
                  <a:pt x="10356824" y="1848355"/>
                  <a:pt x="10392691" y="1865024"/>
                  <a:pt x="10423052" y="1898361"/>
                </a:cubicBezTo>
                <a:cubicBezTo>
                  <a:pt x="10453413" y="1931699"/>
                  <a:pt x="10468594" y="1974561"/>
                  <a:pt x="10468594" y="2026949"/>
                </a:cubicBezTo>
                <a:cubicBezTo>
                  <a:pt x="10468594" y="2077551"/>
                  <a:pt x="10453264" y="2123687"/>
                  <a:pt x="10422606" y="2165359"/>
                </a:cubicBezTo>
                <a:cubicBezTo>
                  <a:pt x="10385696" y="2215961"/>
                  <a:pt x="10336881" y="2241261"/>
                  <a:pt x="10276159" y="2241261"/>
                </a:cubicBezTo>
                <a:cubicBezTo>
                  <a:pt x="10234785" y="2241261"/>
                  <a:pt x="10199661" y="2227569"/>
                  <a:pt x="10170789" y="2200185"/>
                </a:cubicBezTo>
                <a:cubicBezTo>
                  <a:pt x="10114234" y="2146904"/>
                  <a:pt x="10085957" y="2077848"/>
                  <a:pt x="10085957" y="1993016"/>
                </a:cubicBezTo>
                <a:cubicBezTo>
                  <a:pt x="10085957" y="1938843"/>
                  <a:pt x="10096821" y="1887348"/>
                  <a:pt x="10118550" y="1838533"/>
                </a:cubicBezTo>
                <a:cubicBezTo>
                  <a:pt x="10140279" y="1789717"/>
                  <a:pt x="10171310" y="1746408"/>
                  <a:pt x="10211642" y="1708606"/>
                </a:cubicBezTo>
                <a:cubicBezTo>
                  <a:pt x="10251974" y="1670803"/>
                  <a:pt x="10290595" y="1645354"/>
                  <a:pt x="10327505" y="1632257"/>
                </a:cubicBezTo>
                <a:cubicBezTo>
                  <a:pt x="10364414" y="1619160"/>
                  <a:pt x="10398793" y="1612611"/>
                  <a:pt x="10430643" y="1612611"/>
                </a:cubicBezTo>
                <a:close/>
                <a:moveTo>
                  <a:pt x="9479804" y="1591035"/>
                </a:moveTo>
                <a:cubicBezTo>
                  <a:pt x="9470908" y="1594569"/>
                  <a:pt x="9465164" y="1597073"/>
                  <a:pt x="9462572" y="1598546"/>
                </a:cubicBezTo>
                <a:cubicBezTo>
                  <a:pt x="9457918" y="1601138"/>
                  <a:pt x="9454590" y="1603848"/>
                  <a:pt x="9452587" y="1606676"/>
                </a:cubicBezTo>
                <a:cubicBezTo>
                  <a:pt x="9450584" y="1609503"/>
                  <a:pt x="9449582" y="1612596"/>
                  <a:pt x="9449582" y="1615954"/>
                </a:cubicBezTo>
                <a:cubicBezTo>
                  <a:pt x="9449582" y="1620196"/>
                  <a:pt x="9450849" y="1623716"/>
                  <a:pt x="9453382" y="1626514"/>
                </a:cubicBezTo>
                <a:cubicBezTo>
                  <a:pt x="9455915" y="1629312"/>
                  <a:pt x="9458831" y="1630711"/>
                  <a:pt x="9462130" y="1630711"/>
                </a:cubicBezTo>
                <a:cubicBezTo>
                  <a:pt x="9466608" y="1630711"/>
                  <a:pt x="9472499" y="1627766"/>
                  <a:pt x="9479804" y="1621875"/>
                </a:cubicBezTo>
                <a:close/>
                <a:moveTo>
                  <a:pt x="9210257" y="1562139"/>
                </a:moveTo>
                <a:cubicBezTo>
                  <a:pt x="9205368" y="1562139"/>
                  <a:pt x="9200994" y="1564039"/>
                  <a:pt x="9197135" y="1567838"/>
                </a:cubicBezTo>
                <a:cubicBezTo>
                  <a:pt x="9193276" y="1571638"/>
                  <a:pt x="9191023" y="1576925"/>
                  <a:pt x="9190375" y="1583700"/>
                </a:cubicBezTo>
                <a:lnTo>
                  <a:pt x="9227842" y="1583700"/>
                </a:lnTo>
                <a:cubicBezTo>
                  <a:pt x="9227548" y="1578516"/>
                  <a:pt x="9226929" y="1574864"/>
                  <a:pt x="9225987" y="1572743"/>
                </a:cubicBezTo>
                <a:cubicBezTo>
                  <a:pt x="9224514" y="1569444"/>
                  <a:pt x="9222319" y="1566852"/>
                  <a:pt x="9219403" y="1564966"/>
                </a:cubicBezTo>
                <a:cubicBezTo>
                  <a:pt x="9216487" y="1563081"/>
                  <a:pt x="9213439" y="1562139"/>
                  <a:pt x="9210257" y="1562139"/>
                </a:cubicBezTo>
                <a:close/>
                <a:moveTo>
                  <a:pt x="8823090" y="1561697"/>
                </a:moveTo>
                <a:cubicBezTo>
                  <a:pt x="8819968" y="1561697"/>
                  <a:pt x="8816831" y="1562625"/>
                  <a:pt x="8813679" y="1564480"/>
                </a:cubicBezTo>
                <a:cubicBezTo>
                  <a:pt x="8810528" y="1566336"/>
                  <a:pt x="8807980" y="1569591"/>
                  <a:pt x="8806036" y="1574245"/>
                </a:cubicBezTo>
                <a:cubicBezTo>
                  <a:pt x="8804092" y="1578899"/>
                  <a:pt x="8803120" y="1584878"/>
                  <a:pt x="8803120" y="1592183"/>
                </a:cubicBezTo>
                <a:cubicBezTo>
                  <a:pt x="8803120" y="1603966"/>
                  <a:pt x="8805461" y="1614128"/>
                  <a:pt x="8810145" y="1622670"/>
                </a:cubicBezTo>
                <a:cubicBezTo>
                  <a:pt x="8814828" y="1631212"/>
                  <a:pt x="8820999" y="1635483"/>
                  <a:pt x="8828657" y="1635483"/>
                </a:cubicBezTo>
                <a:cubicBezTo>
                  <a:pt x="8834372" y="1635483"/>
                  <a:pt x="8839085" y="1633127"/>
                  <a:pt x="8842796" y="1628414"/>
                </a:cubicBezTo>
                <a:cubicBezTo>
                  <a:pt x="8846508" y="1623701"/>
                  <a:pt x="8848363" y="1615601"/>
                  <a:pt x="8848363" y="1604113"/>
                </a:cubicBezTo>
                <a:cubicBezTo>
                  <a:pt x="8848363" y="1589739"/>
                  <a:pt x="8845270" y="1578428"/>
                  <a:pt x="8839085" y="1570180"/>
                </a:cubicBezTo>
                <a:cubicBezTo>
                  <a:pt x="8834902" y="1564525"/>
                  <a:pt x="8829571" y="1561697"/>
                  <a:pt x="8823090" y="1561697"/>
                </a:cubicBezTo>
                <a:close/>
                <a:moveTo>
                  <a:pt x="9634306" y="1561343"/>
                </a:moveTo>
                <a:cubicBezTo>
                  <a:pt x="9629122" y="1561343"/>
                  <a:pt x="9624497" y="1563670"/>
                  <a:pt x="9620432" y="1568324"/>
                </a:cubicBezTo>
                <a:cubicBezTo>
                  <a:pt x="9615071" y="1574451"/>
                  <a:pt x="9612391" y="1583406"/>
                  <a:pt x="9612391" y="1595188"/>
                </a:cubicBezTo>
                <a:cubicBezTo>
                  <a:pt x="9612391" y="1607088"/>
                  <a:pt x="9614983" y="1616204"/>
                  <a:pt x="9620167" y="1622537"/>
                </a:cubicBezTo>
                <a:cubicBezTo>
                  <a:pt x="9625351" y="1628870"/>
                  <a:pt x="9631125" y="1632037"/>
                  <a:pt x="9637487" y="1632037"/>
                </a:cubicBezTo>
                <a:cubicBezTo>
                  <a:pt x="9642848" y="1632037"/>
                  <a:pt x="9648032" y="1629356"/>
                  <a:pt x="9653040" y="1623995"/>
                </a:cubicBezTo>
                <a:lnTo>
                  <a:pt x="9653040" y="1582286"/>
                </a:lnTo>
                <a:cubicBezTo>
                  <a:pt x="9652686" y="1578280"/>
                  <a:pt x="9651626" y="1574628"/>
                  <a:pt x="9649859" y="1571329"/>
                </a:cubicBezTo>
                <a:cubicBezTo>
                  <a:pt x="9648091" y="1568030"/>
                  <a:pt x="9645749" y="1565541"/>
                  <a:pt x="9642833" y="1563862"/>
                </a:cubicBezTo>
                <a:cubicBezTo>
                  <a:pt x="9639917" y="1562183"/>
                  <a:pt x="9637075" y="1561343"/>
                  <a:pt x="9634306" y="1561343"/>
                </a:cubicBezTo>
                <a:close/>
                <a:moveTo>
                  <a:pt x="9119956" y="1561343"/>
                </a:moveTo>
                <a:cubicBezTo>
                  <a:pt x="9114772" y="1561343"/>
                  <a:pt x="9110147" y="1563670"/>
                  <a:pt x="9106082" y="1568324"/>
                </a:cubicBezTo>
                <a:cubicBezTo>
                  <a:pt x="9100721" y="1574451"/>
                  <a:pt x="9098041" y="1583406"/>
                  <a:pt x="9098041" y="1595188"/>
                </a:cubicBezTo>
                <a:cubicBezTo>
                  <a:pt x="9098041" y="1607088"/>
                  <a:pt x="9100633" y="1616204"/>
                  <a:pt x="9105817" y="1622537"/>
                </a:cubicBezTo>
                <a:cubicBezTo>
                  <a:pt x="9111001" y="1628870"/>
                  <a:pt x="9116775" y="1632037"/>
                  <a:pt x="9123137" y="1632037"/>
                </a:cubicBezTo>
                <a:cubicBezTo>
                  <a:pt x="9128498" y="1632037"/>
                  <a:pt x="9133682" y="1629356"/>
                  <a:pt x="9138690" y="1623995"/>
                </a:cubicBezTo>
                <a:lnTo>
                  <a:pt x="9138690" y="1582286"/>
                </a:lnTo>
                <a:cubicBezTo>
                  <a:pt x="9138336" y="1578280"/>
                  <a:pt x="9137276" y="1574628"/>
                  <a:pt x="9135509" y="1571329"/>
                </a:cubicBezTo>
                <a:cubicBezTo>
                  <a:pt x="9133741" y="1568030"/>
                  <a:pt x="9131399" y="1565541"/>
                  <a:pt x="9128483" y="1563862"/>
                </a:cubicBezTo>
                <a:cubicBezTo>
                  <a:pt x="9125567" y="1562183"/>
                  <a:pt x="9122725" y="1561343"/>
                  <a:pt x="9119956" y="1561343"/>
                </a:cubicBezTo>
                <a:close/>
                <a:moveTo>
                  <a:pt x="8904588" y="1558339"/>
                </a:moveTo>
                <a:lnTo>
                  <a:pt x="8932953" y="1558339"/>
                </a:lnTo>
                <a:lnTo>
                  <a:pt x="8932953" y="1612508"/>
                </a:lnTo>
                <a:cubicBezTo>
                  <a:pt x="8932953" y="1620048"/>
                  <a:pt x="8934264" y="1624997"/>
                  <a:pt x="8936886" y="1627353"/>
                </a:cubicBezTo>
                <a:cubicBezTo>
                  <a:pt x="8939507" y="1629710"/>
                  <a:pt x="8942674" y="1630888"/>
                  <a:pt x="8946385" y="1630888"/>
                </a:cubicBezTo>
                <a:cubicBezTo>
                  <a:pt x="8948918" y="1630888"/>
                  <a:pt x="8951790" y="1630093"/>
                  <a:pt x="8955001" y="1628502"/>
                </a:cubicBezTo>
                <a:cubicBezTo>
                  <a:pt x="8958212" y="1626912"/>
                  <a:pt x="8962026" y="1623878"/>
                  <a:pt x="8966444" y="1619400"/>
                </a:cubicBezTo>
                <a:lnTo>
                  <a:pt x="8966444" y="1573538"/>
                </a:lnTo>
                <a:cubicBezTo>
                  <a:pt x="8966444" y="1568943"/>
                  <a:pt x="8965605" y="1565835"/>
                  <a:pt x="8963926" y="1564215"/>
                </a:cubicBezTo>
                <a:cubicBezTo>
                  <a:pt x="8962247" y="1562595"/>
                  <a:pt x="8958757" y="1561726"/>
                  <a:pt x="8953455" y="1561609"/>
                </a:cubicBezTo>
                <a:lnTo>
                  <a:pt x="8953455" y="1558339"/>
                </a:lnTo>
                <a:lnTo>
                  <a:pt x="8981025" y="1558339"/>
                </a:lnTo>
                <a:lnTo>
                  <a:pt x="8981025" y="1607382"/>
                </a:lnTo>
                <a:cubicBezTo>
                  <a:pt x="8981025" y="1616749"/>
                  <a:pt x="8981246" y="1622478"/>
                  <a:pt x="8981688" y="1624570"/>
                </a:cubicBezTo>
                <a:cubicBezTo>
                  <a:pt x="8982129" y="1626661"/>
                  <a:pt x="8982836" y="1628119"/>
                  <a:pt x="8983808" y="1628944"/>
                </a:cubicBezTo>
                <a:cubicBezTo>
                  <a:pt x="8984781" y="1629769"/>
                  <a:pt x="8985915" y="1630181"/>
                  <a:pt x="8987211" y="1630181"/>
                </a:cubicBezTo>
                <a:cubicBezTo>
                  <a:pt x="8989037" y="1630181"/>
                  <a:pt x="8991099" y="1629680"/>
                  <a:pt x="8993396" y="1628679"/>
                </a:cubicBezTo>
                <a:lnTo>
                  <a:pt x="8994633" y="1631772"/>
                </a:lnTo>
                <a:lnTo>
                  <a:pt x="8970421" y="1641757"/>
                </a:lnTo>
                <a:lnTo>
                  <a:pt x="8966444" y="1641757"/>
                </a:lnTo>
                <a:lnTo>
                  <a:pt x="8966444" y="1624614"/>
                </a:lnTo>
                <a:cubicBezTo>
                  <a:pt x="8959493" y="1632155"/>
                  <a:pt x="8954191" y="1636897"/>
                  <a:pt x="8950538" y="1638841"/>
                </a:cubicBezTo>
                <a:cubicBezTo>
                  <a:pt x="8946886" y="1640785"/>
                  <a:pt x="8943027" y="1641757"/>
                  <a:pt x="8938962" y="1641757"/>
                </a:cubicBezTo>
                <a:cubicBezTo>
                  <a:pt x="8934426" y="1641757"/>
                  <a:pt x="8930494" y="1640446"/>
                  <a:pt x="8927165" y="1637825"/>
                </a:cubicBezTo>
                <a:cubicBezTo>
                  <a:pt x="8923837" y="1635203"/>
                  <a:pt x="8921525" y="1631831"/>
                  <a:pt x="8920229" y="1627707"/>
                </a:cubicBezTo>
                <a:cubicBezTo>
                  <a:pt x="8918933" y="1623583"/>
                  <a:pt x="8918285" y="1617751"/>
                  <a:pt x="8918285" y="1610210"/>
                </a:cubicBezTo>
                <a:lnTo>
                  <a:pt x="8918285" y="1574068"/>
                </a:lnTo>
                <a:cubicBezTo>
                  <a:pt x="8918285" y="1570239"/>
                  <a:pt x="8917872" y="1567588"/>
                  <a:pt x="8917047" y="1566115"/>
                </a:cubicBezTo>
                <a:cubicBezTo>
                  <a:pt x="8916223" y="1564642"/>
                  <a:pt x="8915000" y="1563508"/>
                  <a:pt x="8913380" y="1562713"/>
                </a:cubicBezTo>
                <a:cubicBezTo>
                  <a:pt x="8911760" y="1561918"/>
                  <a:pt x="8908829" y="1561550"/>
                  <a:pt x="8904588" y="1561609"/>
                </a:cubicBezTo>
                <a:close/>
                <a:moveTo>
                  <a:pt x="9529936" y="1555953"/>
                </a:moveTo>
                <a:lnTo>
                  <a:pt x="9533735" y="1555953"/>
                </a:lnTo>
                <a:lnTo>
                  <a:pt x="9533735" y="1573096"/>
                </a:lnTo>
                <a:cubicBezTo>
                  <a:pt x="9543220" y="1561667"/>
                  <a:pt x="9552263" y="1555953"/>
                  <a:pt x="9560864" y="1555953"/>
                </a:cubicBezTo>
                <a:cubicBezTo>
                  <a:pt x="9565282" y="1555953"/>
                  <a:pt x="9569082" y="1557058"/>
                  <a:pt x="9572263" y="1559267"/>
                </a:cubicBezTo>
                <a:cubicBezTo>
                  <a:pt x="9575444" y="1561476"/>
                  <a:pt x="9577978" y="1565114"/>
                  <a:pt x="9579863" y="1570180"/>
                </a:cubicBezTo>
                <a:cubicBezTo>
                  <a:pt x="9581159" y="1573715"/>
                  <a:pt x="9581807" y="1579135"/>
                  <a:pt x="9581807" y="1586440"/>
                </a:cubicBezTo>
                <a:lnTo>
                  <a:pt x="9581807" y="1620991"/>
                </a:lnTo>
                <a:cubicBezTo>
                  <a:pt x="9581807" y="1626116"/>
                  <a:pt x="9582219" y="1629592"/>
                  <a:pt x="9583044" y="1631418"/>
                </a:cubicBezTo>
                <a:cubicBezTo>
                  <a:pt x="9583692" y="1632891"/>
                  <a:pt x="9584738" y="1634040"/>
                  <a:pt x="9586181" y="1634865"/>
                </a:cubicBezTo>
                <a:cubicBezTo>
                  <a:pt x="9587624" y="1635689"/>
                  <a:pt x="9590290" y="1636102"/>
                  <a:pt x="9594178" y="1636102"/>
                </a:cubicBezTo>
                <a:lnTo>
                  <a:pt x="9594178" y="1639283"/>
                </a:lnTo>
                <a:lnTo>
                  <a:pt x="9554148" y="1639283"/>
                </a:lnTo>
                <a:lnTo>
                  <a:pt x="9554148" y="1636102"/>
                </a:lnTo>
                <a:lnTo>
                  <a:pt x="9555827" y="1636102"/>
                </a:lnTo>
                <a:cubicBezTo>
                  <a:pt x="9559597" y="1636102"/>
                  <a:pt x="9562234" y="1635527"/>
                  <a:pt x="9563736" y="1634379"/>
                </a:cubicBezTo>
                <a:cubicBezTo>
                  <a:pt x="9565238" y="1633230"/>
                  <a:pt x="9566284" y="1631536"/>
                  <a:pt x="9566873" y="1629297"/>
                </a:cubicBezTo>
                <a:cubicBezTo>
                  <a:pt x="9567109" y="1628414"/>
                  <a:pt x="9567226" y="1625645"/>
                  <a:pt x="9567226" y="1620991"/>
                </a:cubicBezTo>
                <a:lnTo>
                  <a:pt x="9567226" y="1587853"/>
                </a:lnTo>
                <a:cubicBezTo>
                  <a:pt x="9567226" y="1580490"/>
                  <a:pt x="9566269" y="1575143"/>
                  <a:pt x="9564354" y="1571815"/>
                </a:cubicBezTo>
                <a:cubicBezTo>
                  <a:pt x="9562440" y="1568486"/>
                  <a:pt x="9559214" y="1566822"/>
                  <a:pt x="9554678" y="1566822"/>
                </a:cubicBezTo>
                <a:cubicBezTo>
                  <a:pt x="9547668" y="1566822"/>
                  <a:pt x="9540687" y="1570651"/>
                  <a:pt x="9533735" y="1578310"/>
                </a:cubicBezTo>
                <a:lnTo>
                  <a:pt x="9533735" y="1620991"/>
                </a:lnTo>
                <a:cubicBezTo>
                  <a:pt x="9533735" y="1626470"/>
                  <a:pt x="9534059" y="1629857"/>
                  <a:pt x="9534707" y="1631153"/>
                </a:cubicBezTo>
                <a:cubicBezTo>
                  <a:pt x="9535532" y="1632862"/>
                  <a:pt x="9536666" y="1634113"/>
                  <a:pt x="9538109" y="1634909"/>
                </a:cubicBezTo>
                <a:cubicBezTo>
                  <a:pt x="9539553" y="1635704"/>
                  <a:pt x="9542484" y="1636102"/>
                  <a:pt x="9546902" y="1636102"/>
                </a:cubicBezTo>
                <a:lnTo>
                  <a:pt x="9546902" y="1639283"/>
                </a:lnTo>
                <a:lnTo>
                  <a:pt x="9506872" y="1639283"/>
                </a:lnTo>
                <a:lnTo>
                  <a:pt x="9506872" y="1636102"/>
                </a:lnTo>
                <a:lnTo>
                  <a:pt x="9508639" y="1636102"/>
                </a:lnTo>
                <a:cubicBezTo>
                  <a:pt x="9512763" y="1636102"/>
                  <a:pt x="9515547" y="1635056"/>
                  <a:pt x="9516990" y="1632965"/>
                </a:cubicBezTo>
                <a:cubicBezTo>
                  <a:pt x="9518433" y="1630873"/>
                  <a:pt x="9519155" y="1626882"/>
                  <a:pt x="9519155" y="1620991"/>
                </a:cubicBezTo>
                <a:lnTo>
                  <a:pt x="9519155" y="1590946"/>
                </a:lnTo>
                <a:cubicBezTo>
                  <a:pt x="9519155" y="1581226"/>
                  <a:pt x="9518934" y="1575305"/>
                  <a:pt x="9518492" y="1573185"/>
                </a:cubicBezTo>
                <a:cubicBezTo>
                  <a:pt x="9518050" y="1571064"/>
                  <a:pt x="9517373" y="1569620"/>
                  <a:pt x="9516460" y="1568855"/>
                </a:cubicBezTo>
                <a:cubicBezTo>
                  <a:pt x="9515547" y="1568089"/>
                  <a:pt x="9514324" y="1567706"/>
                  <a:pt x="9512792" y="1567706"/>
                </a:cubicBezTo>
                <a:cubicBezTo>
                  <a:pt x="9511143" y="1567706"/>
                  <a:pt x="9509169" y="1568148"/>
                  <a:pt x="9506872" y="1569031"/>
                </a:cubicBezTo>
                <a:lnTo>
                  <a:pt x="9505546" y="1565850"/>
                </a:lnTo>
                <a:close/>
                <a:moveTo>
                  <a:pt x="9467432" y="1555953"/>
                </a:moveTo>
                <a:cubicBezTo>
                  <a:pt x="9474620" y="1555953"/>
                  <a:pt x="9480511" y="1557161"/>
                  <a:pt x="9485106" y="1559576"/>
                </a:cubicBezTo>
                <a:cubicBezTo>
                  <a:pt x="9488581" y="1561402"/>
                  <a:pt x="9491144" y="1564260"/>
                  <a:pt x="9492794" y="1568148"/>
                </a:cubicBezTo>
                <a:cubicBezTo>
                  <a:pt x="9493854" y="1570681"/>
                  <a:pt x="9494384" y="1575865"/>
                  <a:pt x="9494384" y="1583700"/>
                </a:cubicBezTo>
                <a:lnTo>
                  <a:pt x="9494384" y="1611182"/>
                </a:lnTo>
                <a:cubicBezTo>
                  <a:pt x="9494384" y="1618900"/>
                  <a:pt x="9494531" y="1623627"/>
                  <a:pt x="9494826" y="1625365"/>
                </a:cubicBezTo>
                <a:cubicBezTo>
                  <a:pt x="9495121" y="1627103"/>
                  <a:pt x="9495607" y="1628266"/>
                  <a:pt x="9496284" y="1628856"/>
                </a:cubicBezTo>
                <a:cubicBezTo>
                  <a:pt x="9496962" y="1629445"/>
                  <a:pt x="9497742" y="1629739"/>
                  <a:pt x="9498626" y="1629739"/>
                </a:cubicBezTo>
                <a:cubicBezTo>
                  <a:pt x="9499568" y="1629739"/>
                  <a:pt x="9500393" y="1629533"/>
                  <a:pt x="9501100" y="1629121"/>
                </a:cubicBezTo>
                <a:cubicBezTo>
                  <a:pt x="9502337" y="1628355"/>
                  <a:pt x="9504723" y="1626205"/>
                  <a:pt x="9508258" y="1622670"/>
                </a:cubicBezTo>
                <a:lnTo>
                  <a:pt x="9508258" y="1627618"/>
                </a:lnTo>
                <a:cubicBezTo>
                  <a:pt x="9501660" y="1636455"/>
                  <a:pt x="9495356" y="1640873"/>
                  <a:pt x="9489347" y="1640873"/>
                </a:cubicBezTo>
                <a:cubicBezTo>
                  <a:pt x="9486461" y="1640873"/>
                  <a:pt x="9484163" y="1639872"/>
                  <a:pt x="9482455" y="1637869"/>
                </a:cubicBezTo>
                <a:cubicBezTo>
                  <a:pt x="9480746" y="1635866"/>
                  <a:pt x="9479863" y="1632449"/>
                  <a:pt x="9479804" y="1627618"/>
                </a:cubicBezTo>
                <a:cubicBezTo>
                  <a:pt x="9471497" y="1634040"/>
                  <a:pt x="9466284" y="1637751"/>
                  <a:pt x="9464163" y="1638753"/>
                </a:cubicBezTo>
                <a:cubicBezTo>
                  <a:pt x="9460982" y="1640225"/>
                  <a:pt x="9457594" y="1640962"/>
                  <a:pt x="9454001" y="1640962"/>
                </a:cubicBezTo>
                <a:cubicBezTo>
                  <a:pt x="9448404" y="1640962"/>
                  <a:pt x="9443794" y="1639047"/>
                  <a:pt x="9440171" y="1635218"/>
                </a:cubicBezTo>
                <a:cubicBezTo>
                  <a:pt x="9436548" y="1631389"/>
                  <a:pt x="9434737" y="1626352"/>
                  <a:pt x="9434737" y="1620107"/>
                </a:cubicBezTo>
                <a:cubicBezTo>
                  <a:pt x="9434737" y="1616160"/>
                  <a:pt x="9435620" y="1612743"/>
                  <a:pt x="9437388" y="1609857"/>
                </a:cubicBezTo>
                <a:cubicBezTo>
                  <a:pt x="9439803" y="1605851"/>
                  <a:pt x="9444001" y="1602080"/>
                  <a:pt x="9449980" y="1598546"/>
                </a:cubicBezTo>
                <a:cubicBezTo>
                  <a:pt x="9455959" y="1595011"/>
                  <a:pt x="9465901" y="1590711"/>
                  <a:pt x="9479804" y="1585644"/>
                </a:cubicBezTo>
                <a:lnTo>
                  <a:pt x="9479804" y="1582463"/>
                </a:lnTo>
                <a:cubicBezTo>
                  <a:pt x="9479804" y="1574392"/>
                  <a:pt x="9478522" y="1568855"/>
                  <a:pt x="9475960" y="1565850"/>
                </a:cubicBezTo>
                <a:cubicBezTo>
                  <a:pt x="9473397" y="1562846"/>
                  <a:pt x="9469671" y="1561343"/>
                  <a:pt x="9464781" y="1561343"/>
                </a:cubicBezTo>
                <a:cubicBezTo>
                  <a:pt x="9461070" y="1561343"/>
                  <a:pt x="9458124" y="1562345"/>
                  <a:pt x="9455945" y="1564348"/>
                </a:cubicBezTo>
                <a:cubicBezTo>
                  <a:pt x="9453706" y="1566351"/>
                  <a:pt x="9452587" y="1568648"/>
                  <a:pt x="9452587" y="1571241"/>
                </a:cubicBezTo>
                <a:lnTo>
                  <a:pt x="9452764" y="1576366"/>
                </a:lnTo>
                <a:cubicBezTo>
                  <a:pt x="9452764" y="1579076"/>
                  <a:pt x="9452071" y="1581167"/>
                  <a:pt x="9450687" y="1582640"/>
                </a:cubicBezTo>
                <a:cubicBezTo>
                  <a:pt x="9449303" y="1584113"/>
                  <a:pt x="9447491" y="1584849"/>
                  <a:pt x="9445252" y="1584849"/>
                </a:cubicBezTo>
                <a:cubicBezTo>
                  <a:pt x="9443073" y="1584849"/>
                  <a:pt x="9441291" y="1584083"/>
                  <a:pt x="9439906" y="1582551"/>
                </a:cubicBezTo>
                <a:cubicBezTo>
                  <a:pt x="9438522" y="1581020"/>
                  <a:pt x="9437830" y="1578928"/>
                  <a:pt x="9437830" y="1576277"/>
                </a:cubicBezTo>
                <a:cubicBezTo>
                  <a:pt x="9437830" y="1571211"/>
                  <a:pt x="9440422" y="1566557"/>
                  <a:pt x="9445606" y="1562315"/>
                </a:cubicBezTo>
                <a:cubicBezTo>
                  <a:pt x="9450790" y="1558074"/>
                  <a:pt x="9458066" y="1555953"/>
                  <a:pt x="9467432" y="1555953"/>
                </a:cubicBezTo>
                <a:close/>
                <a:moveTo>
                  <a:pt x="9337864" y="1555953"/>
                </a:moveTo>
                <a:cubicBezTo>
                  <a:pt x="9341045" y="1555953"/>
                  <a:pt x="9344903" y="1556631"/>
                  <a:pt x="9349440" y="1557986"/>
                </a:cubicBezTo>
                <a:cubicBezTo>
                  <a:pt x="9352444" y="1558869"/>
                  <a:pt x="9354447" y="1559311"/>
                  <a:pt x="9355449" y="1559311"/>
                </a:cubicBezTo>
                <a:cubicBezTo>
                  <a:pt x="9356391" y="1559311"/>
                  <a:pt x="9357128" y="1559105"/>
                  <a:pt x="9357658" y="1558692"/>
                </a:cubicBezTo>
                <a:cubicBezTo>
                  <a:pt x="9358188" y="1558280"/>
                  <a:pt x="9358807" y="1557367"/>
                  <a:pt x="9359513" y="1555953"/>
                </a:cubicBezTo>
                <a:lnTo>
                  <a:pt x="9362430" y="1555953"/>
                </a:lnTo>
                <a:lnTo>
                  <a:pt x="9362430" y="1583523"/>
                </a:lnTo>
                <a:lnTo>
                  <a:pt x="9359513" y="1583523"/>
                </a:lnTo>
                <a:cubicBezTo>
                  <a:pt x="9357275" y="1574864"/>
                  <a:pt x="9354403" y="1568972"/>
                  <a:pt x="9350898" y="1565850"/>
                </a:cubicBezTo>
                <a:cubicBezTo>
                  <a:pt x="9347392" y="1562728"/>
                  <a:pt x="9342930" y="1561167"/>
                  <a:pt x="9337510" y="1561167"/>
                </a:cubicBezTo>
                <a:cubicBezTo>
                  <a:pt x="9333386" y="1561167"/>
                  <a:pt x="9330058" y="1562257"/>
                  <a:pt x="9327525" y="1564436"/>
                </a:cubicBezTo>
                <a:cubicBezTo>
                  <a:pt x="9324991" y="1566616"/>
                  <a:pt x="9323725" y="1569031"/>
                  <a:pt x="9323725" y="1571682"/>
                </a:cubicBezTo>
                <a:cubicBezTo>
                  <a:pt x="9323725" y="1574981"/>
                  <a:pt x="9324667" y="1577809"/>
                  <a:pt x="9326553" y="1580166"/>
                </a:cubicBezTo>
                <a:cubicBezTo>
                  <a:pt x="9328379" y="1582581"/>
                  <a:pt x="9332090" y="1585144"/>
                  <a:pt x="9337687" y="1587853"/>
                </a:cubicBezTo>
                <a:lnTo>
                  <a:pt x="9350588" y="1594127"/>
                </a:lnTo>
                <a:cubicBezTo>
                  <a:pt x="9362547" y="1599960"/>
                  <a:pt x="9368527" y="1607648"/>
                  <a:pt x="9368527" y="1617191"/>
                </a:cubicBezTo>
                <a:cubicBezTo>
                  <a:pt x="9368527" y="1624555"/>
                  <a:pt x="9365743" y="1630490"/>
                  <a:pt x="9360176" y="1634997"/>
                </a:cubicBezTo>
                <a:cubicBezTo>
                  <a:pt x="9354609" y="1639504"/>
                  <a:pt x="9348379" y="1641757"/>
                  <a:pt x="9341487" y="1641757"/>
                </a:cubicBezTo>
                <a:cubicBezTo>
                  <a:pt x="9336538" y="1641757"/>
                  <a:pt x="9330883" y="1640873"/>
                  <a:pt x="9324520" y="1639106"/>
                </a:cubicBezTo>
                <a:cubicBezTo>
                  <a:pt x="9322576" y="1638517"/>
                  <a:pt x="9320986" y="1638222"/>
                  <a:pt x="9319748" y="1638222"/>
                </a:cubicBezTo>
                <a:cubicBezTo>
                  <a:pt x="9318393" y="1638222"/>
                  <a:pt x="9317333" y="1638988"/>
                  <a:pt x="9316567" y="1640520"/>
                </a:cubicBezTo>
                <a:lnTo>
                  <a:pt x="9313651" y="1640520"/>
                </a:lnTo>
                <a:lnTo>
                  <a:pt x="9313651" y="1611624"/>
                </a:lnTo>
                <a:lnTo>
                  <a:pt x="9316567" y="1611624"/>
                </a:lnTo>
                <a:cubicBezTo>
                  <a:pt x="9318217" y="1619872"/>
                  <a:pt x="9321368" y="1626087"/>
                  <a:pt x="9326022" y="1630269"/>
                </a:cubicBezTo>
                <a:cubicBezTo>
                  <a:pt x="9330676" y="1634452"/>
                  <a:pt x="9335890" y="1636543"/>
                  <a:pt x="9341663" y="1636543"/>
                </a:cubicBezTo>
                <a:cubicBezTo>
                  <a:pt x="9345728" y="1636543"/>
                  <a:pt x="9349042" y="1635351"/>
                  <a:pt x="9351605" y="1632965"/>
                </a:cubicBezTo>
                <a:cubicBezTo>
                  <a:pt x="9354167" y="1630579"/>
                  <a:pt x="9355449" y="1627707"/>
                  <a:pt x="9355449" y="1624349"/>
                </a:cubicBezTo>
                <a:cubicBezTo>
                  <a:pt x="9355449" y="1620284"/>
                  <a:pt x="9354020" y="1616867"/>
                  <a:pt x="9351163" y="1614098"/>
                </a:cubicBezTo>
                <a:cubicBezTo>
                  <a:pt x="9348306" y="1611330"/>
                  <a:pt x="9342606" y="1607824"/>
                  <a:pt x="9334064" y="1603583"/>
                </a:cubicBezTo>
                <a:cubicBezTo>
                  <a:pt x="9325522" y="1599341"/>
                  <a:pt x="9319925" y="1595512"/>
                  <a:pt x="9317274" y="1592095"/>
                </a:cubicBezTo>
                <a:cubicBezTo>
                  <a:pt x="9314623" y="1588737"/>
                  <a:pt x="9313298" y="1584496"/>
                  <a:pt x="9313298" y="1579370"/>
                </a:cubicBezTo>
                <a:cubicBezTo>
                  <a:pt x="9313298" y="1572713"/>
                  <a:pt x="9315580" y="1567146"/>
                  <a:pt x="9320146" y="1562669"/>
                </a:cubicBezTo>
                <a:cubicBezTo>
                  <a:pt x="9324712" y="1558192"/>
                  <a:pt x="9330617" y="1555953"/>
                  <a:pt x="9337864" y="1555953"/>
                </a:cubicBezTo>
                <a:close/>
                <a:moveTo>
                  <a:pt x="9272937" y="1555953"/>
                </a:moveTo>
                <a:lnTo>
                  <a:pt x="9276649" y="1555953"/>
                </a:lnTo>
                <a:lnTo>
                  <a:pt x="9276649" y="1574157"/>
                </a:lnTo>
                <a:cubicBezTo>
                  <a:pt x="9283424" y="1562021"/>
                  <a:pt x="9290375" y="1555953"/>
                  <a:pt x="9297503" y="1555953"/>
                </a:cubicBezTo>
                <a:cubicBezTo>
                  <a:pt x="9300743" y="1555953"/>
                  <a:pt x="9303424" y="1556940"/>
                  <a:pt x="9305545" y="1558913"/>
                </a:cubicBezTo>
                <a:cubicBezTo>
                  <a:pt x="9307665" y="1560887"/>
                  <a:pt x="9308726" y="1563170"/>
                  <a:pt x="9308726" y="1565762"/>
                </a:cubicBezTo>
                <a:cubicBezTo>
                  <a:pt x="9308726" y="1568059"/>
                  <a:pt x="9307960" y="1570003"/>
                  <a:pt x="9306428" y="1571594"/>
                </a:cubicBezTo>
                <a:cubicBezTo>
                  <a:pt x="9304897" y="1573185"/>
                  <a:pt x="9303070" y="1573980"/>
                  <a:pt x="9300950" y="1573980"/>
                </a:cubicBezTo>
                <a:cubicBezTo>
                  <a:pt x="9298888" y="1573980"/>
                  <a:pt x="9296575" y="1572964"/>
                  <a:pt x="9294013" y="1570931"/>
                </a:cubicBezTo>
                <a:cubicBezTo>
                  <a:pt x="9291450" y="1568899"/>
                  <a:pt x="9289550" y="1567883"/>
                  <a:pt x="9288313" y="1567883"/>
                </a:cubicBezTo>
                <a:cubicBezTo>
                  <a:pt x="9287253" y="1567883"/>
                  <a:pt x="9286104" y="1568472"/>
                  <a:pt x="9284867" y="1569650"/>
                </a:cubicBezTo>
                <a:cubicBezTo>
                  <a:pt x="9282216" y="1572065"/>
                  <a:pt x="9279476" y="1576042"/>
                  <a:pt x="9276649" y="1581579"/>
                </a:cubicBezTo>
                <a:lnTo>
                  <a:pt x="9276649" y="1620372"/>
                </a:lnTo>
                <a:cubicBezTo>
                  <a:pt x="9276649" y="1624850"/>
                  <a:pt x="9277208" y="1628237"/>
                  <a:pt x="9278328" y="1630535"/>
                </a:cubicBezTo>
                <a:cubicBezTo>
                  <a:pt x="9279094" y="1632125"/>
                  <a:pt x="9280449" y="1633451"/>
                  <a:pt x="9282393" y="1634511"/>
                </a:cubicBezTo>
                <a:cubicBezTo>
                  <a:pt x="9284337" y="1635571"/>
                  <a:pt x="9287135" y="1636102"/>
                  <a:pt x="9290787" y="1636102"/>
                </a:cubicBezTo>
                <a:lnTo>
                  <a:pt x="9290787" y="1639283"/>
                </a:lnTo>
                <a:lnTo>
                  <a:pt x="9249343" y="1639283"/>
                </a:lnTo>
                <a:lnTo>
                  <a:pt x="9249343" y="1636102"/>
                </a:lnTo>
                <a:cubicBezTo>
                  <a:pt x="9253467" y="1636102"/>
                  <a:pt x="9256531" y="1635454"/>
                  <a:pt x="9258534" y="1634158"/>
                </a:cubicBezTo>
                <a:cubicBezTo>
                  <a:pt x="9260006" y="1633215"/>
                  <a:pt x="9261037" y="1631713"/>
                  <a:pt x="9261626" y="1629651"/>
                </a:cubicBezTo>
                <a:cubicBezTo>
                  <a:pt x="9261921" y="1628649"/>
                  <a:pt x="9262068" y="1625792"/>
                  <a:pt x="9262068" y="1621079"/>
                </a:cubicBezTo>
                <a:lnTo>
                  <a:pt x="9262068" y="1589709"/>
                </a:lnTo>
                <a:cubicBezTo>
                  <a:pt x="9262068" y="1580283"/>
                  <a:pt x="9261877" y="1574672"/>
                  <a:pt x="9261494" y="1572875"/>
                </a:cubicBezTo>
                <a:cubicBezTo>
                  <a:pt x="9261111" y="1571079"/>
                  <a:pt x="9260404" y="1569768"/>
                  <a:pt x="9259373" y="1568943"/>
                </a:cubicBezTo>
                <a:cubicBezTo>
                  <a:pt x="9258342" y="1568118"/>
                  <a:pt x="9257061" y="1567706"/>
                  <a:pt x="9255529" y="1567706"/>
                </a:cubicBezTo>
                <a:cubicBezTo>
                  <a:pt x="9253703" y="1567706"/>
                  <a:pt x="9251641" y="1568148"/>
                  <a:pt x="9249343" y="1569031"/>
                </a:cubicBezTo>
                <a:lnTo>
                  <a:pt x="9248460" y="1565850"/>
                </a:lnTo>
                <a:close/>
                <a:moveTo>
                  <a:pt x="9015586" y="1555953"/>
                </a:moveTo>
                <a:lnTo>
                  <a:pt x="9019385" y="1555953"/>
                </a:lnTo>
                <a:lnTo>
                  <a:pt x="9019385" y="1573096"/>
                </a:lnTo>
                <a:cubicBezTo>
                  <a:pt x="9028870" y="1561667"/>
                  <a:pt x="9037913" y="1555953"/>
                  <a:pt x="9046514" y="1555953"/>
                </a:cubicBezTo>
                <a:cubicBezTo>
                  <a:pt x="9050932" y="1555953"/>
                  <a:pt x="9054732" y="1557058"/>
                  <a:pt x="9057913" y="1559267"/>
                </a:cubicBezTo>
                <a:cubicBezTo>
                  <a:pt x="9061094" y="1561476"/>
                  <a:pt x="9063628" y="1565114"/>
                  <a:pt x="9065513" y="1570180"/>
                </a:cubicBezTo>
                <a:cubicBezTo>
                  <a:pt x="9066809" y="1573715"/>
                  <a:pt x="9067457" y="1579135"/>
                  <a:pt x="9067457" y="1586440"/>
                </a:cubicBezTo>
                <a:lnTo>
                  <a:pt x="9067457" y="1620991"/>
                </a:lnTo>
                <a:cubicBezTo>
                  <a:pt x="9067457" y="1626116"/>
                  <a:pt x="9067869" y="1629592"/>
                  <a:pt x="9068694" y="1631418"/>
                </a:cubicBezTo>
                <a:cubicBezTo>
                  <a:pt x="9069342" y="1632891"/>
                  <a:pt x="9070388" y="1634040"/>
                  <a:pt x="9071831" y="1634865"/>
                </a:cubicBezTo>
                <a:cubicBezTo>
                  <a:pt x="9073274" y="1635689"/>
                  <a:pt x="9075940" y="1636102"/>
                  <a:pt x="9079828" y="1636102"/>
                </a:cubicBezTo>
                <a:lnTo>
                  <a:pt x="9079828" y="1639283"/>
                </a:lnTo>
                <a:lnTo>
                  <a:pt x="9039798" y="1639283"/>
                </a:lnTo>
                <a:lnTo>
                  <a:pt x="9039798" y="1636102"/>
                </a:lnTo>
                <a:lnTo>
                  <a:pt x="9041477" y="1636102"/>
                </a:lnTo>
                <a:cubicBezTo>
                  <a:pt x="9045247" y="1636102"/>
                  <a:pt x="9047884" y="1635527"/>
                  <a:pt x="9049386" y="1634379"/>
                </a:cubicBezTo>
                <a:cubicBezTo>
                  <a:pt x="9050888" y="1633230"/>
                  <a:pt x="9051934" y="1631536"/>
                  <a:pt x="9052523" y="1629297"/>
                </a:cubicBezTo>
                <a:cubicBezTo>
                  <a:pt x="9052759" y="1628414"/>
                  <a:pt x="9052876" y="1625645"/>
                  <a:pt x="9052876" y="1620991"/>
                </a:cubicBezTo>
                <a:lnTo>
                  <a:pt x="9052876" y="1587853"/>
                </a:lnTo>
                <a:cubicBezTo>
                  <a:pt x="9052876" y="1580490"/>
                  <a:pt x="9051919" y="1575143"/>
                  <a:pt x="9050004" y="1571815"/>
                </a:cubicBezTo>
                <a:cubicBezTo>
                  <a:pt x="9048090" y="1568486"/>
                  <a:pt x="9044864" y="1566822"/>
                  <a:pt x="9040328" y="1566822"/>
                </a:cubicBezTo>
                <a:cubicBezTo>
                  <a:pt x="9033318" y="1566822"/>
                  <a:pt x="9026337" y="1570651"/>
                  <a:pt x="9019385" y="1578310"/>
                </a:cubicBezTo>
                <a:lnTo>
                  <a:pt x="9019385" y="1620991"/>
                </a:lnTo>
                <a:cubicBezTo>
                  <a:pt x="9019385" y="1626470"/>
                  <a:pt x="9019709" y="1629857"/>
                  <a:pt x="9020357" y="1631153"/>
                </a:cubicBezTo>
                <a:cubicBezTo>
                  <a:pt x="9021182" y="1632862"/>
                  <a:pt x="9022316" y="1634113"/>
                  <a:pt x="9023759" y="1634909"/>
                </a:cubicBezTo>
                <a:cubicBezTo>
                  <a:pt x="9025203" y="1635704"/>
                  <a:pt x="9028134" y="1636102"/>
                  <a:pt x="9032552" y="1636102"/>
                </a:cubicBezTo>
                <a:lnTo>
                  <a:pt x="9032552" y="1639283"/>
                </a:lnTo>
                <a:lnTo>
                  <a:pt x="8992522" y="1639283"/>
                </a:lnTo>
                <a:lnTo>
                  <a:pt x="8992522" y="1636102"/>
                </a:lnTo>
                <a:lnTo>
                  <a:pt x="8994289" y="1636102"/>
                </a:lnTo>
                <a:cubicBezTo>
                  <a:pt x="8998413" y="1636102"/>
                  <a:pt x="9001197" y="1635056"/>
                  <a:pt x="9002640" y="1632965"/>
                </a:cubicBezTo>
                <a:cubicBezTo>
                  <a:pt x="9004083" y="1630873"/>
                  <a:pt x="9004805" y="1626882"/>
                  <a:pt x="9004805" y="1620991"/>
                </a:cubicBezTo>
                <a:lnTo>
                  <a:pt x="9004805" y="1590946"/>
                </a:lnTo>
                <a:cubicBezTo>
                  <a:pt x="9004805" y="1581226"/>
                  <a:pt x="9004584" y="1575305"/>
                  <a:pt x="9004142" y="1573185"/>
                </a:cubicBezTo>
                <a:cubicBezTo>
                  <a:pt x="9003700" y="1571064"/>
                  <a:pt x="9003023" y="1569620"/>
                  <a:pt x="9002110" y="1568855"/>
                </a:cubicBezTo>
                <a:cubicBezTo>
                  <a:pt x="9001197" y="1568089"/>
                  <a:pt x="8999974" y="1567706"/>
                  <a:pt x="8998442" y="1567706"/>
                </a:cubicBezTo>
                <a:cubicBezTo>
                  <a:pt x="8996793" y="1567706"/>
                  <a:pt x="8994819" y="1568148"/>
                  <a:pt x="8992522" y="1569031"/>
                </a:cubicBezTo>
                <a:lnTo>
                  <a:pt x="8991196" y="1565850"/>
                </a:lnTo>
                <a:close/>
                <a:moveTo>
                  <a:pt x="8825830" y="1555953"/>
                </a:moveTo>
                <a:cubicBezTo>
                  <a:pt x="8838083" y="1555953"/>
                  <a:pt x="8847921" y="1560607"/>
                  <a:pt x="8855344" y="1569915"/>
                </a:cubicBezTo>
                <a:cubicBezTo>
                  <a:pt x="8861648" y="1577868"/>
                  <a:pt x="8864799" y="1586999"/>
                  <a:pt x="8864799" y="1597309"/>
                </a:cubicBezTo>
                <a:cubicBezTo>
                  <a:pt x="8864799" y="1604555"/>
                  <a:pt x="8863062" y="1611889"/>
                  <a:pt x="8859586" y="1619312"/>
                </a:cubicBezTo>
                <a:cubicBezTo>
                  <a:pt x="8856110" y="1626735"/>
                  <a:pt x="8851324" y="1632331"/>
                  <a:pt x="8845226" y="1636102"/>
                </a:cubicBezTo>
                <a:cubicBezTo>
                  <a:pt x="8839129" y="1639872"/>
                  <a:pt x="8832339" y="1641757"/>
                  <a:pt x="8824858" y="1641757"/>
                </a:cubicBezTo>
                <a:cubicBezTo>
                  <a:pt x="8812663" y="1641757"/>
                  <a:pt x="8802972" y="1636897"/>
                  <a:pt x="8795785" y="1627177"/>
                </a:cubicBezTo>
                <a:cubicBezTo>
                  <a:pt x="8789717" y="1618988"/>
                  <a:pt x="8786683" y="1609798"/>
                  <a:pt x="8786683" y="1599606"/>
                </a:cubicBezTo>
                <a:cubicBezTo>
                  <a:pt x="8786683" y="1592183"/>
                  <a:pt x="8788524" y="1584805"/>
                  <a:pt x="8792206" y="1577470"/>
                </a:cubicBezTo>
                <a:cubicBezTo>
                  <a:pt x="8795888" y="1570136"/>
                  <a:pt x="8800734" y="1564716"/>
                  <a:pt x="8806743" y="1561211"/>
                </a:cubicBezTo>
                <a:cubicBezTo>
                  <a:pt x="8812751" y="1557706"/>
                  <a:pt x="8819114" y="1555953"/>
                  <a:pt x="8825830" y="1555953"/>
                </a:cubicBezTo>
                <a:close/>
                <a:moveTo>
                  <a:pt x="9215206" y="1555865"/>
                </a:moveTo>
                <a:cubicBezTo>
                  <a:pt x="9224278" y="1555865"/>
                  <a:pt x="9231731" y="1558854"/>
                  <a:pt x="9237563" y="1564834"/>
                </a:cubicBezTo>
                <a:cubicBezTo>
                  <a:pt x="9243395" y="1570813"/>
                  <a:pt x="9246311" y="1578811"/>
                  <a:pt x="9246311" y="1588825"/>
                </a:cubicBezTo>
                <a:lnTo>
                  <a:pt x="9190375" y="1588825"/>
                </a:lnTo>
                <a:cubicBezTo>
                  <a:pt x="9190316" y="1600843"/>
                  <a:pt x="9193232" y="1610269"/>
                  <a:pt x="9199123" y="1617103"/>
                </a:cubicBezTo>
                <a:cubicBezTo>
                  <a:pt x="9205014" y="1623937"/>
                  <a:pt x="9211936" y="1627353"/>
                  <a:pt x="9219889" y="1627353"/>
                </a:cubicBezTo>
                <a:cubicBezTo>
                  <a:pt x="9225191" y="1627353"/>
                  <a:pt x="9229801" y="1625895"/>
                  <a:pt x="9233719" y="1622979"/>
                </a:cubicBezTo>
                <a:cubicBezTo>
                  <a:pt x="9237636" y="1620063"/>
                  <a:pt x="9240921" y="1615070"/>
                  <a:pt x="9243572" y="1608001"/>
                </a:cubicBezTo>
                <a:lnTo>
                  <a:pt x="9246311" y="1609768"/>
                </a:lnTo>
                <a:cubicBezTo>
                  <a:pt x="9245074" y="1617839"/>
                  <a:pt x="9241480" y="1625188"/>
                  <a:pt x="9235530" y="1631816"/>
                </a:cubicBezTo>
                <a:cubicBezTo>
                  <a:pt x="9229580" y="1638443"/>
                  <a:pt x="9222128" y="1641757"/>
                  <a:pt x="9213174" y="1641757"/>
                </a:cubicBezTo>
                <a:cubicBezTo>
                  <a:pt x="9203453" y="1641757"/>
                  <a:pt x="9195132" y="1637972"/>
                  <a:pt x="9188210" y="1630402"/>
                </a:cubicBezTo>
                <a:cubicBezTo>
                  <a:pt x="9181288" y="1622832"/>
                  <a:pt x="9177827" y="1612655"/>
                  <a:pt x="9177827" y="1599871"/>
                </a:cubicBezTo>
                <a:cubicBezTo>
                  <a:pt x="9177827" y="1586027"/>
                  <a:pt x="9181376" y="1575232"/>
                  <a:pt x="9188475" y="1567485"/>
                </a:cubicBezTo>
                <a:cubicBezTo>
                  <a:pt x="9195574" y="1559738"/>
                  <a:pt x="9204484" y="1555865"/>
                  <a:pt x="9215206" y="1555865"/>
                </a:cubicBezTo>
                <a:close/>
                <a:moveTo>
                  <a:pt x="9407083" y="1531741"/>
                </a:moveTo>
                <a:lnTo>
                  <a:pt x="9409822" y="1531741"/>
                </a:lnTo>
                <a:lnTo>
                  <a:pt x="9409822" y="1558339"/>
                </a:lnTo>
                <a:lnTo>
                  <a:pt x="9428733" y="1558339"/>
                </a:lnTo>
                <a:lnTo>
                  <a:pt x="9428733" y="1564525"/>
                </a:lnTo>
                <a:lnTo>
                  <a:pt x="9409822" y="1564525"/>
                </a:lnTo>
                <a:lnTo>
                  <a:pt x="9409822" y="1617014"/>
                </a:lnTo>
                <a:cubicBezTo>
                  <a:pt x="9409822" y="1622258"/>
                  <a:pt x="9410573" y="1625792"/>
                  <a:pt x="9412075" y="1627618"/>
                </a:cubicBezTo>
                <a:cubicBezTo>
                  <a:pt x="9413578" y="1629445"/>
                  <a:pt x="9415507" y="1630358"/>
                  <a:pt x="9417863" y="1630358"/>
                </a:cubicBezTo>
                <a:cubicBezTo>
                  <a:pt x="9419807" y="1630358"/>
                  <a:pt x="9421693" y="1629754"/>
                  <a:pt x="9423519" y="1628546"/>
                </a:cubicBezTo>
                <a:cubicBezTo>
                  <a:pt x="9425345" y="1627339"/>
                  <a:pt x="9426759" y="1625557"/>
                  <a:pt x="9427760" y="1623200"/>
                </a:cubicBezTo>
                <a:lnTo>
                  <a:pt x="9431207" y="1623200"/>
                </a:lnTo>
                <a:cubicBezTo>
                  <a:pt x="9429145" y="1628973"/>
                  <a:pt x="9426229" y="1633318"/>
                  <a:pt x="9422458" y="1636234"/>
                </a:cubicBezTo>
                <a:cubicBezTo>
                  <a:pt x="9418688" y="1639150"/>
                  <a:pt x="9414800" y="1640608"/>
                  <a:pt x="9410794" y="1640608"/>
                </a:cubicBezTo>
                <a:cubicBezTo>
                  <a:pt x="9408084" y="1640608"/>
                  <a:pt x="9405433" y="1639857"/>
                  <a:pt x="9402841" y="1638355"/>
                </a:cubicBezTo>
                <a:cubicBezTo>
                  <a:pt x="9400249" y="1636853"/>
                  <a:pt x="9398334" y="1634703"/>
                  <a:pt x="9397097" y="1631904"/>
                </a:cubicBezTo>
                <a:cubicBezTo>
                  <a:pt x="9395860" y="1629106"/>
                  <a:pt x="9395241" y="1624791"/>
                  <a:pt x="9395241" y="1618959"/>
                </a:cubicBezTo>
                <a:lnTo>
                  <a:pt x="9395241" y="1564525"/>
                </a:lnTo>
                <a:lnTo>
                  <a:pt x="9382428" y="1564525"/>
                </a:lnTo>
                <a:lnTo>
                  <a:pt x="9382428" y="1561609"/>
                </a:lnTo>
                <a:cubicBezTo>
                  <a:pt x="9385668" y="1560312"/>
                  <a:pt x="9388982" y="1558118"/>
                  <a:pt x="9392370" y="1555025"/>
                </a:cubicBezTo>
                <a:cubicBezTo>
                  <a:pt x="9395757" y="1551932"/>
                  <a:pt x="9398776" y="1548265"/>
                  <a:pt x="9401427" y="1544024"/>
                </a:cubicBezTo>
                <a:cubicBezTo>
                  <a:pt x="9402782" y="1541785"/>
                  <a:pt x="9404667" y="1537691"/>
                  <a:pt x="9407083" y="1531741"/>
                </a:cubicBezTo>
                <a:close/>
                <a:moveTo>
                  <a:pt x="8673179" y="1519458"/>
                </a:moveTo>
                <a:lnTo>
                  <a:pt x="8771001" y="1519458"/>
                </a:lnTo>
                <a:lnTo>
                  <a:pt x="8772326" y="1547558"/>
                </a:lnTo>
                <a:lnTo>
                  <a:pt x="8768968" y="1547558"/>
                </a:lnTo>
                <a:cubicBezTo>
                  <a:pt x="8768320" y="1542610"/>
                  <a:pt x="8767436" y="1539075"/>
                  <a:pt x="8766317" y="1536954"/>
                </a:cubicBezTo>
                <a:cubicBezTo>
                  <a:pt x="8764491" y="1533537"/>
                  <a:pt x="8762061" y="1531019"/>
                  <a:pt x="8759027" y="1529399"/>
                </a:cubicBezTo>
                <a:cubicBezTo>
                  <a:pt x="8755993" y="1527779"/>
                  <a:pt x="8752002" y="1526969"/>
                  <a:pt x="8747053" y="1526969"/>
                </a:cubicBezTo>
                <a:lnTo>
                  <a:pt x="8730175" y="1526969"/>
                </a:lnTo>
                <a:lnTo>
                  <a:pt x="8730175" y="1618517"/>
                </a:lnTo>
                <a:cubicBezTo>
                  <a:pt x="8730175" y="1625881"/>
                  <a:pt x="8730970" y="1630476"/>
                  <a:pt x="8732561" y="1632302"/>
                </a:cubicBezTo>
                <a:cubicBezTo>
                  <a:pt x="8734800" y="1634776"/>
                  <a:pt x="8738246" y="1636013"/>
                  <a:pt x="8742900" y="1636013"/>
                </a:cubicBezTo>
                <a:lnTo>
                  <a:pt x="8747053" y="1636013"/>
                </a:lnTo>
                <a:lnTo>
                  <a:pt x="8747053" y="1639283"/>
                </a:lnTo>
                <a:lnTo>
                  <a:pt x="8696242" y="1639283"/>
                </a:lnTo>
                <a:lnTo>
                  <a:pt x="8696242" y="1636013"/>
                </a:lnTo>
                <a:lnTo>
                  <a:pt x="8700484" y="1636013"/>
                </a:lnTo>
                <a:cubicBezTo>
                  <a:pt x="8705550" y="1636013"/>
                  <a:pt x="8709144" y="1634482"/>
                  <a:pt x="8711265" y="1631418"/>
                </a:cubicBezTo>
                <a:cubicBezTo>
                  <a:pt x="8712561" y="1629533"/>
                  <a:pt x="8713209" y="1625233"/>
                  <a:pt x="8713209" y="1618517"/>
                </a:cubicBezTo>
                <a:lnTo>
                  <a:pt x="8713209" y="1526969"/>
                </a:lnTo>
                <a:lnTo>
                  <a:pt x="8698805" y="1526969"/>
                </a:lnTo>
                <a:cubicBezTo>
                  <a:pt x="8693208" y="1526969"/>
                  <a:pt x="8689232" y="1527381"/>
                  <a:pt x="8686875" y="1528206"/>
                </a:cubicBezTo>
                <a:cubicBezTo>
                  <a:pt x="8683812" y="1529325"/>
                  <a:pt x="8681191" y="1531475"/>
                  <a:pt x="8679011" y="1534657"/>
                </a:cubicBezTo>
                <a:cubicBezTo>
                  <a:pt x="8676831" y="1537838"/>
                  <a:pt x="8675535" y="1542138"/>
                  <a:pt x="8675123" y="1547558"/>
                </a:cubicBezTo>
                <a:lnTo>
                  <a:pt x="8671765" y="1547558"/>
                </a:lnTo>
                <a:close/>
                <a:moveTo>
                  <a:pt x="9663644" y="1513625"/>
                </a:moveTo>
                <a:lnTo>
                  <a:pt x="9667620" y="1513625"/>
                </a:lnTo>
                <a:lnTo>
                  <a:pt x="9667620" y="1607206"/>
                </a:lnTo>
                <a:cubicBezTo>
                  <a:pt x="9667620" y="1616690"/>
                  <a:pt x="9667841" y="1622478"/>
                  <a:pt x="9668283" y="1624570"/>
                </a:cubicBezTo>
                <a:cubicBezTo>
                  <a:pt x="9668725" y="1626661"/>
                  <a:pt x="9669432" y="1628119"/>
                  <a:pt x="9670404" y="1628944"/>
                </a:cubicBezTo>
                <a:cubicBezTo>
                  <a:pt x="9671376" y="1629769"/>
                  <a:pt x="9672510" y="1630181"/>
                  <a:pt x="9673806" y="1630181"/>
                </a:cubicBezTo>
                <a:cubicBezTo>
                  <a:pt x="9675397" y="1630181"/>
                  <a:pt x="9677517" y="1629680"/>
                  <a:pt x="9680168" y="1628679"/>
                </a:cubicBezTo>
                <a:lnTo>
                  <a:pt x="9681140" y="1631772"/>
                </a:lnTo>
                <a:lnTo>
                  <a:pt x="9657105" y="1641757"/>
                </a:lnTo>
                <a:lnTo>
                  <a:pt x="9653040" y="1641757"/>
                </a:lnTo>
                <a:lnTo>
                  <a:pt x="9653040" y="1630181"/>
                </a:lnTo>
                <a:cubicBezTo>
                  <a:pt x="9649093" y="1634305"/>
                  <a:pt x="9645234" y="1637265"/>
                  <a:pt x="9641464" y="1639062"/>
                </a:cubicBezTo>
                <a:cubicBezTo>
                  <a:pt x="9637693" y="1640859"/>
                  <a:pt x="9633629" y="1641757"/>
                  <a:pt x="9629269" y="1641757"/>
                </a:cubicBezTo>
                <a:cubicBezTo>
                  <a:pt x="9620432" y="1641757"/>
                  <a:pt x="9612715" y="1638060"/>
                  <a:pt x="9606117" y="1630667"/>
                </a:cubicBezTo>
                <a:cubicBezTo>
                  <a:pt x="9599519" y="1623274"/>
                  <a:pt x="9596220" y="1613774"/>
                  <a:pt x="9596220" y="1602169"/>
                </a:cubicBezTo>
                <a:cubicBezTo>
                  <a:pt x="9596220" y="1590563"/>
                  <a:pt x="9599872" y="1579945"/>
                  <a:pt x="9607177" y="1570313"/>
                </a:cubicBezTo>
                <a:cubicBezTo>
                  <a:pt x="9614482" y="1560681"/>
                  <a:pt x="9623879" y="1555865"/>
                  <a:pt x="9635366" y="1555865"/>
                </a:cubicBezTo>
                <a:cubicBezTo>
                  <a:pt x="9642495" y="1555865"/>
                  <a:pt x="9648386" y="1558133"/>
                  <a:pt x="9653040" y="1562669"/>
                </a:cubicBezTo>
                <a:lnTo>
                  <a:pt x="9653040" y="1547735"/>
                </a:lnTo>
                <a:cubicBezTo>
                  <a:pt x="9653040" y="1538486"/>
                  <a:pt x="9652819" y="1532801"/>
                  <a:pt x="9652377" y="1530680"/>
                </a:cubicBezTo>
                <a:cubicBezTo>
                  <a:pt x="9651935" y="1528559"/>
                  <a:pt x="9651243" y="1527116"/>
                  <a:pt x="9650300" y="1526350"/>
                </a:cubicBezTo>
                <a:cubicBezTo>
                  <a:pt x="9649358" y="1525584"/>
                  <a:pt x="9648179" y="1525201"/>
                  <a:pt x="9646766" y="1525201"/>
                </a:cubicBezTo>
                <a:cubicBezTo>
                  <a:pt x="9645234" y="1525201"/>
                  <a:pt x="9643202" y="1525673"/>
                  <a:pt x="9640668" y="1526615"/>
                </a:cubicBezTo>
                <a:lnTo>
                  <a:pt x="9639520" y="1523522"/>
                </a:lnTo>
                <a:close/>
                <a:moveTo>
                  <a:pt x="9149294" y="1513625"/>
                </a:moveTo>
                <a:lnTo>
                  <a:pt x="9153270" y="1513625"/>
                </a:lnTo>
                <a:lnTo>
                  <a:pt x="9153270" y="1607206"/>
                </a:lnTo>
                <a:cubicBezTo>
                  <a:pt x="9153270" y="1616690"/>
                  <a:pt x="9153491" y="1622478"/>
                  <a:pt x="9153933" y="1624570"/>
                </a:cubicBezTo>
                <a:cubicBezTo>
                  <a:pt x="9154375" y="1626661"/>
                  <a:pt x="9155082" y="1628119"/>
                  <a:pt x="9156054" y="1628944"/>
                </a:cubicBezTo>
                <a:cubicBezTo>
                  <a:pt x="9157026" y="1629769"/>
                  <a:pt x="9158160" y="1630181"/>
                  <a:pt x="9159456" y="1630181"/>
                </a:cubicBezTo>
                <a:cubicBezTo>
                  <a:pt x="9161047" y="1630181"/>
                  <a:pt x="9163167" y="1629680"/>
                  <a:pt x="9165818" y="1628679"/>
                </a:cubicBezTo>
                <a:lnTo>
                  <a:pt x="9166790" y="1631772"/>
                </a:lnTo>
                <a:lnTo>
                  <a:pt x="9142755" y="1641757"/>
                </a:lnTo>
                <a:lnTo>
                  <a:pt x="9138690" y="1641757"/>
                </a:lnTo>
                <a:lnTo>
                  <a:pt x="9138690" y="1630181"/>
                </a:lnTo>
                <a:cubicBezTo>
                  <a:pt x="9134743" y="1634305"/>
                  <a:pt x="9130884" y="1637265"/>
                  <a:pt x="9127114" y="1639062"/>
                </a:cubicBezTo>
                <a:cubicBezTo>
                  <a:pt x="9123343" y="1640859"/>
                  <a:pt x="9119279" y="1641757"/>
                  <a:pt x="9114919" y="1641757"/>
                </a:cubicBezTo>
                <a:cubicBezTo>
                  <a:pt x="9106082" y="1641757"/>
                  <a:pt x="9098365" y="1638060"/>
                  <a:pt x="9091767" y="1630667"/>
                </a:cubicBezTo>
                <a:cubicBezTo>
                  <a:pt x="9085169" y="1623274"/>
                  <a:pt x="9081870" y="1613774"/>
                  <a:pt x="9081870" y="1602169"/>
                </a:cubicBezTo>
                <a:cubicBezTo>
                  <a:pt x="9081870" y="1590563"/>
                  <a:pt x="9085522" y="1579945"/>
                  <a:pt x="9092827" y="1570313"/>
                </a:cubicBezTo>
                <a:cubicBezTo>
                  <a:pt x="9100132" y="1560681"/>
                  <a:pt x="9109529" y="1555865"/>
                  <a:pt x="9121016" y="1555865"/>
                </a:cubicBezTo>
                <a:cubicBezTo>
                  <a:pt x="9128145" y="1555865"/>
                  <a:pt x="9134036" y="1558133"/>
                  <a:pt x="9138690" y="1562669"/>
                </a:cubicBezTo>
                <a:lnTo>
                  <a:pt x="9138690" y="1547735"/>
                </a:lnTo>
                <a:cubicBezTo>
                  <a:pt x="9138690" y="1538486"/>
                  <a:pt x="9138469" y="1532801"/>
                  <a:pt x="9138027" y="1530680"/>
                </a:cubicBezTo>
                <a:cubicBezTo>
                  <a:pt x="9137585" y="1528559"/>
                  <a:pt x="9136893" y="1527116"/>
                  <a:pt x="9135950" y="1526350"/>
                </a:cubicBezTo>
                <a:cubicBezTo>
                  <a:pt x="9135008" y="1525584"/>
                  <a:pt x="9133830" y="1525201"/>
                  <a:pt x="9132416" y="1525201"/>
                </a:cubicBezTo>
                <a:cubicBezTo>
                  <a:pt x="9130884" y="1525201"/>
                  <a:pt x="9128852" y="1525673"/>
                  <a:pt x="9126318" y="1526615"/>
                </a:cubicBezTo>
                <a:lnTo>
                  <a:pt x="9125170" y="1523522"/>
                </a:lnTo>
                <a:close/>
                <a:moveTo>
                  <a:pt x="2093031" y="1280777"/>
                </a:moveTo>
                <a:cubicBezTo>
                  <a:pt x="2095800" y="1280777"/>
                  <a:pt x="2098127" y="1281734"/>
                  <a:pt x="2100012" y="1283649"/>
                </a:cubicBezTo>
                <a:cubicBezTo>
                  <a:pt x="2101897" y="1285563"/>
                  <a:pt x="2102840" y="1287875"/>
                  <a:pt x="2102840" y="1290585"/>
                </a:cubicBezTo>
                <a:cubicBezTo>
                  <a:pt x="2102840" y="1293295"/>
                  <a:pt x="2101883" y="1295608"/>
                  <a:pt x="2099968" y="1297522"/>
                </a:cubicBezTo>
                <a:cubicBezTo>
                  <a:pt x="2098053" y="1299437"/>
                  <a:pt x="2095741" y="1300394"/>
                  <a:pt x="2093031" y="1300394"/>
                </a:cubicBezTo>
                <a:cubicBezTo>
                  <a:pt x="2090321" y="1300394"/>
                  <a:pt x="2088009" y="1299437"/>
                  <a:pt x="2086094" y="1297522"/>
                </a:cubicBezTo>
                <a:cubicBezTo>
                  <a:pt x="2084180" y="1295608"/>
                  <a:pt x="2083222" y="1293295"/>
                  <a:pt x="2083222" y="1290585"/>
                </a:cubicBezTo>
                <a:cubicBezTo>
                  <a:pt x="2083222" y="1287817"/>
                  <a:pt x="2084180" y="1285490"/>
                  <a:pt x="2086094" y="1283604"/>
                </a:cubicBezTo>
                <a:cubicBezTo>
                  <a:pt x="2088009" y="1281719"/>
                  <a:pt x="2090321" y="1280777"/>
                  <a:pt x="2093031" y="1280777"/>
                </a:cubicBezTo>
                <a:close/>
                <a:moveTo>
                  <a:pt x="1951519" y="1218568"/>
                </a:moveTo>
                <a:cubicBezTo>
                  <a:pt x="1948456" y="1218568"/>
                  <a:pt x="1945952" y="1220070"/>
                  <a:pt x="1944007" y="1223074"/>
                </a:cubicBezTo>
                <a:cubicBezTo>
                  <a:pt x="1940532" y="1228318"/>
                  <a:pt x="1938794" y="1235503"/>
                  <a:pt x="1938794" y="1244635"/>
                </a:cubicBezTo>
                <a:lnTo>
                  <a:pt x="1938794" y="1247728"/>
                </a:lnTo>
                <a:lnTo>
                  <a:pt x="1962829" y="1247728"/>
                </a:lnTo>
                <a:cubicBezTo>
                  <a:pt x="1962829" y="1238243"/>
                  <a:pt x="1962314" y="1231734"/>
                  <a:pt x="1961283" y="1228200"/>
                </a:cubicBezTo>
                <a:cubicBezTo>
                  <a:pt x="1960253" y="1224665"/>
                  <a:pt x="1958647" y="1221985"/>
                  <a:pt x="1956467" y="1220158"/>
                </a:cubicBezTo>
                <a:cubicBezTo>
                  <a:pt x="1955230" y="1219098"/>
                  <a:pt x="1953581" y="1218568"/>
                  <a:pt x="1951519" y="1218568"/>
                </a:cubicBezTo>
                <a:close/>
                <a:moveTo>
                  <a:pt x="1864570" y="1215298"/>
                </a:moveTo>
                <a:lnTo>
                  <a:pt x="1899210" y="1215298"/>
                </a:lnTo>
                <a:lnTo>
                  <a:pt x="1899210" y="1280777"/>
                </a:lnTo>
                <a:cubicBezTo>
                  <a:pt x="1899210" y="1286609"/>
                  <a:pt x="1899888" y="1290335"/>
                  <a:pt x="1901243" y="1291955"/>
                </a:cubicBezTo>
                <a:cubicBezTo>
                  <a:pt x="1902597" y="1293575"/>
                  <a:pt x="1905249" y="1294503"/>
                  <a:pt x="1909196" y="1294739"/>
                </a:cubicBezTo>
                <a:lnTo>
                  <a:pt x="1909196" y="1297920"/>
                </a:lnTo>
                <a:lnTo>
                  <a:pt x="1864570" y="1297920"/>
                </a:lnTo>
                <a:lnTo>
                  <a:pt x="1864570" y="1294739"/>
                </a:lnTo>
                <a:cubicBezTo>
                  <a:pt x="1868223" y="1294621"/>
                  <a:pt x="1870933" y="1293560"/>
                  <a:pt x="1872700" y="1291557"/>
                </a:cubicBezTo>
                <a:cubicBezTo>
                  <a:pt x="1873878" y="1290202"/>
                  <a:pt x="1874468" y="1286609"/>
                  <a:pt x="1874468" y="1280777"/>
                </a:cubicBezTo>
                <a:lnTo>
                  <a:pt x="1874468" y="1232530"/>
                </a:lnTo>
                <a:cubicBezTo>
                  <a:pt x="1874468" y="1226698"/>
                  <a:pt x="1873790" y="1222971"/>
                  <a:pt x="1872435" y="1221351"/>
                </a:cubicBezTo>
                <a:cubicBezTo>
                  <a:pt x="1871080" y="1219731"/>
                  <a:pt x="1868458" y="1218803"/>
                  <a:pt x="1864570" y="1218568"/>
                </a:cubicBezTo>
                <a:close/>
                <a:moveTo>
                  <a:pt x="1759795" y="1215298"/>
                </a:moveTo>
                <a:lnTo>
                  <a:pt x="1794435" y="1215298"/>
                </a:lnTo>
                <a:lnTo>
                  <a:pt x="1794435" y="1280777"/>
                </a:lnTo>
                <a:cubicBezTo>
                  <a:pt x="1794435" y="1286609"/>
                  <a:pt x="1795112" y="1290335"/>
                  <a:pt x="1796468" y="1291955"/>
                </a:cubicBezTo>
                <a:cubicBezTo>
                  <a:pt x="1797823" y="1293575"/>
                  <a:pt x="1800474" y="1294503"/>
                  <a:pt x="1804421" y="1294739"/>
                </a:cubicBezTo>
                <a:lnTo>
                  <a:pt x="1804421" y="1297920"/>
                </a:lnTo>
                <a:lnTo>
                  <a:pt x="1759795" y="1297920"/>
                </a:lnTo>
                <a:lnTo>
                  <a:pt x="1759795" y="1294739"/>
                </a:lnTo>
                <a:cubicBezTo>
                  <a:pt x="1763448" y="1294621"/>
                  <a:pt x="1766158" y="1293560"/>
                  <a:pt x="1767925" y="1291557"/>
                </a:cubicBezTo>
                <a:cubicBezTo>
                  <a:pt x="1769104" y="1290202"/>
                  <a:pt x="1769693" y="1286609"/>
                  <a:pt x="1769693" y="1280777"/>
                </a:cubicBezTo>
                <a:lnTo>
                  <a:pt x="1769693" y="1232530"/>
                </a:lnTo>
                <a:cubicBezTo>
                  <a:pt x="1769693" y="1226698"/>
                  <a:pt x="1769015" y="1222971"/>
                  <a:pt x="1767660" y="1221351"/>
                </a:cubicBezTo>
                <a:cubicBezTo>
                  <a:pt x="1766305" y="1219731"/>
                  <a:pt x="1763684" y="1218803"/>
                  <a:pt x="1759795" y="1218568"/>
                </a:cubicBezTo>
                <a:close/>
                <a:moveTo>
                  <a:pt x="2026994" y="1212824"/>
                </a:moveTo>
                <a:cubicBezTo>
                  <a:pt x="2031471" y="1212824"/>
                  <a:pt x="2035801" y="1213914"/>
                  <a:pt x="2039983" y="1216093"/>
                </a:cubicBezTo>
                <a:cubicBezTo>
                  <a:pt x="2041573" y="1216977"/>
                  <a:pt x="2042870" y="1217419"/>
                  <a:pt x="2043871" y="1217419"/>
                </a:cubicBezTo>
                <a:cubicBezTo>
                  <a:pt x="2044932" y="1217419"/>
                  <a:pt x="2045785" y="1217198"/>
                  <a:pt x="2046434" y="1216756"/>
                </a:cubicBezTo>
                <a:cubicBezTo>
                  <a:pt x="2047082" y="1216314"/>
                  <a:pt x="2048113" y="1215062"/>
                  <a:pt x="2049527" y="1213001"/>
                </a:cubicBezTo>
                <a:lnTo>
                  <a:pt x="2052531" y="1213001"/>
                </a:lnTo>
                <a:lnTo>
                  <a:pt x="2053857" y="1241188"/>
                </a:lnTo>
                <a:lnTo>
                  <a:pt x="2050852" y="1241188"/>
                </a:lnTo>
                <a:cubicBezTo>
                  <a:pt x="2047259" y="1232824"/>
                  <a:pt x="2043532" y="1227110"/>
                  <a:pt x="2039674" y="1224047"/>
                </a:cubicBezTo>
                <a:cubicBezTo>
                  <a:pt x="2035815" y="1220983"/>
                  <a:pt x="2031971" y="1219451"/>
                  <a:pt x="2028142" y="1219451"/>
                </a:cubicBezTo>
                <a:cubicBezTo>
                  <a:pt x="2025727" y="1219451"/>
                  <a:pt x="2023664" y="1220261"/>
                  <a:pt x="2021956" y="1221881"/>
                </a:cubicBezTo>
                <a:cubicBezTo>
                  <a:pt x="2020248" y="1223501"/>
                  <a:pt x="2019394" y="1225372"/>
                  <a:pt x="2019394" y="1227493"/>
                </a:cubicBezTo>
                <a:cubicBezTo>
                  <a:pt x="2019394" y="1229083"/>
                  <a:pt x="2019983" y="1230615"/>
                  <a:pt x="2021161" y="1232088"/>
                </a:cubicBezTo>
                <a:cubicBezTo>
                  <a:pt x="2023046" y="1234502"/>
                  <a:pt x="2028318" y="1238640"/>
                  <a:pt x="2036978" y="1244502"/>
                </a:cubicBezTo>
                <a:cubicBezTo>
                  <a:pt x="2045638" y="1250364"/>
                  <a:pt x="2051338" y="1255342"/>
                  <a:pt x="2054078" y="1259436"/>
                </a:cubicBezTo>
                <a:cubicBezTo>
                  <a:pt x="2056817" y="1263530"/>
                  <a:pt x="2058187" y="1268111"/>
                  <a:pt x="2058187" y="1273177"/>
                </a:cubicBezTo>
                <a:cubicBezTo>
                  <a:pt x="2058187" y="1277772"/>
                  <a:pt x="2057038" y="1282279"/>
                  <a:pt x="2054741" y="1286697"/>
                </a:cubicBezTo>
                <a:cubicBezTo>
                  <a:pt x="2052443" y="1291116"/>
                  <a:pt x="2049203" y="1294503"/>
                  <a:pt x="2045020" y="1296859"/>
                </a:cubicBezTo>
                <a:cubicBezTo>
                  <a:pt x="2040837" y="1299216"/>
                  <a:pt x="2036212" y="1300394"/>
                  <a:pt x="2031146" y="1300394"/>
                </a:cubicBezTo>
                <a:cubicBezTo>
                  <a:pt x="2027199" y="1300394"/>
                  <a:pt x="2021926" y="1299157"/>
                  <a:pt x="2015328" y="1296683"/>
                </a:cubicBezTo>
                <a:cubicBezTo>
                  <a:pt x="2013561" y="1296035"/>
                  <a:pt x="2012353" y="1295711"/>
                  <a:pt x="2011706" y="1295711"/>
                </a:cubicBezTo>
                <a:cubicBezTo>
                  <a:pt x="2009761" y="1295711"/>
                  <a:pt x="2008142" y="1297183"/>
                  <a:pt x="2006846" y="1300129"/>
                </a:cubicBezTo>
                <a:lnTo>
                  <a:pt x="2003929" y="1300129"/>
                </a:lnTo>
                <a:lnTo>
                  <a:pt x="2002516" y="1270438"/>
                </a:lnTo>
                <a:lnTo>
                  <a:pt x="2005520" y="1270438"/>
                </a:lnTo>
                <a:cubicBezTo>
                  <a:pt x="2008171" y="1278214"/>
                  <a:pt x="2011808" y="1284046"/>
                  <a:pt x="2016433" y="1287934"/>
                </a:cubicBezTo>
                <a:cubicBezTo>
                  <a:pt x="2021058" y="1291823"/>
                  <a:pt x="2025432" y="1293767"/>
                  <a:pt x="2029555" y="1293767"/>
                </a:cubicBezTo>
                <a:cubicBezTo>
                  <a:pt x="2032383" y="1293767"/>
                  <a:pt x="2034695" y="1292898"/>
                  <a:pt x="2036492" y="1291160"/>
                </a:cubicBezTo>
                <a:cubicBezTo>
                  <a:pt x="2038289" y="1289422"/>
                  <a:pt x="2039188" y="1287316"/>
                  <a:pt x="2039188" y="1284842"/>
                </a:cubicBezTo>
                <a:cubicBezTo>
                  <a:pt x="2039188" y="1282014"/>
                  <a:pt x="2038304" y="1279569"/>
                  <a:pt x="2036537" y="1277507"/>
                </a:cubicBezTo>
                <a:cubicBezTo>
                  <a:pt x="2034769" y="1275445"/>
                  <a:pt x="2030822" y="1272323"/>
                  <a:pt x="2024695" y="1268140"/>
                </a:cubicBezTo>
                <a:cubicBezTo>
                  <a:pt x="2015682" y="1261896"/>
                  <a:pt x="2009850" y="1257124"/>
                  <a:pt x="2007200" y="1253825"/>
                </a:cubicBezTo>
                <a:cubicBezTo>
                  <a:pt x="2003311" y="1248994"/>
                  <a:pt x="2001367" y="1243663"/>
                  <a:pt x="2001367" y="1237831"/>
                </a:cubicBezTo>
                <a:cubicBezTo>
                  <a:pt x="2001367" y="1231469"/>
                  <a:pt x="2003561" y="1225711"/>
                  <a:pt x="2007950" y="1220556"/>
                </a:cubicBezTo>
                <a:cubicBezTo>
                  <a:pt x="2012339" y="1215401"/>
                  <a:pt x="2018687" y="1212824"/>
                  <a:pt x="2026994" y="1212824"/>
                </a:cubicBezTo>
                <a:close/>
                <a:moveTo>
                  <a:pt x="1952844" y="1212824"/>
                </a:moveTo>
                <a:cubicBezTo>
                  <a:pt x="1961210" y="1212824"/>
                  <a:pt x="1968470" y="1216256"/>
                  <a:pt x="1974626" y="1223119"/>
                </a:cubicBezTo>
                <a:cubicBezTo>
                  <a:pt x="1980783" y="1229982"/>
                  <a:pt x="1984097" y="1240157"/>
                  <a:pt x="1984568" y="1253648"/>
                </a:cubicBezTo>
                <a:lnTo>
                  <a:pt x="1939235" y="1253648"/>
                </a:lnTo>
                <a:cubicBezTo>
                  <a:pt x="1939765" y="1264606"/>
                  <a:pt x="1942683" y="1273266"/>
                  <a:pt x="1947984" y="1279628"/>
                </a:cubicBezTo>
                <a:cubicBezTo>
                  <a:pt x="1952049" y="1284518"/>
                  <a:pt x="1956938" y="1286962"/>
                  <a:pt x="1962653" y="1286962"/>
                </a:cubicBezTo>
                <a:cubicBezTo>
                  <a:pt x="1966188" y="1286962"/>
                  <a:pt x="1969398" y="1285976"/>
                  <a:pt x="1972285" y="1284002"/>
                </a:cubicBezTo>
                <a:cubicBezTo>
                  <a:pt x="1975172" y="1282029"/>
                  <a:pt x="1978265" y="1278479"/>
                  <a:pt x="1981563" y="1273354"/>
                </a:cubicBezTo>
                <a:lnTo>
                  <a:pt x="1984568" y="1275298"/>
                </a:lnTo>
                <a:cubicBezTo>
                  <a:pt x="1980091" y="1284429"/>
                  <a:pt x="1975142" y="1290895"/>
                  <a:pt x="1969723" y="1294694"/>
                </a:cubicBezTo>
                <a:cubicBezTo>
                  <a:pt x="1964303" y="1298494"/>
                  <a:pt x="1958029" y="1300394"/>
                  <a:pt x="1950900" y="1300394"/>
                </a:cubicBezTo>
                <a:cubicBezTo>
                  <a:pt x="1938646" y="1300394"/>
                  <a:pt x="1929368" y="1295681"/>
                  <a:pt x="1923064" y="1286255"/>
                </a:cubicBezTo>
                <a:cubicBezTo>
                  <a:pt x="1917998" y="1278656"/>
                  <a:pt x="1915465" y="1269230"/>
                  <a:pt x="1915465" y="1257978"/>
                </a:cubicBezTo>
                <a:cubicBezTo>
                  <a:pt x="1915465" y="1244193"/>
                  <a:pt x="1919191" y="1233222"/>
                  <a:pt x="1926643" y="1225063"/>
                </a:cubicBezTo>
                <a:cubicBezTo>
                  <a:pt x="1934096" y="1216903"/>
                  <a:pt x="1942829" y="1212824"/>
                  <a:pt x="1952844" y="1212824"/>
                </a:cubicBezTo>
                <a:close/>
                <a:moveTo>
                  <a:pt x="1716222" y="1212824"/>
                </a:moveTo>
                <a:cubicBezTo>
                  <a:pt x="1724764" y="1212824"/>
                  <a:pt x="1731553" y="1214974"/>
                  <a:pt x="1736590" y="1219275"/>
                </a:cubicBezTo>
                <a:cubicBezTo>
                  <a:pt x="1741627" y="1223575"/>
                  <a:pt x="1744145" y="1228376"/>
                  <a:pt x="1744145" y="1233677"/>
                </a:cubicBezTo>
                <a:cubicBezTo>
                  <a:pt x="1744145" y="1237035"/>
                  <a:pt x="1743129" y="1239716"/>
                  <a:pt x="1741097" y="1241719"/>
                </a:cubicBezTo>
                <a:cubicBezTo>
                  <a:pt x="1739064" y="1243722"/>
                  <a:pt x="1736399" y="1244723"/>
                  <a:pt x="1733100" y="1244723"/>
                </a:cubicBezTo>
                <a:cubicBezTo>
                  <a:pt x="1729624" y="1244723"/>
                  <a:pt x="1726752" y="1243574"/>
                  <a:pt x="1724484" y="1241277"/>
                </a:cubicBezTo>
                <a:cubicBezTo>
                  <a:pt x="1722216" y="1238979"/>
                  <a:pt x="1720817" y="1234885"/>
                  <a:pt x="1720286" y="1228995"/>
                </a:cubicBezTo>
                <a:cubicBezTo>
                  <a:pt x="1719933" y="1225284"/>
                  <a:pt x="1719079" y="1222692"/>
                  <a:pt x="1717724" y="1221219"/>
                </a:cubicBezTo>
                <a:cubicBezTo>
                  <a:pt x="1716369" y="1219746"/>
                  <a:pt x="1714778" y="1219010"/>
                  <a:pt x="1712952" y="1219010"/>
                </a:cubicBezTo>
                <a:cubicBezTo>
                  <a:pt x="1710124" y="1219010"/>
                  <a:pt x="1707709" y="1220512"/>
                  <a:pt x="1705706" y="1223516"/>
                </a:cubicBezTo>
                <a:cubicBezTo>
                  <a:pt x="1702642" y="1228052"/>
                  <a:pt x="1701111" y="1235003"/>
                  <a:pt x="1701111" y="1244370"/>
                </a:cubicBezTo>
                <a:cubicBezTo>
                  <a:pt x="1701111" y="1252146"/>
                  <a:pt x="1702348" y="1259583"/>
                  <a:pt x="1704822" y="1266682"/>
                </a:cubicBezTo>
                <a:cubicBezTo>
                  <a:pt x="1707296" y="1273781"/>
                  <a:pt x="1710684" y="1279068"/>
                  <a:pt x="1714984" y="1282544"/>
                </a:cubicBezTo>
                <a:cubicBezTo>
                  <a:pt x="1718224" y="1285077"/>
                  <a:pt x="1722054" y="1286344"/>
                  <a:pt x="1726472" y="1286344"/>
                </a:cubicBezTo>
                <a:cubicBezTo>
                  <a:pt x="1729359" y="1286344"/>
                  <a:pt x="1732098" y="1285666"/>
                  <a:pt x="1734690" y="1284311"/>
                </a:cubicBezTo>
                <a:cubicBezTo>
                  <a:pt x="1737282" y="1282956"/>
                  <a:pt x="1740346" y="1280394"/>
                  <a:pt x="1743880" y="1276623"/>
                </a:cubicBezTo>
                <a:lnTo>
                  <a:pt x="1746620" y="1278744"/>
                </a:lnTo>
                <a:cubicBezTo>
                  <a:pt x="1742732" y="1286049"/>
                  <a:pt x="1737886" y="1291484"/>
                  <a:pt x="1732083" y="1295048"/>
                </a:cubicBezTo>
                <a:cubicBezTo>
                  <a:pt x="1726281" y="1298612"/>
                  <a:pt x="1720110" y="1300394"/>
                  <a:pt x="1713570" y="1300394"/>
                </a:cubicBezTo>
                <a:cubicBezTo>
                  <a:pt x="1702554" y="1300394"/>
                  <a:pt x="1693747" y="1296241"/>
                  <a:pt x="1687149" y="1287934"/>
                </a:cubicBezTo>
                <a:cubicBezTo>
                  <a:pt x="1680551" y="1279628"/>
                  <a:pt x="1677252" y="1269643"/>
                  <a:pt x="1677252" y="1257978"/>
                </a:cubicBezTo>
                <a:cubicBezTo>
                  <a:pt x="1677252" y="1246726"/>
                  <a:pt x="1680256" y="1236829"/>
                  <a:pt x="1686265" y="1228288"/>
                </a:cubicBezTo>
                <a:cubicBezTo>
                  <a:pt x="1693511" y="1217979"/>
                  <a:pt x="1703497" y="1212824"/>
                  <a:pt x="1716222" y="1212824"/>
                </a:cubicBezTo>
                <a:close/>
                <a:moveTo>
                  <a:pt x="1839675" y="1185077"/>
                </a:moveTo>
                <a:lnTo>
                  <a:pt x="1842591" y="1185077"/>
                </a:lnTo>
                <a:lnTo>
                  <a:pt x="1842591" y="1215298"/>
                </a:lnTo>
                <a:lnTo>
                  <a:pt x="1862208" y="1215298"/>
                </a:lnTo>
                <a:lnTo>
                  <a:pt x="1862208" y="1224047"/>
                </a:lnTo>
                <a:lnTo>
                  <a:pt x="1842591" y="1224047"/>
                </a:lnTo>
                <a:lnTo>
                  <a:pt x="1842591" y="1275033"/>
                </a:lnTo>
                <a:cubicBezTo>
                  <a:pt x="1842591" y="1279805"/>
                  <a:pt x="1842811" y="1282883"/>
                  <a:pt x="1843253" y="1284267"/>
                </a:cubicBezTo>
                <a:cubicBezTo>
                  <a:pt x="1843695" y="1285652"/>
                  <a:pt x="1844475" y="1286771"/>
                  <a:pt x="1845595" y="1287625"/>
                </a:cubicBezTo>
                <a:cubicBezTo>
                  <a:pt x="1846714" y="1288479"/>
                  <a:pt x="1847745" y="1288906"/>
                  <a:pt x="1848688" y="1288906"/>
                </a:cubicBezTo>
                <a:cubicBezTo>
                  <a:pt x="1852517" y="1288906"/>
                  <a:pt x="1856140" y="1285990"/>
                  <a:pt x="1859557" y="1280158"/>
                </a:cubicBezTo>
                <a:lnTo>
                  <a:pt x="1862208" y="1282102"/>
                </a:lnTo>
                <a:cubicBezTo>
                  <a:pt x="1857436" y="1293413"/>
                  <a:pt x="1849690" y="1299069"/>
                  <a:pt x="1838968" y="1299069"/>
                </a:cubicBezTo>
                <a:cubicBezTo>
                  <a:pt x="1833724" y="1299069"/>
                  <a:pt x="1829291" y="1297611"/>
                  <a:pt x="1825668" y="1294694"/>
                </a:cubicBezTo>
                <a:cubicBezTo>
                  <a:pt x="1822045" y="1291778"/>
                  <a:pt x="1819733" y="1288523"/>
                  <a:pt x="1818732" y="1284930"/>
                </a:cubicBezTo>
                <a:cubicBezTo>
                  <a:pt x="1818143" y="1282927"/>
                  <a:pt x="1817848" y="1277507"/>
                  <a:pt x="1817848" y="1268670"/>
                </a:cubicBezTo>
                <a:lnTo>
                  <a:pt x="1817848" y="1224047"/>
                </a:lnTo>
                <a:lnTo>
                  <a:pt x="1807067" y="1224047"/>
                </a:lnTo>
                <a:lnTo>
                  <a:pt x="1807067" y="1220954"/>
                </a:lnTo>
                <a:cubicBezTo>
                  <a:pt x="1814490" y="1215711"/>
                  <a:pt x="1820808" y="1210202"/>
                  <a:pt x="1826022" y="1204429"/>
                </a:cubicBezTo>
                <a:cubicBezTo>
                  <a:pt x="1831235" y="1198656"/>
                  <a:pt x="1835786" y="1192205"/>
                  <a:pt x="1839675" y="1185077"/>
                </a:cubicBezTo>
                <a:close/>
                <a:moveTo>
                  <a:pt x="1886839" y="1175268"/>
                </a:moveTo>
                <a:cubicBezTo>
                  <a:pt x="1890668" y="1175268"/>
                  <a:pt x="1893908" y="1176608"/>
                  <a:pt x="1896559" y="1179289"/>
                </a:cubicBezTo>
                <a:cubicBezTo>
                  <a:pt x="1899210" y="1181969"/>
                  <a:pt x="1900535" y="1185195"/>
                  <a:pt x="1900535" y="1188965"/>
                </a:cubicBezTo>
                <a:cubicBezTo>
                  <a:pt x="1900535" y="1192735"/>
                  <a:pt x="1899195" y="1195946"/>
                  <a:pt x="1896515" y="1198597"/>
                </a:cubicBezTo>
                <a:cubicBezTo>
                  <a:pt x="1893834" y="1201248"/>
                  <a:pt x="1890609" y="1202574"/>
                  <a:pt x="1886839" y="1202574"/>
                </a:cubicBezTo>
                <a:cubicBezTo>
                  <a:pt x="1883069" y="1202574"/>
                  <a:pt x="1879858" y="1201248"/>
                  <a:pt x="1877207" y="1198597"/>
                </a:cubicBezTo>
                <a:cubicBezTo>
                  <a:pt x="1874556" y="1195946"/>
                  <a:pt x="1873230" y="1192735"/>
                  <a:pt x="1873230" y="1188965"/>
                </a:cubicBezTo>
                <a:cubicBezTo>
                  <a:pt x="1873230" y="1185195"/>
                  <a:pt x="1874556" y="1181969"/>
                  <a:pt x="1877207" y="1179289"/>
                </a:cubicBezTo>
                <a:cubicBezTo>
                  <a:pt x="1879858" y="1176608"/>
                  <a:pt x="1883069" y="1175268"/>
                  <a:pt x="1886839" y="1175268"/>
                </a:cubicBezTo>
                <a:close/>
                <a:moveTo>
                  <a:pt x="1782064" y="1175268"/>
                </a:moveTo>
                <a:cubicBezTo>
                  <a:pt x="1785893" y="1175268"/>
                  <a:pt x="1789133" y="1176608"/>
                  <a:pt x="1791784" y="1179289"/>
                </a:cubicBezTo>
                <a:cubicBezTo>
                  <a:pt x="1794435" y="1181969"/>
                  <a:pt x="1795761" y="1185195"/>
                  <a:pt x="1795761" y="1188965"/>
                </a:cubicBezTo>
                <a:cubicBezTo>
                  <a:pt x="1795761" y="1192735"/>
                  <a:pt x="1794421" y="1195946"/>
                  <a:pt x="1791740" y="1198597"/>
                </a:cubicBezTo>
                <a:cubicBezTo>
                  <a:pt x="1789059" y="1201248"/>
                  <a:pt x="1785834" y="1202574"/>
                  <a:pt x="1782064" y="1202574"/>
                </a:cubicBezTo>
                <a:cubicBezTo>
                  <a:pt x="1778293" y="1202574"/>
                  <a:pt x="1775083" y="1201248"/>
                  <a:pt x="1772432" y="1198597"/>
                </a:cubicBezTo>
                <a:cubicBezTo>
                  <a:pt x="1769781" y="1195946"/>
                  <a:pt x="1768455" y="1192735"/>
                  <a:pt x="1768455" y="1188965"/>
                </a:cubicBezTo>
                <a:cubicBezTo>
                  <a:pt x="1768455" y="1185195"/>
                  <a:pt x="1769781" y="1181969"/>
                  <a:pt x="1772432" y="1179289"/>
                </a:cubicBezTo>
                <a:cubicBezTo>
                  <a:pt x="1775083" y="1176608"/>
                  <a:pt x="1778293" y="1175268"/>
                  <a:pt x="1782064" y="1175268"/>
                </a:cubicBezTo>
                <a:close/>
                <a:moveTo>
                  <a:pt x="2465004" y="1032542"/>
                </a:moveTo>
                <a:cubicBezTo>
                  <a:pt x="2457875" y="1036724"/>
                  <a:pt x="2452574" y="1041202"/>
                  <a:pt x="2449098" y="1045974"/>
                </a:cubicBezTo>
                <a:cubicBezTo>
                  <a:pt x="2446800" y="1049155"/>
                  <a:pt x="2445651" y="1052366"/>
                  <a:pt x="2445651" y="1055605"/>
                </a:cubicBezTo>
                <a:cubicBezTo>
                  <a:pt x="2445651" y="1058316"/>
                  <a:pt x="2446623" y="1060701"/>
                  <a:pt x="2448568" y="1062763"/>
                </a:cubicBezTo>
                <a:cubicBezTo>
                  <a:pt x="2450041" y="1064354"/>
                  <a:pt x="2452102" y="1065149"/>
                  <a:pt x="2454753" y="1065149"/>
                </a:cubicBezTo>
                <a:cubicBezTo>
                  <a:pt x="2457699" y="1065149"/>
                  <a:pt x="2461116" y="1063500"/>
                  <a:pt x="2465004" y="1060201"/>
                </a:cubicBezTo>
                <a:close/>
                <a:moveTo>
                  <a:pt x="2649495" y="1002497"/>
                </a:moveTo>
                <a:cubicBezTo>
                  <a:pt x="2647315" y="1002497"/>
                  <a:pt x="2645518" y="1003086"/>
                  <a:pt x="2644104" y="1004264"/>
                </a:cubicBezTo>
                <a:cubicBezTo>
                  <a:pt x="2641924" y="1006091"/>
                  <a:pt x="2640143" y="1009302"/>
                  <a:pt x="2638758" y="1013896"/>
                </a:cubicBezTo>
                <a:cubicBezTo>
                  <a:pt x="2637374" y="1018492"/>
                  <a:pt x="2636682" y="1025531"/>
                  <a:pt x="2636682" y="1035016"/>
                </a:cubicBezTo>
                <a:cubicBezTo>
                  <a:pt x="2636682" y="1045444"/>
                  <a:pt x="2637447" y="1053161"/>
                  <a:pt x="2638979" y="1058168"/>
                </a:cubicBezTo>
                <a:cubicBezTo>
                  <a:pt x="2640511" y="1063176"/>
                  <a:pt x="2642602" y="1066798"/>
                  <a:pt x="2645253" y="1069037"/>
                </a:cubicBezTo>
                <a:cubicBezTo>
                  <a:pt x="2646608" y="1070156"/>
                  <a:pt x="2648464" y="1070716"/>
                  <a:pt x="2650820" y="1070716"/>
                </a:cubicBezTo>
                <a:cubicBezTo>
                  <a:pt x="2656004" y="1070716"/>
                  <a:pt x="2660893" y="1066652"/>
                  <a:pt x="2665489" y="1058522"/>
                </a:cubicBezTo>
                <a:lnTo>
                  <a:pt x="2665489" y="1015045"/>
                </a:lnTo>
                <a:cubicBezTo>
                  <a:pt x="2661130" y="1006680"/>
                  <a:pt x="2655798" y="1002497"/>
                  <a:pt x="2649495" y="1002497"/>
                </a:cubicBezTo>
                <a:close/>
                <a:moveTo>
                  <a:pt x="1801505" y="1000023"/>
                </a:moveTo>
                <a:cubicBezTo>
                  <a:pt x="1798500" y="1000023"/>
                  <a:pt x="1795923" y="1001157"/>
                  <a:pt x="1793773" y="1003425"/>
                </a:cubicBezTo>
                <a:cubicBezTo>
                  <a:pt x="1791622" y="1005693"/>
                  <a:pt x="1790208" y="1010170"/>
                  <a:pt x="1789531" y="1016857"/>
                </a:cubicBezTo>
                <a:cubicBezTo>
                  <a:pt x="1788854" y="1023543"/>
                  <a:pt x="1788515" y="1032836"/>
                  <a:pt x="1788515" y="1044737"/>
                </a:cubicBezTo>
                <a:cubicBezTo>
                  <a:pt x="1788515" y="1051040"/>
                  <a:pt x="1788927" y="1056931"/>
                  <a:pt x="1789752" y="1062410"/>
                </a:cubicBezTo>
                <a:cubicBezTo>
                  <a:pt x="1790400" y="1066593"/>
                  <a:pt x="1791784" y="1069774"/>
                  <a:pt x="1793905" y="1071954"/>
                </a:cubicBezTo>
                <a:cubicBezTo>
                  <a:pt x="1796026" y="1074133"/>
                  <a:pt x="1798441" y="1075223"/>
                  <a:pt x="1801151" y="1075223"/>
                </a:cubicBezTo>
                <a:cubicBezTo>
                  <a:pt x="1803802" y="1075223"/>
                  <a:pt x="1806011" y="1074487"/>
                  <a:pt x="1807778" y="1073014"/>
                </a:cubicBezTo>
                <a:cubicBezTo>
                  <a:pt x="1810076" y="1071011"/>
                  <a:pt x="1811608" y="1068213"/>
                  <a:pt x="1812374" y="1064619"/>
                </a:cubicBezTo>
                <a:cubicBezTo>
                  <a:pt x="1813552" y="1059022"/>
                  <a:pt x="1814141" y="1047711"/>
                  <a:pt x="1814141" y="1030686"/>
                </a:cubicBezTo>
                <a:cubicBezTo>
                  <a:pt x="1814141" y="1020671"/>
                  <a:pt x="1813582" y="1013793"/>
                  <a:pt x="1812462" y="1010052"/>
                </a:cubicBezTo>
                <a:cubicBezTo>
                  <a:pt x="1811343" y="1006312"/>
                  <a:pt x="1809693" y="1003587"/>
                  <a:pt x="1807514" y="1001879"/>
                </a:cubicBezTo>
                <a:cubicBezTo>
                  <a:pt x="1805982" y="1000641"/>
                  <a:pt x="1803979" y="1000023"/>
                  <a:pt x="1801505" y="1000023"/>
                </a:cubicBezTo>
                <a:close/>
                <a:moveTo>
                  <a:pt x="2265844" y="999493"/>
                </a:moveTo>
                <a:cubicBezTo>
                  <a:pt x="2262780" y="999493"/>
                  <a:pt x="2260277" y="1000995"/>
                  <a:pt x="2258333" y="1003999"/>
                </a:cubicBezTo>
                <a:cubicBezTo>
                  <a:pt x="2254857" y="1009242"/>
                  <a:pt x="2253119" y="1016430"/>
                  <a:pt x="2253119" y="1025561"/>
                </a:cubicBezTo>
                <a:lnTo>
                  <a:pt x="2253119" y="1028654"/>
                </a:lnTo>
                <a:lnTo>
                  <a:pt x="2277155" y="1028654"/>
                </a:lnTo>
                <a:cubicBezTo>
                  <a:pt x="2277155" y="1019169"/>
                  <a:pt x="2276639" y="1012659"/>
                  <a:pt x="2275608" y="1009125"/>
                </a:cubicBezTo>
                <a:cubicBezTo>
                  <a:pt x="2274577" y="1005590"/>
                  <a:pt x="2272972" y="1002910"/>
                  <a:pt x="2270792" y="1001083"/>
                </a:cubicBezTo>
                <a:cubicBezTo>
                  <a:pt x="2269554" y="1000023"/>
                  <a:pt x="2267906" y="999493"/>
                  <a:pt x="2265844" y="999493"/>
                </a:cubicBezTo>
                <a:close/>
                <a:moveTo>
                  <a:pt x="2178896" y="996223"/>
                </a:moveTo>
                <a:lnTo>
                  <a:pt x="2213535" y="996223"/>
                </a:lnTo>
                <a:lnTo>
                  <a:pt x="2213535" y="1061703"/>
                </a:lnTo>
                <a:cubicBezTo>
                  <a:pt x="2213535" y="1067535"/>
                  <a:pt x="2214213" y="1071261"/>
                  <a:pt x="2215568" y="1072881"/>
                </a:cubicBezTo>
                <a:cubicBezTo>
                  <a:pt x="2216923" y="1074501"/>
                  <a:pt x="2219573" y="1075429"/>
                  <a:pt x="2223521" y="1075665"/>
                </a:cubicBezTo>
                <a:lnTo>
                  <a:pt x="2223521" y="1078846"/>
                </a:lnTo>
                <a:lnTo>
                  <a:pt x="2178896" y="1078846"/>
                </a:lnTo>
                <a:lnTo>
                  <a:pt x="2178896" y="1075665"/>
                </a:lnTo>
                <a:cubicBezTo>
                  <a:pt x="2182548" y="1075547"/>
                  <a:pt x="2185258" y="1074487"/>
                  <a:pt x="2187025" y="1072484"/>
                </a:cubicBezTo>
                <a:cubicBezTo>
                  <a:pt x="2188203" y="1071129"/>
                  <a:pt x="2188792" y="1067535"/>
                  <a:pt x="2188792" y="1061703"/>
                </a:cubicBezTo>
                <a:lnTo>
                  <a:pt x="2188792" y="1013455"/>
                </a:lnTo>
                <a:cubicBezTo>
                  <a:pt x="2188792" y="1007622"/>
                  <a:pt x="2188115" y="1003896"/>
                  <a:pt x="2186760" y="1002276"/>
                </a:cubicBezTo>
                <a:cubicBezTo>
                  <a:pt x="2185405" y="1000656"/>
                  <a:pt x="2182783" y="999728"/>
                  <a:pt x="2178896" y="999493"/>
                </a:cubicBezTo>
                <a:close/>
                <a:moveTo>
                  <a:pt x="1856901" y="996223"/>
                </a:moveTo>
                <a:lnTo>
                  <a:pt x="1890569" y="996223"/>
                </a:lnTo>
                <a:lnTo>
                  <a:pt x="1890569" y="1052689"/>
                </a:lnTo>
                <a:cubicBezTo>
                  <a:pt x="1890569" y="1058580"/>
                  <a:pt x="1890849" y="1062380"/>
                  <a:pt x="1891408" y="1064089"/>
                </a:cubicBezTo>
                <a:cubicBezTo>
                  <a:pt x="1891968" y="1065797"/>
                  <a:pt x="1892851" y="1067093"/>
                  <a:pt x="1894059" y="1067977"/>
                </a:cubicBezTo>
                <a:cubicBezTo>
                  <a:pt x="1895267" y="1068861"/>
                  <a:pt x="1896666" y="1069303"/>
                  <a:pt x="1898257" y="1069303"/>
                </a:cubicBezTo>
                <a:cubicBezTo>
                  <a:pt x="1900378" y="1069303"/>
                  <a:pt x="1902292" y="1068743"/>
                  <a:pt x="1904001" y="1067624"/>
                </a:cubicBezTo>
                <a:cubicBezTo>
                  <a:pt x="1906357" y="1066092"/>
                  <a:pt x="1909185" y="1062999"/>
                  <a:pt x="1912484" y="1058345"/>
                </a:cubicBezTo>
                <a:lnTo>
                  <a:pt x="1912484" y="1014162"/>
                </a:lnTo>
                <a:cubicBezTo>
                  <a:pt x="1912484" y="1007917"/>
                  <a:pt x="1911910" y="1004029"/>
                  <a:pt x="1910761" y="1002497"/>
                </a:cubicBezTo>
                <a:cubicBezTo>
                  <a:pt x="1909612" y="1000966"/>
                  <a:pt x="1907211" y="999964"/>
                  <a:pt x="1903559" y="999493"/>
                </a:cubicBezTo>
                <a:lnTo>
                  <a:pt x="1903559" y="996223"/>
                </a:lnTo>
                <a:lnTo>
                  <a:pt x="1937227" y="996223"/>
                </a:lnTo>
                <a:lnTo>
                  <a:pt x="1937227" y="1060908"/>
                </a:lnTo>
                <a:cubicBezTo>
                  <a:pt x="1937227" y="1067211"/>
                  <a:pt x="1937816" y="1071143"/>
                  <a:pt x="1938994" y="1072705"/>
                </a:cubicBezTo>
                <a:cubicBezTo>
                  <a:pt x="1940172" y="1074266"/>
                  <a:pt x="1942558" y="1075253"/>
                  <a:pt x="1946151" y="1075665"/>
                </a:cubicBezTo>
                <a:lnTo>
                  <a:pt x="1946151" y="1078846"/>
                </a:lnTo>
                <a:lnTo>
                  <a:pt x="1912484" y="1078846"/>
                </a:lnTo>
                <a:lnTo>
                  <a:pt x="1912484" y="1067800"/>
                </a:lnTo>
                <a:cubicBezTo>
                  <a:pt x="1908537" y="1072513"/>
                  <a:pt x="1904590" y="1075945"/>
                  <a:pt x="1900643" y="1078095"/>
                </a:cubicBezTo>
                <a:cubicBezTo>
                  <a:pt x="1896696" y="1080245"/>
                  <a:pt x="1892278" y="1081320"/>
                  <a:pt x="1887388" y="1081320"/>
                </a:cubicBezTo>
                <a:cubicBezTo>
                  <a:pt x="1882734" y="1081320"/>
                  <a:pt x="1878595" y="1079892"/>
                  <a:pt x="1874972" y="1077035"/>
                </a:cubicBezTo>
                <a:cubicBezTo>
                  <a:pt x="1871349" y="1074177"/>
                  <a:pt x="1868919" y="1070834"/>
                  <a:pt x="1867682" y="1067005"/>
                </a:cubicBezTo>
                <a:cubicBezTo>
                  <a:pt x="1866445" y="1063176"/>
                  <a:pt x="1865826" y="1056489"/>
                  <a:pt x="1865826" y="1046946"/>
                </a:cubicBezTo>
                <a:lnTo>
                  <a:pt x="1865826" y="1014162"/>
                </a:lnTo>
                <a:cubicBezTo>
                  <a:pt x="1865826" y="1007917"/>
                  <a:pt x="1865252" y="1004029"/>
                  <a:pt x="1864103" y="1002497"/>
                </a:cubicBezTo>
                <a:cubicBezTo>
                  <a:pt x="1862954" y="1000966"/>
                  <a:pt x="1860554" y="999964"/>
                  <a:pt x="1856901" y="999493"/>
                </a:cubicBezTo>
                <a:close/>
                <a:moveTo>
                  <a:pt x="2573155" y="993749"/>
                </a:moveTo>
                <a:cubicBezTo>
                  <a:pt x="2578516" y="993749"/>
                  <a:pt x="2582964" y="995236"/>
                  <a:pt x="2586499" y="998212"/>
                </a:cubicBezTo>
                <a:cubicBezTo>
                  <a:pt x="2590033" y="1001186"/>
                  <a:pt x="2592390" y="1004883"/>
                  <a:pt x="2593567" y="1009302"/>
                </a:cubicBezTo>
                <a:cubicBezTo>
                  <a:pt x="2594511" y="1012659"/>
                  <a:pt x="2594982" y="1019110"/>
                  <a:pt x="2594982" y="1028654"/>
                </a:cubicBezTo>
                <a:lnTo>
                  <a:pt x="2594982" y="1060819"/>
                </a:lnTo>
                <a:cubicBezTo>
                  <a:pt x="2594982" y="1067182"/>
                  <a:pt x="2595556" y="1071143"/>
                  <a:pt x="2596704" y="1072705"/>
                </a:cubicBezTo>
                <a:cubicBezTo>
                  <a:pt x="2597854" y="1074266"/>
                  <a:pt x="2600255" y="1075253"/>
                  <a:pt x="2603907" y="1075665"/>
                </a:cubicBezTo>
                <a:lnTo>
                  <a:pt x="2603907" y="1078846"/>
                </a:lnTo>
                <a:lnTo>
                  <a:pt x="2562109" y="1078846"/>
                </a:lnTo>
                <a:lnTo>
                  <a:pt x="2562109" y="1075665"/>
                </a:lnTo>
                <a:cubicBezTo>
                  <a:pt x="2565232" y="1075253"/>
                  <a:pt x="2567470" y="1073956"/>
                  <a:pt x="2568825" y="1071777"/>
                </a:cubicBezTo>
                <a:cubicBezTo>
                  <a:pt x="2569768" y="1070304"/>
                  <a:pt x="2570239" y="1066652"/>
                  <a:pt x="2570239" y="1060819"/>
                </a:cubicBezTo>
                <a:lnTo>
                  <a:pt x="2570239" y="1024059"/>
                </a:lnTo>
                <a:cubicBezTo>
                  <a:pt x="2570239" y="1017284"/>
                  <a:pt x="2569974" y="1013013"/>
                  <a:pt x="2569443" y="1011246"/>
                </a:cubicBezTo>
                <a:cubicBezTo>
                  <a:pt x="2568913" y="1009478"/>
                  <a:pt x="2568015" y="1008109"/>
                  <a:pt x="2566748" y="1007137"/>
                </a:cubicBezTo>
                <a:cubicBezTo>
                  <a:pt x="2565482" y="1006165"/>
                  <a:pt x="2564082" y="1005678"/>
                  <a:pt x="2562551" y="1005678"/>
                </a:cubicBezTo>
                <a:cubicBezTo>
                  <a:pt x="2557485" y="1005678"/>
                  <a:pt x="2552771" y="1009302"/>
                  <a:pt x="2548413" y="1016548"/>
                </a:cubicBezTo>
                <a:lnTo>
                  <a:pt x="2548413" y="1060819"/>
                </a:lnTo>
                <a:cubicBezTo>
                  <a:pt x="2548413" y="1067005"/>
                  <a:pt x="2548987" y="1070923"/>
                  <a:pt x="2550136" y="1072572"/>
                </a:cubicBezTo>
                <a:cubicBezTo>
                  <a:pt x="2551284" y="1074222"/>
                  <a:pt x="2553420" y="1075253"/>
                  <a:pt x="2556542" y="1075665"/>
                </a:cubicBezTo>
                <a:lnTo>
                  <a:pt x="2556542" y="1078846"/>
                </a:lnTo>
                <a:lnTo>
                  <a:pt x="2514745" y="1078846"/>
                </a:lnTo>
                <a:lnTo>
                  <a:pt x="2514745" y="1075665"/>
                </a:lnTo>
                <a:cubicBezTo>
                  <a:pt x="2518221" y="1075311"/>
                  <a:pt x="2520695" y="1074192"/>
                  <a:pt x="2522167" y="1072307"/>
                </a:cubicBezTo>
                <a:cubicBezTo>
                  <a:pt x="2523169" y="1071011"/>
                  <a:pt x="2523669" y="1067182"/>
                  <a:pt x="2523669" y="1060819"/>
                </a:cubicBezTo>
                <a:lnTo>
                  <a:pt x="2523669" y="1014162"/>
                </a:lnTo>
                <a:cubicBezTo>
                  <a:pt x="2523669" y="1007917"/>
                  <a:pt x="2523095" y="1004029"/>
                  <a:pt x="2521947" y="1002497"/>
                </a:cubicBezTo>
                <a:cubicBezTo>
                  <a:pt x="2520798" y="1000966"/>
                  <a:pt x="2518397" y="999964"/>
                  <a:pt x="2514745" y="999493"/>
                </a:cubicBezTo>
                <a:lnTo>
                  <a:pt x="2514745" y="996223"/>
                </a:lnTo>
                <a:lnTo>
                  <a:pt x="2548413" y="996223"/>
                </a:lnTo>
                <a:lnTo>
                  <a:pt x="2548413" y="1006915"/>
                </a:lnTo>
                <a:cubicBezTo>
                  <a:pt x="2552654" y="1002320"/>
                  <a:pt x="2556719" y="998977"/>
                  <a:pt x="2560607" y="996886"/>
                </a:cubicBezTo>
                <a:cubicBezTo>
                  <a:pt x="2564495" y="994794"/>
                  <a:pt x="2568678" y="993749"/>
                  <a:pt x="2573155" y="993749"/>
                </a:cubicBezTo>
                <a:close/>
                <a:moveTo>
                  <a:pt x="2460939" y="993749"/>
                </a:moveTo>
                <a:cubicBezTo>
                  <a:pt x="2468774" y="993749"/>
                  <a:pt x="2474974" y="995413"/>
                  <a:pt x="2479540" y="998742"/>
                </a:cubicBezTo>
                <a:cubicBezTo>
                  <a:pt x="2484106" y="1002070"/>
                  <a:pt x="2487066" y="1005678"/>
                  <a:pt x="2488421" y="1009567"/>
                </a:cubicBezTo>
                <a:cubicBezTo>
                  <a:pt x="2489245" y="1012041"/>
                  <a:pt x="2489658" y="1017726"/>
                  <a:pt x="2489658" y="1026621"/>
                </a:cubicBezTo>
                <a:lnTo>
                  <a:pt x="2489658" y="1058699"/>
                </a:lnTo>
                <a:cubicBezTo>
                  <a:pt x="2489658" y="1062469"/>
                  <a:pt x="2489805" y="1064840"/>
                  <a:pt x="2490100" y="1065812"/>
                </a:cubicBezTo>
                <a:cubicBezTo>
                  <a:pt x="2490394" y="1066784"/>
                  <a:pt x="2490837" y="1067505"/>
                  <a:pt x="2491426" y="1067977"/>
                </a:cubicBezTo>
                <a:cubicBezTo>
                  <a:pt x="2492014" y="1068448"/>
                  <a:pt x="2492692" y="1068684"/>
                  <a:pt x="2493458" y="1068684"/>
                </a:cubicBezTo>
                <a:cubicBezTo>
                  <a:pt x="2494989" y="1068684"/>
                  <a:pt x="2496551" y="1067594"/>
                  <a:pt x="2498141" y="1065414"/>
                </a:cubicBezTo>
                <a:lnTo>
                  <a:pt x="2500792" y="1067535"/>
                </a:lnTo>
                <a:cubicBezTo>
                  <a:pt x="2497847" y="1071895"/>
                  <a:pt x="2494797" y="1075061"/>
                  <a:pt x="2491646" y="1077035"/>
                </a:cubicBezTo>
                <a:cubicBezTo>
                  <a:pt x="2488494" y="1079008"/>
                  <a:pt x="2484915" y="1079995"/>
                  <a:pt x="2480909" y="1079995"/>
                </a:cubicBezTo>
                <a:cubicBezTo>
                  <a:pt x="2476197" y="1079995"/>
                  <a:pt x="2472515" y="1078890"/>
                  <a:pt x="2469864" y="1076681"/>
                </a:cubicBezTo>
                <a:cubicBezTo>
                  <a:pt x="2467213" y="1074472"/>
                  <a:pt x="2465593" y="1071129"/>
                  <a:pt x="2465004" y="1066652"/>
                </a:cubicBezTo>
                <a:cubicBezTo>
                  <a:pt x="2454930" y="1075547"/>
                  <a:pt x="2445887" y="1079995"/>
                  <a:pt x="2437876" y="1079995"/>
                </a:cubicBezTo>
                <a:cubicBezTo>
                  <a:pt x="2433162" y="1079995"/>
                  <a:pt x="2429245" y="1078448"/>
                  <a:pt x="2426123" y="1075356"/>
                </a:cubicBezTo>
                <a:cubicBezTo>
                  <a:pt x="2423000" y="1072263"/>
                  <a:pt x="2421439" y="1068389"/>
                  <a:pt x="2421439" y="1063735"/>
                </a:cubicBezTo>
                <a:cubicBezTo>
                  <a:pt x="2421439" y="1057432"/>
                  <a:pt x="2424148" y="1051762"/>
                  <a:pt x="2429569" y="1046725"/>
                </a:cubicBezTo>
                <a:cubicBezTo>
                  <a:pt x="2434988" y="1041688"/>
                  <a:pt x="2446800" y="1034987"/>
                  <a:pt x="2465004" y="1026621"/>
                </a:cubicBezTo>
                <a:lnTo>
                  <a:pt x="2465004" y="1018315"/>
                </a:lnTo>
                <a:cubicBezTo>
                  <a:pt x="2465004" y="1012070"/>
                  <a:pt x="2464665" y="1008138"/>
                  <a:pt x="2463988" y="1006518"/>
                </a:cubicBezTo>
                <a:cubicBezTo>
                  <a:pt x="2463310" y="1004898"/>
                  <a:pt x="2462029" y="1003484"/>
                  <a:pt x="2460143" y="1002276"/>
                </a:cubicBezTo>
                <a:cubicBezTo>
                  <a:pt x="2458258" y="1001068"/>
                  <a:pt x="2456138" y="1000465"/>
                  <a:pt x="2453781" y="1000465"/>
                </a:cubicBezTo>
                <a:cubicBezTo>
                  <a:pt x="2449952" y="1000465"/>
                  <a:pt x="2446800" y="1001319"/>
                  <a:pt x="2444326" y="1003027"/>
                </a:cubicBezTo>
                <a:cubicBezTo>
                  <a:pt x="2442794" y="1004088"/>
                  <a:pt x="2442028" y="1005325"/>
                  <a:pt x="2442028" y="1006739"/>
                </a:cubicBezTo>
                <a:cubicBezTo>
                  <a:pt x="2442028" y="1007976"/>
                  <a:pt x="2442853" y="1009508"/>
                  <a:pt x="2444503" y="1011334"/>
                </a:cubicBezTo>
                <a:cubicBezTo>
                  <a:pt x="2446741" y="1013867"/>
                  <a:pt x="2447860" y="1016312"/>
                  <a:pt x="2447860" y="1018668"/>
                </a:cubicBezTo>
                <a:cubicBezTo>
                  <a:pt x="2447860" y="1021555"/>
                  <a:pt x="2446785" y="1024014"/>
                  <a:pt x="2444635" y="1026047"/>
                </a:cubicBezTo>
                <a:cubicBezTo>
                  <a:pt x="2442485" y="1028079"/>
                  <a:pt x="2439672" y="1029095"/>
                  <a:pt x="2436196" y="1029095"/>
                </a:cubicBezTo>
                <a:cubicBezTo>
                  <a:pt x="2432485" y="1029095"/>
                  <a:pt x="2429377" y="1027976"/>
                  <a:pt x="2426873" y="1025738"/>
                </a:cubicBezTo>
                <a:cubicBezTo>
                  <a:pt x="2424369" y="1023499"/>
                  <a:pt x="2423118" y="1020877"/>
                  <a:pt x="2423118" y="1017873"/>
                </a:cubicBezTo>
                <a:cubicBezTo>
                  <a:pt x="2423118" y="1013631"/>
                  <a:pt x="2424797" y="1009581"/>
                  <a:pt x="2428154" y="1005723"/>
                </a:cubicBezTo>
                <a:cubicBezTo>
                  <a:pt x="2431512" y="1001864"/>
                  <a:pt x="2436196" y="998904"/>
                  <a:pt x="2442205" y="996842"/>
                </a:cubicBezTo>
                <a:cubicBezTo>
                  <a:pt x="2448214" y="994780"/>
                  <a:pt x="2454458" y="993749"/>
                  <a:pt x="2460939" y="993749"/>
                </a:cubicBezTo>
                <a:close/>
                <a:moveTo>
                  <a:pt x="2341318" y="993749"/>
                </a:moveTo>
                <a:cubicBezTo>
                  <a:pt x="2345796" y="993749"/>
                  <a:pt x="2350125" y="994839"/>
                  <a:pt x="2354308" y="997019"/>
                </a:cubicBezTo>
                <a:cubicBezTo>
                  <a:pt x="2355899" y="997902"/>
                  <a:pt x="2357195" y="998344"/>
                  <a:pt x="2358196" y="998344"/>
                </a:cubicBezTo>
                <a:cubicBezTo>
                  <a:pt x="2359257" y="998344"/>
                  <a:pt x="2360111" y="998123"/>
                  <a:pt x="2360759" y="997681"/>
                </a:cubicBezTo>
                <a:cubicBezTo>
                  <a:pt x="2361406" y="997239"/>
                  <a:pt x="2362438" y="995988"/>
                  <a:pt x="2363852" y="993926"/>
                </a:cubicBezTo>
                <a:lnTo>
                  <a:pt x="2366856" y="993926"/>
                </a:lnTo>
                <a:lnTo>
                  <a:pt x="2368182" y="1022115"/>
                </a:lnTo>
                <a:lnTo>
                  <a:pt x="2365177" y="1022115"/>
                </a:lnTo>
                <a:cubicBezTo>
                  <a:pt x="2361584" y="1013749"/>
                  <a:pt x="2357858" y="1008035"/>
                  <a:pt x="2353998" y="1004971"/>
                </a:cubicBezTo>
                <a:cubicBezTo>
                  <a:pt x="2350140" y="1001908"/>
                  <a:pt x="2346296" y="1000376"/>
                  <a:pt x="2342467" y="1000376"/>
                </a:cubicBezTo>
                <a:cubicBezTo>
                  <a:pt x="2340051" y="1000376"/>
                  <a:pt x="2337990" y="1001186"/>
                  <a:pt x="2336281" y="1002807"/>
                </a:cubicBezTo>
                <a:cubicBezTo>
                  <a:pt x="2334573" y="1004426"/>
                  <a:pt x="2333719" y="1006297"/>
                  <a:pt x="2333719" y="1008418"/>
                </a:cubicBezTo>
                <a:cubicBezTo>
                  <a:pt x="2333719" y="1010008"/>
                  <a:pt x="2334308" y="1011540"/>
                  <a:pt x="2335486" y="1013013"/>
                </a:cubicBezTo>
                <a:cubicBezTo>
                  <a:pt x="2337371" y="1015428"/>
                  <a:pt x="2342643" y="1019567"/>
                  <a:pt x="2351303" y="1025429"/>
                </a:cubicBezTo>
                <a:cubicBezTo>
                  <a:pt x="2359964" y="1031290"/>
                  <a:pt x="2365663" y="1036268"/>
                  <a:pt x="2368403" y="1040362"/>
                </a:cubicBezTo>
                <a:cubicBezTo>
                  <a:pt x="2371142" y="1044457"/>
                  <a:pt x="2372512" y="1049037"/>
                  <a:pt x="2372512" y="1054103"/>
                </a:cubicBezTo>
                <a:cubicBezTo>
                  <a:pt x="2372512" y="1058699"/>
                  <a:pt x="2371363" y="1063205"/>
                  <a:pt x="2369065" y="1067624"/>
                </a:cubicBezTo>
                <a:cubicBezTo>
                  <a:pt x="2366768" y="1072042"/>
                  <a:pt x="2363528" y="1075429"/>
                  <a:pt x="2359345" y="1077786"/>
                </a:cubicBezTo>
                <a:cubicBezTo>
                  <a:pt x="2355162" y="1080142"/>
                  <a:pt x="2350538" y="1081320"/>
                  <a:pt x="2345471" y="1081320"/>
                </a:cubicBezTo>
                <a:cubicBezTo>
                  <a:pt x="2341525" y="1081320"/>
                  <a:pt x="2336252" y="1080083"/>
                  <a:pt x="2329654" y="1077609"/>
                </a:cubicBezTo>
                <a:cubicBezTo>
                  <a:pt x="2327886" y="1076961"/>
                  <a:pt x="2326679" y="1076637"/>
                  <a:pt x="2326031" y="1076637"/>
                </a:cubicBezTo>
                <a:cubicBezTo>
                  <a:pt x="2324087" y="1076637"/>
                  <a:pt x="2322466" y="1078109"/>
                  <a:pt x="2321170" y="1081055"/>
                </a:cubicBezTo>
                <a:lnTo>
                  <a:pt x="2318254" y="1081055"/>
                </a:lnTo>
                <a:lnTo>
                  <a:pt x="2316840" y="1051364"/>
                </a:lnTo>
                <a:lnTo>
                  <a:pt x="2319845" y="1051364"/>
                </a:lnTo>
                <a:cubicBezTo>
                  <a:pt x="2322496" y="1059140"/>
                  <a:pt x="2326134" y="1064973"/>
                  <a:pt x="2330758" y="1068861"/>
                </a:cubicBezTo>
                <a:cubicBezTo>
                  <a:pt x="2335382" y="1072749"/>
                  <a:pt x="2339757" y="1074693"/>
                  <a:pt x="2343880" y="1074693"/>
                </a:cubicBezTo>
                <a:cubicBezTo>
                  <a:pt x="2346709" y="1074693"/>
                  <a:pt x="2349021" y="1073824"/>
                  <a:pt x="2350818" y="1072086"/>
                </a:cubicBezTo>
                <a:cubicBezTo>
                  <a:pt x="2352614" y="1070348"/>
                  <a:pt x="2353513" y="1068242"/>
                  <a:pt x="2353513" y="1065768"/>
                </a:cubicBezTo>
                <a:cubicBezTo>
                  <a:pt x="2353513" y="1062940"/>
                  <a:pt x="2352629" y="1060495"/>
                  <a:pt x="2350862" y="1058433"/>
                </a:cubicBezTo>
                <a:cubicBezTo>
                  <a:pt x="2349094" y="1056371"/>
                  <a:pt x="2345148" y="1053249"/>
                  <a:pt x="2339021" y="1049066"/>
                </a:cubicBezTo>
                <a:cubicBezTo>
                  <a:pt x="2330007" y="1042822"/>
                  <a:pt x="2324175" y="1038050"/>
                  <a:pt x="2321524" y="1034751"/>
                </a:cubicBezTo>
                <a:cubicBezTo>
                  <a:pt x="2317635" y="1029920"/>
                  <a:pt x="2315692" y="1024589"/>
                  <a:pt x="2315692" y="1018757"/>
                </a:cubicBezTo>
                <a:cubicBezTo>
                  <a:pt x="2315692" y="1012394"/>
                  <a:pt x="2317886" y="1006636"/>
                  <a:pt x="2322275" y="1001481"/>
                </a:cubicBezTo>
                <a:cubicBezTo>
                  <a:pt x="2326664" y="996326"/>
                  <a:pt x="2333012" y="993749"/>
                  <a:pt x="2341318" y="993749"/>
                </a:cubicBezTo>
                <a:close/>
                <a:moveTo>
                  <a:pt x="2267169" y="993749"/>
                </a:moveTo>
                <a:cubicBezTo>
                  <a:pt x="2275535" y="993749"/>
                  <a:pt x="2282795" y="997180"/>
                  <a:pt x="2288952" y="1004044"/>
                </a:cubicBezTo>
                <a:cubicBezTo>
                  <a:pt x="2295108" y="1010907"/>
                  <a:pt x="2298421" y="1021084"/>
                  <a:pt x="2298893" y="1034574"/>
                </a:cubicBezTo>
                <a:lnTo>
                  <a:pt x="2253560" y="1034574"/>
                </a:lnTo>
                <a:cubicBezTo>
                  <a:pt x="2254091" y="1045532"/>
                  <a:pt x="2257007" y="1054192"/>
                  <a:pt x="2262310" y="1060554"/>
                </a:cubicBezTo>
                <a:cubicBezTo>
                  <a:pt x="2266374" y="1065444"/>
                  <a:pt x="2271264" y="1067889"/>
                  <a:pt x="2276978" y="1067889"/>
                </a:cubicBezTo>
                <a:cubicBezTo>
                  <a:pt x="2280513" y="1067889"/>
                  <a:pt x="2283723" y="1066902"/>
                  <a:pt x="2286610" y="1064928"/>
                </a:cubicBezTo>
                <a:cubicBezTo>
                  <a:pt x="2289497" y="1062955"/>
                  <a:pt x="2292590" y="1059405"/>
                  <a:pt x="2295889" y="1054280"/>
                </a:cubicBezTo>
                <a:lnTo>
                  <a:pt x="2298893" y="1056224"/>
                </a:lnTo>
                <a:cubicBezTo>
                  <a:pt x="2294416" y="1065355"/>
                  <a:pt x="2289467" y="1071821"/>
                  <a:pt x="2284046" y="1075621"/>
                </a:cubicBezTo>
                <a:cubicBezTo>
                  <a:pt x="2278627" y="1079421"/>
                  <a:pt x="2272354" y="1081320"/>
                  <a:pt x="2265225" y="1081320"/>
                </a:cubicBezTo>
                <a:cubicBezTo>
                  <a:pt x="2252972" y="1081320"/>
                  <a:pt x="2243693" y="1076607"/>
                  <a:pt x="2237390" y="1067182"/>
                </a:cubicBezTo>
                <a:cubicBezTo>
                  <a:pt x="2232324" y="1059582"/>
                  <a:pt x="2229790" y="1050156"/>
                  <a:pt x="2229790" y="1038904"/>
                </a:cubicBezTo>
                <a:cubicBezTo>
                  <a:pt x="2229790" y="1025119"/>
                  <a:pt x="2233516" y="1014147"/>
                  <a:pt x="2240968" y="1005988"/>
                </a:cubicBezTo>
                <a:cubicBezTo>
                  <a:pt x="2248421" y="997829"/>
                  <a:pt x="2257154" y="993749"/>
                  <a:pt x="2267169" y="993749"/>
                </a:cubicBezTo>
                <a:close/>
                <a:moveTo>
                  <a:pt x="2165701" y="993749"/>
                </a:moveTo>
                <a:cubicBezTo>
                  <a:pt x="2169000" y="993749"/>
                  <a:pt x="2171636" y="994765"/>
                  <a:pt x="2173610" y="996797"/>
                </a:cubicBezTo>
                <a:cubicBezTo>
                  <a:pt x="2175583" y="998830"/>
                  <a:pt x="2176570" y="1001702"/>
                  <a:pt x="2176570" y="1005413"/>
                </a:cubicBezTo>
                <a:cubicBezTo>
                  <a:pt x="2176570" y="1009360"/>
                  <a:pt x="2175613" y="1012424"/>
                  <a:pt x="2173698" y="1014604"/>
                </a:cubicBezTo>
                <a:cubicBezTo>
                  <a:pt x="2171784" y="1016783"/>
                  <a:pt x="2169471" y="1017873"/>
                  <a:pt x="2166762" y="1017873"/>
                </a:cubicBezTo>
                <a:cubicBezTo>
                  <a:pt x="2163639" y="1017873"/>
                  <a:pt x="2160929" y="1016871"/>
                  <a:pt x="2158631" y="1014869"/>
                </a:cubicBezTo>
                <a:cubicBezTo>
                  <a:pt x="2156335" y="1012865"/>
                  <a:pt x="2154979" y="1011746"/>
                  <a:pt x="2154567" y="1011511"/>
                </a:cubicBezTo>
                <a:cubicBezTo>
                  <a:pt x="2153978" y="1011157"/>
                  <a:pt x="2153300" y="1010980"/>
                  <a:pt x="2152534" y="1010980"/>
                </a:cubicBezTo>
                <a:cubicBezTo>
                  <a:pt x="2150825" y="1010980"/>
                  <a:pt x="2149206" y="1011628"/>
                  <a:pt x="2147674" y="1012925"/>
                </a:cubicBezTo>
                <a:cubicBezTo>
                  <a:pt x="2145259" y="1014927"/>
                  <a:pt x="2143433" y="1017785"/>
                  <a:pt x="2142195" y="1021496"/>
                </a:cubicBezTo>
                <a:cubicBezTo>
                  <a:pt x="2140310" y="1027210"/>
                  <a:pt x="2139367" y="1033514"/>
                  <a:pt x="2139367" y="1040406"/>
                </a:cubicBezTo>
                <a:lnTo>
                  <a:pt x="2139367" y="1059405"/>
                </a:lnTo>
                <a:lnTo>
                  <a:pt x="2139457" y="1064354"/>
                </a:lnTo>
                <a:cubicBezTo>
                  <a:pt x="2139457" y="1067712"/>
                  <a:pt x="2139662" y="1069862"/>
                  <a:pt x="2140075" y="1070805"/>
                </a:cubicBezTo>
                <a:cubicBezTo>
                  <a:pt x="2140782" y="1072395"/>
                  <a:pt x="2141827" y="1073559"/>
                  <a:pt x="2143212" y="1074295"/>
                </a:cubicBezTo>
                <a:cubicBezTo>
                  <a:pt x="2144596" y="1075031"/>
                  <a:pt x="2146937" y="1075488"/>
                  <a:pt x="2150237" y="1075665"/>
                </a:cubicBezTo>
                <a:lnTo>
                  <a:pt x="2150237" y="1078846"/>
                </a:lnTo>
                <a:lnTo>
                  <a:pt x="2105612" y="1078846"/>
                </a:lnTo>
                <a:lnTo>
                  <a:pt x="2105612" y="1075665"/>
                </a:lnTo>
                <a:cubicBezTo>
                  <a:pt x="2109205" y="1075370"/>
                  <a:pt x="2111635" y="1074384"/>
                  <a:pt x="2112901" y="1072705"/>
                </a:cubicBezTo>
                <a:cubicBezTo>
                  <a:pt x="2114168" y="1071026"/>
                  <a:pt x="2114802" y="1066593"/>
                  <a:pt x="2114802" y="1059405"/>
                </a:cubicBezTo>
                <a:lnTo>
                  <a:pt x="2114802" y="1013720"/>
                </a:lnTo>
                <a:cubicBezTo>
                  <a:pt x="2114802" y="1009007"/>
                  <a:pt x="2114566" y="1006002"/>
                  <a:pt x="2114094" y="1004706"/>
                </a:cubicBezTo>
                <a:cubicBezTo>
                  <a:pt x="2113505" y="1003057"/>
                  <a:pt x="2112651" y="1001849"/>
                  <a:pt x="2111532" y="1001083"/>
                </a:cubicBezTo>
                <a:cubicBezTo>
                  <a:pt x="2110413" y="1000318"/>
                  <a:pt x="2108440" y="999787"/>
                  <a:pt x="2105612" y="999493"/>
                </a:cubicBezTo>
                <a:lnTo>
                  <a:pt x="2105612" y="996223"/>
                </a:lnTo>
                <a:lnTo>
                  <a:pt x="2139367" y="996223"/>
                </a:lnTo>
                <a:lnTo>
                  <a:pt x="2139367" y="1014957"/>
                </a:lnTo>
                <a:cubicBezTo>
                  <a:pt x="2144846" y="1006415"/>
                  <a:pt x="2149648" y="1000745"/>
                  <a:pt x="2153771" y="997946"/>
                </a:cubicBezTo>
                <a:cubicBezTo>
                  <a:pt x="2157895" y="995148"/>
                  <a:pt x="2161872" y="993749"/>
                  <a:pt x="2165701" y="993749"/>
                </a:cubicBezTo>
                <a:close/>
                <a:moveTo>
                  <a:pt x="2011180" y="993749"/>
                </a:moveTo>
                <a:cubicBezTo>
                  <a:pt x="2016541" y="993749"/>
                  <a:pt x="2020989" y="995236"/>
                  <a:pt x="2024524" y="998212"/>
                </a:cubicBezTo>
                <a:cubicBezTo>
                  <a:pt x="2028058" y="1001186"/>
                  <a:pt x="2030414" y="1004883"/>
                  <a:pt x="2031593" y="1009302"/>
                </a:cubicBezTo>
                <a:cubicBezTo>
                  <a:pt x="2032536" y="1012659"/>
                  <a:pt x="2033006" y="1019110"/>
                  <a:pt x="2033006" y="1028654"/>
                </a:cubicBezTo>
                <a:lnTo>
                  <a:pt x="2033006" y="1060819"/>
                </a:lnTo>
                <a:cubicBezTo>
                  <a:pt x="2033006" y="1067182"/>
                  <a:pt x="2033581" y="1071143"/>
                  <a:pt x="2034730" y="1072705"/>
                </a:cubicBezTo>
                <a:cubicBezTo>
                  <a:pt x="2035878" y="1074266"/>
                  <a:pt x="2038279" y="1075253"/>
                  <a:pt x="2041932" y="1075665"/>
                </a:cubicBezTo>
                <a:lnTo>
                  <a:pt x="2041932" y="1078846"/>
                </a:lnTo>
                <a:lnTo>
                  <a:pt x="2000134" y="1078846"/>
                </a:lnTo>
                <a:lnTo>
                  <a:pt x="2000134" y="1075665"/>
                </a:lnTo>
                <a:cubicBezTo>
                  <a:pt x="2003256" y="1075253"/>
                  <a:pt x="2005495" y="1073956"/>
                  <a:pt x="2006850" y="1071777"/>
                </a:cubicBezTo>
                <a:cubicBezTo>
                  <a:pt x="2007793" y="1070304"/>
                  <a:pt x="2008264" y="1066652"/>
                  <a:pt x="2008264" y="1060819"/>
                </a:cubicBezTo>
                <a:lnTo>
                  <a:pt x="2008264" y="1024059"/>
                </a:lnTo>
                <a:cubicBezTo>
                  <a:pt x="2008264" y="1017284"/>
                  <a:pt x="2007999" y="1013013"/>
                  <a:pt x="2007469" y="1011246"/>
                </a:cubicBezTo>
                <a:cubicBezTo>
                  <a:pt x="2006939" y="1009478"/>
                  <a:pt x="2006040" y="1008109"/>
                  <a:pt x="2004774" y="1007137"/>
                </a:cubicBezTo>
                <a:cubicBezTo>
                  <a:pt x="2003507" y="1006165"/>
                  <a:pt x="2002108" y="1005678"/>
                  <a:pt x="2000576" y="1005678"/>
                </a:cubicBezTo>
                <a:cubicBezTo>
                  <a:pt x="1995510" y="1005678"/>
                  <a:pt x="1990797" y="1009302"/>
                  <a:pt x="1986438" y="1016548"/>
                </a:cubicBezTo>
                <a:lnTo>
                  <a:pt x="1986438" y="1060819"/>
                </a:lnTo>
                <a:cubicBezTo>
                  <a:pt x="1986438" y="1067005"/>
                  <a:pt x="1987012" y="1070923"/>
                  <a:pt x="1988161" y="1072572"/>
                </a:cubicBezTo>
                <a:cubicBezTo>
                  <a:pt x="1989309" y="1074222"/>
                  <a:pt x="1991445" y="1075253"/>
                  <a:pt x="1994567" y="1075665"/>
                </a:cubicBezTo>
                <a:lnTo>
                  <a:pt x="1994567" y="1078846"/>
                </a:lnTo>
                <a:lnTo>
                  <a:pt x="1952770" y="1078846"/>
                </a:lnTo>
                <a:lnTo>
                  <a:pt x="1952770" y="1075665"/>
                </a:lnTo>
                <a:cubicBezTo>
                  <a:pt x="1956245" y="1075311"/>
                  <a:pt x="1958720" y="1074192"/>
                  <a:pt x="1960193" y="1072307"/>
                </a:cubicBezTo>
                <a:cubicBezTo>
                  <a:pt x="1961195" y="1071011"/>
                  <a:pt x="1961695" y="1067182"/>
                  <a:pt x="1961695" y="1060819"/>
                </a:cubicBezTo>
                <a:lnTo>
                  <a:pt x="1961695" y="1014162"/>
                </a:lnTo>
                <a:cubicBezTo>
                  <a:pt x="1961695" y="1007917"/>
                  <a:pt x="1961120" y="1004029"/>
                  <a:pt x="1959972" y="1002497"/>
                </a:cubicBezTo>
                <a:cubicBezTo>
                  <a:pt x="1958823" y="1000966"/>
                  <a:pt x="1956423" y="999964"/>
                  <a:pt x="1952770" y="999493"/>
                </a:cubicBezTo>
                <a:lnTo>
                  <a:pt x="1952770" y="996223"/>
                </a:lnTo>
                <a:lnTo>
                  <a:pt x="1986438" y="996223"/>
                </a:lnTo>
                <a:lnTo>
                  <a:pt x="1986438" y="1006915"/>
                </a:lnTo>
                <a:cubicBezTo>
                  <a:pt x="1990679" y="1002320"/>
                  <a:pt x="1994744" y="998977"/>
                  <a:pt x="1998633" y="996886"/>
                </a:cubicBezTo>
                <a:cubicBezTo>
                  <a:pt x="2002520" y="994794"/>
                  <a:pt x="2006703" y="993749"/>
                  <a:pt x="2011180" y="993749"/>
                </a:cubicBezTo>
                <a:close/>
                <a:moveTo>
                  <a:pt x="1801151" y="993749"/>
                </a:moveTo>
                <a:cubicBezTo>
                  <a:pt x="1808338" y="993749"/>
                  <a:pt x="1815025" y="995605"/>
                  <a:pt x="1821210" y="999316"/>
                </a:cubicBezTo>
                <a:cubicBezTo>
                  <a:pt x="1827396" y="1003027"/>
                  <a:pt x="1832094" y="1008300"/>
                  <a:pt x="1835305" y="1015134"/>
                </a:cubicBezTo>
                <a:cubicBezTo>
                  <a:pt x="1838516" y="1021967"/>
                  <a:pt x="1840121" y="1029449"/>
                  <a:pt x="1840121" y="1037579"/>
                </a:cubicBezTo>
                <a:cubicBezTo>
                  <a:pt x="1840121" y="1049302"/>
                  <a:pt x="1837146" y="1059111"/>
                  <a:pt x="1831196" y="1067005"/>
                </a:cubicBezTo>
                <a:cubicBezTo>
                  <a:pt x="1824009" y="1076549"/>
                  <a:pt x="1814082" y="1081320"/>
                  <a:pt x="1801416" y="1081320"/>
                </a:cubicBezTo>
                <a:cubicBezTo>
                  <a:pt x="1788986" y="1081320"/>
                  <a:pt x="1779413" y="1076961"/>
                  <a:pt x="1772697" y="1068242"/>
                </a:cubicBezTo>
                <a:cubicBezTo>
                  <a:pt x="1765981" y="1059523"/>
                  <a:pt x="1762623" y="1049420"/>
                  <a:pt x="1762623" y="1037932"/>
                </a:cubicBezTo>
                <a:cubicBezTo>
                  <a:pt x="1762623" y="1026091"/>
                  <a:pt x="1766055" y="1015767"/>
                  <a:pt x="1772918" y="1006960"/>
                </a:cubicBezTo>
                <a:cubicBezTo>
                  <a:pt x="1779781" y="998153"/>
                  <a:pt x="1789192" y="993749"/>
                  <a:pt x="1801151" y="993749"/>
                </a:cubicBezTo>
                <a:close/>
                <a:moveTo>
                  <a:pt x="1716222" y="993749"/>
                </a:moveTo>
                <a:cubicBezTo>
                  <a:pt x="1724764" y="993749"/>
                  <a:pt x="1731553" y="995899"/>
                  <a:pt x="1736590" y="1000200"/>
                </a:cubicBezTo>
                <a:cubicBezTo>
                  <a:pt x="1741627" y="1004500"/>
                  <a:pt x="1744145" y="1009302"/>
                  <a:pt x="1744145" y="1014604"/>
                </a:cubicBezTo>
                <a:cubicBezTo>
                  <a:pt x="1744145" y="1017961"/>
                  <a:pt x="1743129" y="1020642"/>
                  <a:pt x="1741097" y="1022645"/>
                </a:cubicBezTo>
                <a:cubicBezTo>
                  <a:pt x="1739064" y="1024648"/>
                  <a:pt x="1736399" y="1025649"/>
                  <a:pt x="1733100" y="1025649"/>
                </a:cubicBezTo>
                <a:cubicBezTo>
                  <a:pt x="1729624" y="1025649"/>
                  <a:pt x="1726752" y="1024500"/>
                  <a:pt x="1724484" y="1022203"/>
                </a:cubicBezTo>
                <a:cubicBezTo>
                  <a:pt x="1722216" y="1019906"/>
                  <a:pt x="1720817" y="1015811"/>
                  <a:pt x="1720286" y="1009920"/>
                </a:cubicBezTo>
                <a:cubicBezTo>
                  <a:pt x="1719933" y="1006208"/>
                  <a:pt x="1719079" y="1003617"/>
                  <a:pt x="1717724" y="1002144"/>
                </a:cubicBezTo>
                <a:cubicBezTo>
                  <a:pt x="1716369" y="1000671"/>
                  <a:pt x="1714778" y="999935"/>
                  <a:pt x="1712952" y="999935"/>
                </a:cubicBezTo>
                <a:cubicBezTo>
                  <a:pt x="1710124" y="999935"/>
                  <a:pt x="1707709" y="1001437"/>
                  <a:pt x="1705706" y="1004441"/>
                </a:cubicBezTo>
                <a:cubicBezTo>
                  <a:pt x="1702643" y="1008977"/>
                  <a:pt x="1701111" y="1015929"/>
                  <a:pt x="1701111" y="1025296"/>
                </a:cubicBezTo>
                <a:cubicBezTo>
                  <a:pt x="1701111" y="1033072"/>
                  <a:pt x="1702348" y="1040510"/>
                  <a:pt x="1704822" y="1047608"/>
                </a:cubicBezTo>
                <a:cubicBezTo>
                  <a:pt x="1707296" y="1054707"/>
                  <a:pt x="1710684" y="1059995"/>
                  <a:pt x="1714984" y="1063470"/>
                </a:cubicBezTo>
                <a:cubicBezTo>
                  <a:pt x="1718224" y="1066003"/>
                  <a:pt x="1722054" y="1067270"/>
                  <a:pt x="1726472" y="1067270"/>
                </a:cubicBezTo>
                <a:cubicBezTo>
                  <a:pt x="1729359" y="1067270"/>
                  <a:pt x="1732098" y="1066593"/>
                  <a:pt x="1734690" y="1065238"/>
                </a:cubicBezTo>
                <a:cubicBezTo>
                  <a:pt x="1737282" y="1063882"/>
                  <a:pt x="1740346" y="1061320"/>
                  <a:pt x="1743880" y="1057549"/>
                </a:cubicBezTo>
                <a:lnTo>
                  <a:pt x="1746620" y="1059671"/>
                </a:lnTo>
                <a:cubicBezTo>
                  <a:pt x="1742732" y="1066975"/>
                  <a:pt x="1737886" y="1072410"/>
                  <a:pt x="1732083" y="1075974"/>
                </a:cubicBezTo>
                <a:cubicBezTo>
                  <a:pt x="1726281" y="1079538"/>
                  <a:pt x="1720110" y="1081320"/>
                  <a:pt x="1713571" y="1081320"/>
                </a:cubicBezTo>
                <a:cubicBezTo>
                  <a:pt x="1702554" y="1081320"/>
                  <a:pt x="1693747" y="1077167"/>
                  <a:pt x="1687149" y="1068861"/>
                </a:cubicBezTo>
                <a:cubicBezTo>
                  <a:pt x="1680551" y="1060554"/>
                  <a:pt x="1677252" y="1050569"/>
                  <a:pt x="1677252" y="1038904"/>
                </a:cubicBezTo>
                <a:cubicBezTo>
                  <a:pt x="1677252" y="1027652"/>
                  <a:pt x="1680256" y="1017755"/>
                  <a:pt x="1686265" y="1009213"/>
                </a:cubicBezTo>
                <a:cubicBezTo>
                  <a:pt x="1693511" y="998904"/>
                  <a:pt x="1703497" y="993749"/>
                  <a:pt x="1716222" y="993749"/>
                </a:cubicBezTo>
                <a:close/>
                <a:moveTo>
                  <a:pt x="2077799" y="966002"/>
                </a:moveTo>
                <a:lnTo>
                  <a:pt x="2080715" y="966002"/>
                </a:lnTo>
                <a:lnTo>
                  <a:pt x="2080715" y="996223"/>
                </a:lnTo>
                <a:lnTo>
                  <a:pt x="2100333" y="996223"/>
                </a:lnTo>
                <a:lnTo>
                  <a:pt x="2100333" y="1004971"/>
                </a:lnTo>
                <a:lnTo>
                  <a:pt x="2080715" y="1004971"/>
                </a:lnTo>
                <a:lnTo>
                  <a:pt x="2080715" y="1055959"/>
                </a:lnTo>
                <a:cubicBezTo>
                  <a:pt x="2080715" y="1060731"/>
                  <a:pt x="2080936" y="1063809"/>
                  <a:pt x="2081378" y="1065193"/>
                </a:cubicBezTo>
                <a:cubicBezTo>
                  <a:pt x="2081821" y="1066578"/>
                  <a:pt x="2082600" y="1067697"/>
                  <a:pt x="2083720" y="1068551"/>
                </a:cubicBezTo>
                <a:cubicBezTo>
                  <a:pt x="2084839" y="1069406"/>
                  <a:pt x="2085871" y="1069833"/>
                  <a:pt x="2086813" y="1069833"/>
                </a:cubicBezTo>
                <a:cubicBezTo>
                  <a:pt x="2090642" y="1069833"/>
                  <a:pt x="2094265" y="1066916"/>
                  <a:pt x="2097682" y="1061084"/>
                </a:cubicBezTo>
                <a:lnTo>
                  <a:pt x="2100333" y="1063029"/>
                </a:lnTo>
                <a:cubicBezTo>
                  <a:pt x="2095561" y="1074339"/>
                  <a:pt x="2087814" y="1079995"/>
                  <a:pt x="2077092" y="1079995"/>
                </a:cubicBezTo>
                <a:cubicBezTo>
                  <a:pt x="2071850" y="1079995"/>
                  <a:pt x="2067416" y="1078537"/>
                  <a:pt x="2063793" y="1075621"/>
                </a:cubicBezTo>
                <a:cubicBezTo>
                  <a:pt x="2060170" y="1072705"/>
                  <a:pt x="2057858" y="1069450"/>
                  <a:pt x="2056856" y="1065856"/>
                </a:cubicBezTo>
                <a:cubicBezTo>
                  <a:pt x="2056267" y="1063853"/>
                  <a:pt x="2055973" y="1058433"/>
                  <a:pt x="2055973" y="1049597"/>
                </a:cubicBezTo>
                <a:lnTo>
                  <a:pt x="2055973" y="1004971"/>
                </a:lnTo>
                <a:lnTo>
                  <a:pt x="2045192" y="1004971"/>
                </a:lnTo>
                <a:lnTo>
                  <a:pt x="2045192" y="1001879"/>
                </a:lnTo>
                <a:cubicBezTo>
                  <a:pt x="2052615" y="996635"/>
                  <a:pt x="2058933" y="991127"/>
                  <a:pt x="2064147" y="985354"/>
                </a:cubicBezTo>
                <a:cubicBezTo>
                  <a:pt x="2069360" y="979581"/>
                  <a:pt x="2073911" y="973130"/>
                  <a:pt x="2077799" y="966002"/>
                </a:cubicBezTo>
                <a:close/>
                <a:moveTo>
                  <a:pt x="4333719" y="965765"/>
                </a:moveTo>
                <a:cubicBezTo>
                  <a:pt x="4336488" y="965765"/>
                  <a:pt x="4338815" y="966722"/>
                  <a:pt x="4340700" y="968637"/>
                </a:cubicBezTo>
                <a:cubicBezTo>
                  <a:pt x="4342585" y="970551"/>
                  <a:pt x="4343528" y="972864"/>
                  <a:pt x="4343528" y="975573"/>
                </a:cubicBezTo>
                <a:cubicBezTo>
                  <a:pt x="4343528" y="978283"/>
                  <a:pt x="4342570" y="980596"/>
                  <a:pt x="4340656" y="982510"/>
                </a:cubicBezTo>
                <a:cubicBezTo>
                  <a:pt x="4338741" y="984425"/>
                  <a:pt x="4336429" y="985382"/>
                  <a:pt x="4333719" y="985382"/>
                </a:cubicBezTo>
                <a:cubicBezTo>
                  <a:pt x="4331009" y="985382"/>
                  <a:pt x="4328697" y="984425"/>
                  <a:pt x="4326782" y="982510"/>
                </a:cubicBezTo>
                <a:cubicBezTo>
                  <a:pt x="4324868" y="980596"/>
                  <a:pt x="4323910" y="978283"/>
                  <a:pt x="4323910" y="975573"/>
                </a:cubicBezTo>
                <a:cubicBezTo>
                  <a:pt x="4323910" y="972805"/>
                  <a:pt x="4324868" y="970478"/>
                  <a:pt x="4326782" y="968592"/>
                </a:cubicBezTo>
                <a:cubicBezTo>
                  <a:pt x="4328697" y="966707"/>
                  <a:pt x="4331009" y="965765"/>
                  <a:pt x="4333719" y="965765"/>
                </a:cubicBezTo>
                <a:close/>
                <a:moveTo>
                  <a:pt x="2653559" y="959021"/>
                </a:moveTo>
                <a:lnTo>
                  <a:pt x="2690231" y="959021"/>
                </a:lnTo>
                <a:lnTo>
                  <a:pt x="2690231" y="1054103"/>
                </a:lnTo>
                <a:cubicBezTo>
                  <a:pt x="2690231" y="1060525"/>
                  <a:pt x="2690408" y="1064324"/>
                  <a:pt x="2690762" y="1065503"/>
                </a:cubicBezTo>
                <a:cubicBezTo>
                  <a:pt x="2691233" y="1067447"/>
                  <a:pt x="2692131" y="1068890"/>
                  <a:pt x="2693457" y="1069833"/>
                </a:cubicBezTo>
                <a:cubicBezTo>
                  <a:pt x="2694783" y="1070775"/>
                  <a:pt x="2697095" y="1071364"/>
                  <a:pt x="2700394" y="1071600"/>
                </a:cubicBezTo>
                <a:lnTo>
                  <a:pt x="2700394" y="1074516"/>
                </a:lnTo>
                <a:lnTo>
                  <a:pt x="2665489" y="1081320"/>
                </a:lnTo>
                <a:lnTo>
                  <a:pt x="2665489" y="1068242"/>
                </a:lnTo>
                <a:cubicBezTo>
                  <a:pt x="2661306" y="1073308"/>
                  <a:pt x="2657580" y="1076755"/>
                  <a:pt x="2654311" y="1078581"/>
                </a:cubicBezTo>
                <a:cubicBezTo>
                  <a:pt x="2651041" y="1080407"/>
                  <a:pt x="2647344" y="1081320"/>
                  <a:pt x="2643221" y="1081320"/>
                </a:cubicBezTo>
                <a:cubicBezTo>
                  <a:pt x="2632675" y="1081320"/>
                  <a:pt x="2624340" y="1076607"/>
                  <a:pt x="2618212" y="1067182"/>
                </a:cubicBezTo>
                <a:cubicBezTo>
                  <a:pt x="2613264" y="1059523"/>
                  <a:pt x="2610790" y="1050127"/>
                  <a:pt x="2610790" y="1038993"/>
                </a:cubicBezTo>
                <a:cubicBezTo>
                  <a:pt x="2610790" y="1030097"/>
                  <a:pt x="2612322" y="1022129"/>
                  <a:pt x="2615385" y="1015089"/>
                </a:cubicBezTo>
                <a:cubicBezTo>
                  <a:pt x="2618449" y="1008050"/>
                  <a:pt x="2622646" y="1002733"/>
                  <a:pt x="2627977" y="999139"/>
                </a:cubicBezTo>
                <a:cubicBezTo>
                  <a:pt x="2633309" y="995546"/>
                  <a:pt x="2639038" y="993749"/>
                  <a:pt x="2645164" y="993749"/>
                </a:cubicBezTo>
                <a:cubicBezTo>
                  <a:pt x="2649112" y="993749"/>
                  <a:pt x="2652617" y="994515"/>
                  <a:pt x="2655681" y="996046"/>
                </a:cubicBezTo>
                <a:cubicBezTo>
                  <a:pt x="2658743" y="997578"/>
                  <a:pt x="2662013" y="1000258"/>
                  <a:pt x="2665489" y="1004088"/>
                </a:cubicBezTo>
                <a:lnTo>
                  <a:pt x="2665489" y="979168"/>
                </a:lnTo>
                <a:cubicBezTo>
                  <a:pt x="2665489" y="972865"/>
                  <a:pt x="2665224" y="969065"/>
                  <a:pt x="2664694" y="967769"/>
                </a:cubicBezTo>
                <a:cubicBezTo>
                  <a:pt x="2663987" y="966061"/>
                  <a:pt x="2662926" y="964794"/>
                  <a:pt x="2661513" y="963969"/>
                </a:cubicBezTo>
                <a:cubicBezTo>
                  <a:pt x="2660099" y="963145"/>
                  <a:pt x="2657447" y="962732"/>
                  <a:pt x="2653559" y="962732"/>
                </a:cubicBezTo>
                <a:close/>
                <a:moveTo>
                  <a:pt x="2201164" y="956193"/>
                </a:moveTo>
                <a:cubicBezTo>
                  <a:pt x="2204994" y="956193"/>
                  <a:pt x="2208233" y="957533"/>
                  <a:pt x="2210884" y="960214"/>
                </a:cubicBezTo>
                <a:cubicBezTo>
                  <a:pt x="2213535" y="962894"/>
                  <a:pt x="2214861" y="966119"/>
                  <a:pt x="2214861" y="969890"/>
                </a:cubicBezTo>
                <a:cubicBezTo>
                  <a:pt x="2214861" y="973660"/>
                  <a:pt x="2213521" y="976871"/>
                  <a:pt x="2210840" y="979522"/>
                </a:cubicBezTo>
                <a:cubicBezTo>
                  <a:pt x="2208160" y="982173"/>
                  <a:pt x="2204935" y="983498"/>
                  <a:pt x="2201164" y="983498"/>
                </a:cubicBezTo>
                <a:cubicBezTo>
                  <a:pt x="2197393" y="983498"/>
                  <a:pt x="2194183" y="982173"/>
                  <a:pt x="2191532" y="979522"/>
                </a:cubicBezTo>
                <a:cubicBezTo>
                  <a:pt x="2188881" y="976871"/>
                  <a:pt x="2187555" y="973660"/>
                  <a:pt x="2187555" y="969890"/>
                </a:cubicBezTo>
                <a:cubicBezTo>
                  <a:pt x="2187555" y="966119"/>
                  <a:pt x="2188881" y="962894"/>
                  <a:pt x="2191532" y="960214"/>
                </a:cubicBezTo>
                <a:cubicBezTo>
                  <a:pt x="2194183" y="957533"/>
                  <a:pt x="2197393" y="956193"/>
                  <a:pt x="2201164" y="956193"/>
                </a:cubicBezTo>
                <a:close/>
                <a:moveTo>
                  <a:pt x="7814697" y="956009"/>
                </a:moveTo>
                <a:cubicBezTo>
                  <a:pt x="7817466" y="956009"/>
                  <a:pt x="7819793" y="956967"/>
                  <a:pt x="7821678" y="958881"/>
                </a:cubicBezTo>
                <a:cubicBezTo>
                  <a:pt x="7823563" y="960796"/>
                  <a:pt x="7824506" y="963108"/>
                  <a:pt x="7824506" y="965818"/>
                </a:cubicBezTo>
                <a:cubicBezTo>
                  <a:pt x="7824506" y="968528"/>
                  <a:pt x="7823549" y="970840"/>
                  <a:pt x="7821634" y="972755"/>
                </a:cubicBezTo>
                <a:cubicBezTo>
                  <a:pt x="7819719" y="974670"/>
                  <a:pt x="7817407" y="975627"/>
                  <a:pt x="7814697" y="975627"/>
                </a:cubicBezTo>
                <a:cubicBezTo>
                  <a:pt x="7811987" y="975627"/>
                  <a:pt x="7809675" y="974670"/>
                  <a:pt x="7807760" y="972755"/>
                </a:cubicBezTo>
                <a:cubicBezTo>
                  <a:pt x="7805846" y="970840"/>
                  <a:pt x="7804888" y="968528"/>
                  <a:pt x="7804888" y="965818"/>
                </a:cubicBezTo>
                <a:cubicBezTo>
                  <a:pt x="7804888" y="963049"/>
                  <a:pt x="7805846" y="960722"/>
                  <a:pt x="7807760" y="958837"/>
                </a:cubicBezTo>
                <a:cubicBezTo>
                  <a:pt x="7809675" y="956952"/>
                  <a:pt x="7811987" y="956009"/>
                  <a:pt x="7814697" y="956009"/>
                </a:cubicBezTo>
                <a:close/>
                <a:moveTo>
                  <a:pt x="4286415" y="934660"/>
                </a:moveTo>
                <a:cubicBezTo>
                  <a:pt x="4277519" y="938194"/>
                  <a:pt x="4271776" y="940698"/>
                  <a:pt x="4269183" y="942171"/>
                </a:cubicBezTo>
                <a:cubicBezTo>
                  <a:pt x="4264530" y="944763"/>
                  <a:pt x="4261201" y="947473"/>
                  <a:pt x="4259198" y="950300"/>
                </a:cubicBezTo>
                <a:cubicBezTo>
                  <a:pt x="4257195" y="953128"/>
                  <a:pt x="4256194" y="956221"/>
                  <a:pt x="4256194" y="959579"/>
                </a:cubicBezTo>
                <a:cubicBezTo>
                  <a:pt x="4256194" y="963821"/>
                  <a:pt x="4257460" y="967341"/>
                  <a:pt x="4259993" y="970139"/>
                </a:cubicBezTo>
                <a:cubicBezTo>
                  <a:pt x="4262527" y="972937"/>
                  <a:pt x="4265443" y="974336"/>
                  <a:pt x="4268742" y="974336"/>
                </a:cubicBezTo>
                <a:cubicBezTo>
                  <a:pt x="4273219" y="974336"/>
                  <a:pt x="4279110" y="971391"/>
                  <a:pt x="4286415" y="965500"/>
                </a:cubicBezTo>
                <a:close/>
                <a:moveTo>
                  <a:pt x="4162590" y="934660"/>
                </a:moveTo>
                <a:cubicBezTo>
                  <a:pt x="4153694" y="938194"/>
                  <a:pt x="4147951" y="940698"/>
                  <a:pt x="4145359" y="942171"/>
                </a:cubicBezTo>
                <a:cubicBezTo>
                  <a:pt x="4140705" y="944763"/>
                  <a:pt x="4137376" y="947473"/>
                  <a:pt x="4135373" y="950300"/>
                </a:cubicBezTo>
                <a:cubicBezTo>
                  <a:pt x="4133370" y="953128"/>
                  <a:pt x="4132369" y="956221"/>
                  <a:pt x="4132369" y="959579"/>
                </a:cubicBezTo>
                <a:cubicBezTo>
                  <a:pt x="4132369" y="963821"/>
                  <a:pt x="4133635" y="967341"/>
                  <a:pt x="4136168" y="970139"/>
                </a:cubicBezTo>
                <a:cubicBezTo>
                  <a:pt x="4138702" y="972937"/>
                  <a:pt x="4141618" y="974336"/>
                  <a:pt x="4144917" y="974336"/>
                </a:cubicBezTo>
                <a:cubicBezTo>
                  <a:pt x="4149394" y="974336"/>
                  <a:pt x="4155285" y="971391"/>
                  <a:pt x="4162590" y="965500"/>
                </a:cubicBezTo>
                <a:close/>
                <a:moveTo>
                  <a:pt x="7576893" y="924904"/>
                </a:moveTo>
                <a:cubicBezTo>
                  <a:pt x="7567997" y="928439"/>
                  <a:pt x="7562254" y="930943"/>
                  <a:pt x="7559661" y="932416"/>
                </a:cubicBezTo>
                <a:cubicBezTo>
                  <a:pt x="7555007" y="935008"/>
                  <a:pt x="7551679" y="937718"/>
                  <a:pt x="7549676" y="940545"/>
                </a:cubicBezTo>
                <a:cubicBezTo>
                  <a:pt x="7547673" y="943373"/>
                  <a:pt x="7546672" y="946466"/>
                  <a:pt x="7546672" y="949824"/>
                </a:cubicBezTo>
                <a:cubicBezTo>
                  <a:pt x="7546672" y="954065"/>
                  <a:pt x="7547938" y="957585"/>
                  <a:pt x="7550471" y="960384"/>
                </a:cubicBezTo>
                <a:cubicBezTo>
                  <a:pt x="7553005" y="963182"/>
                  <a:pt x="7555921" y="964581"/>
                  <a:pt x="7559220" y="964581"/>
                </a:cubicBezTo>
                <a:cubicBezTo>
                  <a:pt x="7563697" y="964581"/>
                  <a:pt x="7569588" y="961636"/>
                  <a:pt x="7576893" y="955744"/>
                </a:cubicBezTo>
                <a:close/>
                <a:moveTo>
                  <a:pt x="4059917" y="904968"/>
                </a:moveTo>
                <a:cubicBezTo>
                  <a:pt x="4054733" y="904968"/>
                  <a:pt x="4050109" y="907295"/>
                  <a:pt x="4046044" y="911949"/>
                </a:cubicBezTo>
                <a:cubicBezTo>
                  <a:pt x="4040683" y="918076"/>
                  <a:pt x="4038002" y="927031"/>
                  <a:pt x="4038002" y="938813"/>
                </a:cubicBezTo>
                <a:cubicBezTo>
                  <a:pt x="4038002" y="950713"/>
                  <a:pt x="4040594" y="959830"/>
                  <a:pt x="4045779" y="966162"/>
                </a:cubicBezTo>
                <a:cubicBezTo>
                  <a:pt x="4050963" y="972495"/>
                  <a:pt x="4056736" y="975662"/>
                  <a:pt x="4063098" y="975662"/>
                </a:cubicBezTo>
                <a:cubicBezTo>
                  <a:pt x="4068459" y="975662"/>
                  <a:pt x="4073644" y="972981"/>
                  <a:pt x="4078651" y="967620"/>
                </a:cubicBezTo>
                <a:lnTo>
                  <a:pt x="4078651" y="925911"/>
                </a:lnTo>
                <a:cubicBezTo>
                  <a:pt x="4078298" y="921905"/>
                  <a:pt x="4077237" y="918253"/>
                  <a:pt x="4075470" y="914954"/>
                </a:cubicBezTo>
                <a:cubicBezTo>
                  <a:pt x="4073702" y="911655"/>
                  <a:pt x="4071361" y="909166"/>
                  <a:pt x="4068445" y="907487"/>
                </a:cubicBezTo>
                <a:cubicBezTo>
                  <a:pt x="4065529" y="905808"/>
                  <a:pt x="4062686" y="904968"/>
                  <a:pt x="4059917" y="904968"/>
                </a:cubicBezTo>
                <a:close/>
                <a:moveTo>
                  <a:pt x="4274044" y="899578"/>
                </a:moveTo>
                <a:cubicBezTo>
                  <a:pt x="4281231" y="899578"/>
                  <a:pt x="4287122" y="900786"/>
                  <a:pt x="4291717" y="903201"/>
                </a:cubicBezTo>
                <a:cubicBezTo>
                  <a:pt x="4295193" y="905027"/>
                  <a:pt x="4297755" y="907885"/>
                  <a:pt x="4299405" y="911773"/>
                </a:cubicBezTo>
                <a:cubicBezTo>
                  <a:pt x="4300465" y="914306"/>
                  <a:pt x="4300996" y="919490"/>
                  <a:pt x="4300996" y="927325"/>
                </a:cubicBezTo>
                <a:lnTo>
                  <a:pt x="4300996" y="954807"/>
                </a:lnTo>
                <a:cubicBezTo>
                  <a:pt x="4300996" y="962524"/>
                  <a:pt x="4301143" y="967252"/>
                  <a:pt x="4301437" y="968990"/>
                </a:cubicBezTo>
                <a:cubicBezTo>
                  <a:pt x="4301732" y="970728"/>
                  <a:pt x="4302218" y="971892"/>
                  <a:pt x="4302895" y="972481"/>
                </a:cubicBezTo>
                <a:cubicBezTo>
                  <a:pt x="4303573" y="973070"/>
                  <a:pt x="4304353" y="973364"/>
                  <a:pt x="4305237" y="973364"/>
                </a:cubicBezTo>
                <a:cubicBezTo>
                  <a:pt x="4306180" y="973364"/>
                  <a:pt x="4307004" y="973158"/>
                  <a:pt x="4307711" y="972746"/>
                </a:cubicBezTo>
                <a:cubicBezTo>
                  <a:pt x="4308949" y="971980"/>
                  <a:pt x="4311334" y="969830"/>
                  <a:pt x="4314869" y="966295"/>
                </a:cubicBezTo>
                <a:lnTo>
                  <a:pt x="4314869" y="971243"/>
                </a:lnTo>
                <a:cubicBezTo>
                  <a:pt x="4308271" y="980080"/>
                  <a:pt x="4301968" y="984499"/>
                  <a:pt x="4295959" y="984499"/>
                </a:cubicBezTo>
                <a:cubicBezTo>
                  <a:pt x="4293073" y="984499"/>
                  <a:pt x="4290774" y="983497"/>
                  <a:pt x="4289066" y="981494"/>
                </a:cubicBezTo>
                <a:cubicBezTo>
                  <a:pt x="4287358" y="979491"/>
                  <a:pt x="4286474" y="976074"/>
                  <a:pt x="4286415" y="971243"/>
                </a:cubicBezTo>
                <a:cubicBezTo>
                  <a:pt x="4278109" y="977665"/>
                  <a:pt x="4272895" y="981376"/>
                  <a:pt x="4270774" y="982378"/>
                </a:cubicBezTo>
                <a:cubicBezTo>
                  <a:pt x="4267593" y="983850"/>
                  <a:pt x="4264205" y="984587"/>
                  <a:pt x="4260612" y="984587"/>
                </a:cubicBezTo>
                <a:cubicBezTo>
                  <a:pt x="4255015" y="984587"/>
                  <a:pt x="4250406" y="982672"/>
                  <a:pt x="4246783" y="978843"/>
                </a:cubicBezTo>
                <a:cubicBezTo>
                  <a:pt x="4243160" y="975014"/>
                  <a:pt x="4241348" y="969977"/>
                  <a:pt x="4241348" y="963732"/>
                </a:cubicBezTo>
                <a:cubicBezTo>
                  <a:pt x="4241348" y="959785"/>
                  <a:pt x="4242232" y="956368"/>
                  <a:pt x="4243999" y="953482"/>
                </a:cubicBezTo>
                <a:cubicBezTo>
                  <a:pt x="4246414" y="949476"/>
                  <a:pt x="4250612" y="945705"/>
                  <a:pt x="4256591" y="942171"/>
                </a:cubicBezTo>
                <a:cubicBezTo>
                  <a:pt x="4262571" y="938636"/>
                  <a:pt x="4272512" y="934335"/>
                  <a:pt x="4286415" y="929269"/>
                </a:cubicBezTo>
                <a:lnTo>
                  <a:pt x="4286415" y="926088"/>
                </a:lnTo>
                <a:cubicBezTo>
                  <a:pt x="4286415" y="918017"/>
                  <a:pt x="4285134" y="912480"/>
                  <a:pt x="4282571" y="909475"/>
                </a:cubicBezTo>
                <a:cubicBezTo>
                  <a:pt x="4280008" y="906470"/>
                  <a:pt x="4276282" y="904968"/>
                  <a:pt x="4271393" y="904968"/>
                </a:cubicBezTo>
                <a:cubicBezTo>
                  <a:pt x="4267681" y="904968"/>
                  <a:pt x="4264736" y="905970"/>
                  <a:pt x="4262556" y="907973"/>
                </a:cubicBezTo>
                <a:cubicBezTo>
                  <a:pt x="4260317" y="909976"/>
                  <a:pt x="4259198" y="912273"/>
                  <a:pt x="4259198" y="914866"/>
                </a:cubicBezTo>
                <a:lnTo>
                  <a:pt x="4259375" y="919991"/>
                </a:lnTo>
                <a:cubicBezTo>
                  <a:pt x="4259375" y="922700"/>
                  <a:pt x="4258683" y="924792"/>
                  <a:pt x="4257298" y="926265"/>
                </a:cubicBezTo>
                <a:cubicBezTo>
                  <a:pt x="4255914" y="927738"/>
                  <a:pt x="4254102" y="928474"/>
                  <a:pt x="4251864" y="928474"/>
                </a:cubicBezTo>
                <a:cubicBezTo>
                  <a:pt x="4249684" y="928474"/>
                  <a:pt x="4247902" y="927708"/>
                  <a:pt x="4246517" y="926176"/>
                </a:cubicBezTo>
                <a:cubicBezTo>
                  <a:pt x="4245133" y="924645"/>
                  <a:pt x="4244441" y="922553"/>
                  <a:pt x="4244441" y="919902"/>
                </a:cubicBezTo>
                <a:cubicBezTo>
                  <a:pt x="4244441" y="914836"/>
                  <a:pt x="4247033" y="910182"/>
                  <a:pt x="4252218" y="905940"/>
                </a:cubicBezTo>
                <a:cubicBezTo>
                  <a:pt x="4257401" y="901699"/>
                  <a:pt x="4264677" y="899578"/>
                  <a:pt x="4274044" y="899578"/>
                </a:cubicBezTo>
                <a:close/>
                <a:moveTo>
                  <a:pt x="4150219" y="899578"/>
                </a:moveTo>
                <a:cubicBezTo>
                  <a:pt x="4157406" y="899578"/>
                  <a:pt x="4163297" y="900786"/>
                  <a:pt x="4167892" y="903201"/>
                </a:cubicBezTo>
                <a:cubicBezTo>
                  <a:pt x="4171368" y="905027"/>
                  <a:pt x="4173930" y="907885"/>
                  <a:pt x="4175580" y="911773"/>
                </a:cubicBezTo>
                <a:cubicBezTo>
                  <a:pt x="4176640" y="914306"/>
                  <a:pt x="4177171" y="919490"/>
                  <a:pt x="4177171" y="927325"/>
                </a:cubicBezTo>
                <a:lnTo>
                  <a:pt x="4177171" y="954807"/>
                </a:lnTo>
                <a:cubicBezTo>
                  <a:pt x="4177171" y="962524"/>
                  <a:pt x="4177318" y="967252"/>
                  <a:pt x="4177612" y="968990"/>
                </a:cubicBezTo>
                <a:cubicBezTo>
                  <a:pt x="4177907" y="970728"/>
                  <a:pt x="4178393" y="971892"/>
                  <a:pt x="4179070" y="972481"/>
                </a:cubicBezTo>
                <a:cubicBezTo>
                  <a:pt x="4179748" y="973070"/>
                  <a:pt x="4180528" y="973364"/>
                  <a:pt x="4181412" y="973364"/>
                </a:cubicBezTo>
                <a:cubicBezTo>
                  <a:pt x="4182355" y="973364"/>
                  <a:pt x="4183179" y="973158"/>
                  <a:pt x="4183886" y="972746"/>
                </a:cubicBezTo>
                <a:cubicBezTo>
                  <a:pt x="4185124" y="971980"/>
                  <a:pt x="4187509" y="969830"/>
                  <a:pt x="4191044" y="966295"/>
                </a:cubicBezTo>
                <a:lnTo>
                  <a:pt x="4191044" y="971243"/>
                </a:lnTo>
                <a:cubicBezTo>
                  <a:pt x="4184446" y="980080"/>
                  <a:pt x="4178143" y="984499"/>
                  <a:pt x="4172134" y="984499"/>
                </a:cubicBezTo>
                <a:cubicBezTo>
                  <a:pt x="4169247" y="984499"/>
                  <a:pt x="4166949" y="983497"/>
                  <a:pt x="4165241" y="981494"/>
                </a:cubicBezTo>
                <a:cubicBezTo>
                  <a:pt x="4163533" y="979491"/>
                  <a:pt x="4162649" y="976074"/>
                  <a:pt x="4162590" y="971243"/>
                </a:cubicBezTo>
                <a:cubicBezTo>
                  <a:pt x="4154284" y="977665"/>
                  <a:pt x="4149070" y="981376"/>
                  <a:pt x="4146949" y="982378"/>
                </a:cubicBezTo>
                <a:cubicBezTo>
                  <a:pt x="4143768" y="983850"/>
                  <a:pt x="4140381" y="984587"/>
                  <a:pt x="4136787" y="984587"/>
                </a:cubicBezTo>
                <a:cubicBezTo>
                  <a:pt x="4131190" y="984587"/>
                  <a:pt x="4126581" y="982672"/>
                  <a:pt x="4122958" y="978843"/>
                </a:cubicBezTo>
                <a:cubicBezTo>
                  <a:pt x="4119335" y="975014"/>
                  <a:pt x="4117523" y="969977"/>
                  <a:pt x="4117523" y="963732"/>
                </a:cubicBezTo>
                <a:cubicBezTo>
                  <a:pt x="4117523" y="959785"/>
                  <a:pt x="4118407" y="956368"/>
                  <a:pt x="4120174" y="953482"/>
                </a:cubicBezTo>
                <a:cubicBezTo>
                  <a:pt x="4122589" y="949476"/>
                  <a:pt x="4126787" y="945705"/>
                  <a:pt x="4132766" y="942171"/>
                </a:cubicBezTo>
                <a:cubicBezTo>
                  <a:pt x="4138746" y="938636"/>
                  <a:pt x="4148687" y="934335"/>
                  <a:pt x="4162590" y="929269"/>
                </a:cubicBezTo>
                <a:lnTo>
                  <a:pt x="4162590" y="926088"/>
                </a:lnTo>
                <a:cubicBezTo>
                  <a:pt x="4162590" y="918017"/>
                  <a:pt x="4161309" y="912480"/>
                  <a:pt x="4158746" y="909475"/>
                </a:cubicBezTo>
                <a:cubicBezTo>
                  <a:pt x="4156183" y="906470"/>
                  <a:pt x="4152457" y="904968"/>
                  <a:pt x="4147568" y="904968"/>
                </a:cubicBezTo>
                <a:cubicBezTo>
                  <a:pt x="4143856" y="904968"/>
                  <a:pt x="4140911" y="905970"/>
                  <a:pt x="4138731" y="907973"/>
                </a:cubicBezTo>
                <a:cubicBezTo>
                  <a:pt x="4136492" y="909976"/>
                  <a:pt x="4135373" y="912273"/>
                  <a:pt x="4135373" y="914866"/>
                </a:cubicBezTo>
                <a:lnTo>
                  <a:pt x="4135550" y="919991"/>
                </a:lnTo>
                <a:cubicBezTo>
                  <a:pt x="4135550" y="922700"/>
                  <a:pt x="4134858" y="924792"/>
                  <a:pt x="4133473" y="926265"/>
                </a:cubicBezTo>
                <a:cubicBezTo>
                  <a:pt x="4132089" y="927738"/>
                  <a:pt x="4130277" y="928474"/>
                  <a:pt x="4128039" y="928474"/>
                </a:cubicBezTo>
                <a:cubicBezTo>
                  <a:pt x="4125859" y="928474"/>
                  <a:pt x="4124077" y="927708"/>
                  <a:pt x="4122692" y="926176"/>
                </a:cubicBezTo>
                <a:cubicBezTo>
                  <a:pt x="4121308" y="924645"/>
                  <a:pt x="4120616" y="922553"/>
                  <a:pt x="4120616" y="919902"/>
                </a:cubicBezTo>
                <a:cubicBezTo>
                  <a:pt x="4120616" y="914836"/>
                  <a:pt x="4123208" y="910182"/>
                  <a:pt x="4128392" y="905940"/>
                </a:cubicBezTo>
                <a:cubicBezTo>
                  <a:pt x="4133576" y="901699"/>
                  <a:pt x="4140852" y="899578"/>
                  <a:pt x="4150219" y="899578"/>
                </a:cubicBezTo>
                <a:close/>
                <a:moveTo>
                  <a:pt x="7678822" y="896009"/>
                </a:moveTo>
                <a:cubicBezTo>
                  <a:pt x="7673932" y="896009"/>
                  <a:pt x="7669558" y="897908"/>
                  <a:pt x="7665699" y="901708"/>
                </a:cubicBezTo>
                <a:cubicBezTo>
                  <a:pt x="7661840" y="905508"/>
                  <a:pt x="7659587" y="910795"/>
                  <a:pt x="7658939" y="917570"/>
                </a:cubicBezTo>
                <a:lnTo>
                  <a:pt x="7696407" y="917570"/>
                </a:lnTo>
                <a:cubicBezTo>
                  <a:pt x="7696112" y="912386"/>
                  <a:pt x="7695493" y="908733"/>
                  <a:pt x="7694551" y="906612"/>
                </a:cubicBezTo>
                <a:cubicBezTo>
                  <a:pt x="7693078" y="903313"/>
                  <a:pt x="7690884" y="900721"/>
                  <a:pt x="7687968" y="898836"/>
                </a:cubicBezTo>
                <a:cubicBezTo>
                  <a:pt x="7685052" y="896951"/>
                  <a:pt x="7682003" y="896009"/>
                  <a:pt x="7678822" y="896009"/>
                </a:cubicBezTo>
                <a:close/>
                <a:moveTo>
                  <a:pt x="7358330" y="895567"/>
                </a:moveTo>
                <a:cubicBezTo>
                  <a:pt x="7355207" y="895567"/>
                  <a:pt x="7352070" y="896495"/>
                  <a:pt x="7348919" y="898350"/>
                </a:cubicBezTo>
                <a:cubicBezTo>
                  <a:pt x="7345767" y="900206"/>
                  <a:pt x="7343219" y="903461"/>
                  <a:pt x="7341275" y="908115"/>
                </a:cubicBezTo>
                <a:cubicBezTo>
                  <a:pt x="7339331" y="912769"/>
                  <a:pt x="7338359" y="918748"/>
                  <a:pt x="7338359" y="926053"/>
                </a:cubicBezTo>
                <a:cubicBezTo>
                  <a:pt x="7338359" y="937835"/>
                  <a:pt x="7340700" y="947997"/>
                  <a:pt x="7345384" y="956540"/>
                </a:cubicBezTo>
                <a:cubicBezTo>
                  <a:pt x="7350067" y="965082"/>
                  <a:pt x="7356238" y="969353"/>
                  <a:pt x="7363897" y="969353"/>
                </a:cubicBezTo>
                <a:cubicBezTo>
                  <a:pt x="7369611" y="969353"/>
                  <a:pt x="7374324" y="966996"/>
                  <a:pt x="7378035" y="962284"/>
                </a:cubicBezTo>
                <a:cubicBezTo>
                  <a:pt x="7381747" y="957570"/>
                  <a:pt x="7383602" y="949470"/>
                  <a:pt x="7383602" y="937983"/>
                </a:cubicBezTo>
                <a:cubicBezTo>
                  <a:pt x="7383602" y="923608"/>
                  <a:pt x="7380510" y="912297"/>
                  <a:pt x="7374324" y="904050"/>
                </a:cubicBezTo>
                <a:cubicBezTo>
                  <a:pt x="7370141" y="898394"/>
                  <a:pt x="7364810" y="895567"/>
                  <a:pt x="7358330" y="895567"/>
                </a:cubicBezTo>
                <a:close/>
                <a:moveTo>
                  <a:pt x="7053530" y="895567"/>
                </a:moveTo>
                <a:cubicBezTo>
                  <a:pt x="7050407" y="895567"/>
                  <a:pt x="7047270" y="896495"/>
                  <a:pt x="7044119" y="898350"/>
                </a:cubicBezTo>
                <a:cubicBezTo>
                  <a:pt x="7040967" y="900206"/>
                  <a:pt x="7038419" y="903461"/>
                  <a:pt x="7036475" y="908115"/>
                </a:cubicBezTo>
                <a:cubicBezTo>
                  <a:pt x="7034531" y="912769"/>
                  <a:pt x="7033559" y="918748"/>
                  <a:pt x="7033559" y="926053"/>
                </a:cubicBezTo>
                <a:cubicBezTo>
                  <a:pt x="7033559" y="937835"/>
                  <a:pt x="7035900" y="947997"/>
                  <a:pt x="7040584" y="956540"/>
                </a:cubicBezTo>
                <a:cubicBezTo>
                  <a:pt x="7045267" y="965082"/>
                  <a:pt x="7051438" y="969353"/>
                  <a:pt x="7059097" y="969353"/>
                </a:cubicBezTo>
                <a:cubicBezTo>
                  <a:pt x="7064811" y="969353"/>
                  <a:pt x="7069524" y="966996"/>
                  <a:pt x="7073235" y="962284"/>
                </a:cubicBezTo>
                <a:cubicBezTo>
                  <a:pt x="7076947" y="957570"/>
                  <a:pt x="7078803" y="949470"/>
                  <a:pt x="7078803" y="937983"/>
                </a:cubicBezTo>
                <a:cubicBezTo>
                  <a:pt x="7078803" y="923608"/>
                  <a:pt x="7075710" y="912297"/>
                  <a:pt x="7069524" y="904050"/>
                </a:cubicBezTo>
                <a:cubicBezTo>
                  <a:pt x="7065341" y="898394"/>
                  <a:pt x="7060010" y="895567"/>
                  <a:pt x="7053530" y="895567"/>
                </a:cubicBezTo>
                <a:close/>
                <a:moveTo>
                  <a:pt x="7749278" y="889823"/>
                </a:moveTo>
                <a:cubicBezTo>
                  <a:pt x="7752459" y="889823"/>
                  <a:pt x="7756318" y="890500"/>
                  <a:pt x="7760854" y="891855"/>
                </a:cubicBezTo>
                <a:cubicBezTo>
                  <a:pt x="7763858" y="892739"/>
                  <a:pt x="7765861" y="893181"/>
                  <a:pt x="7766863" y="893181"/>
                </a:cubicBezTo>
                <a:cubicBezTo>
                  <a:pt x="7767805" y="893181"/>
                  <a:pt x="7768542" y="892975"/>
                  <a:pt x="7769072" y="892562"/>
                </a:cubicBezTo>
                <a:cubicBezTo>
                  <a:pt x="7769602" y="892150"/>
                  <a:pt x="7770221" y="891237"/>
                  <a:pt x="7770928" y="889823"/>
                </a:cubicBezTo>
                <a:lnTo>
                  <a:pt x="7773844" y="889823"/>
                </a:lnTo>
                <a:lnTo>
                  <a:pt x="7773844" y="917393"/>
                </a:lnTo>
                <a:lnTo>
                  <a:pt x="7770928" y="917393"/>
                </a:lnTo>
                <a:cubicBezTo>
                  <a:pt x="7768689" y="908733"/>
                  <a:pt x="7765817" y="902842"/>
                  <a:pt x="7762312" y="899720"/>
                </a:cubicBezTo>
                <a:cubicBezTo>
                  <a:pt x="7758807" y="896598"/>
                  <a:pt x="7754344" y="895037"/>
                  <a:pt x="7748924" y="895037"/>
                </a:cubicBezTo>
                <a:cubicBezTo>
                  <a:pt x="7744801" y="895037"/>
                  <a:pt x="7741472" y="896126"/>
                  <a:pt x="7738939" y="898306"/>
                </a:cubicBezTo>
                <a:cubicBezTo>
                  <a:pt x="7736406" y="900486"/>
                  <a:pt x="7735139" y="902901"/>
                  <a:pt x="7735139" y="905552"/>
                </a:cubicBezTo>
                <a:cubicBezTo>
                  <a:pt x="7735139" y="908851"/>
                  <a:pt x="7736082" y="911679"/>
                  <a:pt x="7737967" y="914035"/>
                </a:cubicBezTo>
                <a:cubicBezTo>
                  <a:pt x="7739793" y="916451"/>
                  <a:pt x="7743505" y="919013"/>
                  <a:pt x="7749101" y="921723"/>
                </a:cubicBezTo>
                <a:lnTo>
                  <a:pt x="7762003" y="927997"/>
                </a:lnTo>
                <a:cubicBezTo>
                  <a:pt x="7773962" y="933829"/>
                  <a:pt x="7779941" y="941517"/>
                  <a:pt x="7779941" y="951061"/>
                </a:cubicBezTo>
                <a:cubicBezTo>
                  <a:pt x="7779941" y="958425"/>
                  <a:pt x="7777158" y="964360"/>
                  <a:pt x="7771590" y="968867"/>
                </a:cubicBezTo>
                <a:cubicBezTo>
                  <a:pt x="7766023" y="973374"/>
                  <a:pt x="7759793" y="975627"/>
                  <a:pt x="7752901" y="975627"/>
                </a:cubicBezTo>
                <a:cubicBezTo>
                  <a:pt x="7747952" y="975627"/>
                  <a:pt x="7742297" y="974743"/>
                  <a:pt x="7735934" y="972976"/>
                </a:cubicBezTo>
                <a:cubicBezTo>
                  <a:pt x="7733990" y="972387"/>
                  <a:pt x="7732400" y="972092"/>
                  <a:pt x="7731163" y="972092"/>
                </a:cubicBezTo>
                <a:cubicBezTo>
                  <a:pt x="7729808" y="972092"/>
                  <a:pt x="7728747" y="972858"/>
                  <a:pt x="7727981" y="974390"/>
                </a:cubicBezTo>
                <a:lnTo>
                  <a:pt x="7725065" y="974390"/>
                </a:lnTo>
                <a:lnTo>
                  <a:pt x="7725065" y="945494"/>
                </a:lnTo>
                <a:lnTo>
                  <a:pt x="7727981" y="945494"/>
                </a:lnTo>
                <a:cubicBezTo>
                  <a:pt x="7729631" y="953741"/>
                  <a:pt x="7732783" y="959957"/>
                  <a:pt x="7737437" y="964139"/>
                </a:cubicBezTo>
                <a:cubicBezTo>
                  <a:pt x="7742091" y="968322"/>
                  <a:pt x="7747304" y="970413"/>
                  <a:pt x="7753078" y="970413"/>
                </a:cubicBezTo>
                <a:cubicBezTo>
                  <a:pt x="7757142" y="970413"/>
                  <a:pt x="7760456" y="969220"/>
                  <a:pt x="7763019" y="966834"/>
                </a:cubicBezTo>
                <a:cubicBezTo>
                  <a:pt x="7765581" y="964449"/>
                  <a:pt x="7766863" y="961577"/>
                  <a:pt x="7766863" y="958219"/>
                </a:cubicBezTo>
                <a:cubicBezTo>
                  <a:pt x="7766863" y="954154"/>
                  <a:pt x="7765434" y="950737"/>
                  <a:pt x="7762577" y="947968"/>
                </a:cubicBezTo>
                <a:cubicBezTo>
                  <a:pt x="7759720" y="945199"/>
                  <a:pt x="7754020" y="941694"/>
                  <a:pt x="7745478" y="937452"/>
                </a:cubicBezTo>
                <a:cubicBezTo>
                  <a:pt x="7736936" y="933211"/>
                  <a:pt x="7731339" y="929382"/>
                  <a:pt x="7728688" y="925965"/>
                </a:cubicBezTo>
                <a:cubicBezTo>
                  <a:pt x="7726037" y="922607"/>
                  <a:pt x="7724712" y="918365"/>
                  <a:pt x="7724712" y="913240"/>
                </a:cubicBezTo>
                <a:cubicBezTo>
                  <a:pt x="7724712" y="906583"/>
                  <a:pt x="7726995" y="901016"/>
                  <a:pt x="7731560" y="896539"/>
                </a:cubicBezTo>
                <a:cubicBezTo>
                  <a:pt x="7736126" y="892061"/>
                  <a:pt x="7742032" y="889823"/>
                  <a:pt x="7749278" y="889823"/>
                </a:cubicBezTo>
                <a:close/>
                <a:moveTo>
                  <a:pt x="7564522" y="889823"/>
                </a:moveTo>
                <a:cubicBezTo>
                  <a:pt x="7571709" y="889823"/>
                  <a:pt x="7577600" y="891031"/>
                  <a:pt x="7582195" y="893446"/>
                </a:cubicBezTo>
                <a:cubicBezTo>
                  <a:pt x="7585671" y="895272"/>
                  <a:pt x="7588233" y="898129"/>
                  <a:pt x="7589883" y="902017"/>
                </a:cubicBezTo>
                <a:cubicBezTo>
                  <a:pt x="7590943" y="904551"/>
                  <a:pt x="7591473" y="909735"/>
                  <a:pt x="7591473" y="917570"/>
                </a:cubicBezTo>
                <a:lnTo>
                  <a:pt x="7591473" y="945052"/>
                </a:lnTo>
                <a:cubicBezTo>
                  <a:pt x="7591473" y="952769"/>
                  <a:pt x="7591621" y="957497"/>
                  <a:pt x="7591915" y="959235"/>
                </a:cubicBezTo>
                <a:cubicBezTo>
                  <a:pt x="7592210" y="960973"/>
                  <a:pt x="7592696" y="962136"/>
                  <a:pt x="7593373" y="962725"/>
                </a:cubicBezTo>
                <a:cubicBezTo>
                  <a:pt x="7594051" y="963314"/>
                  <a:pt x="7594831" y="963609"/>
                  <a:pt x="7595715" y="963609"/>
                </a:cubicBezTo>
                <a:cubicBezTo>
                  <a:pt x="7596658" y="963609"/>
                  <a:pt x="7597482" y="963403"/>
                  <a:pt x="7598189" y="962990"/>
                </a:cubicBezTo>
                <a:cubicBezTo>
                  <a:pt x="7599426" y="962225"/>
                  <a:pt x="7601812" y="960074"/>
                  <a:pt x="7605347" y="956540"/>
                </a:cubicBezTo>
                <a:lnTo>
                  <a:pt x="7605347" y="961488"/>
                </a:lnTo>
                <a:cubicBezTo>
                  <a:pt x="7598749" y="970325"/>
                  <a:pt x="7592446" y="974743"/>
                  <a:pt x="7586437" y="974743"/>
                </a:cubicBezTo>
                <a:cubicBezTo>
                  <a:pt x="7583550" y="974743"/>
                  <a:pt x="7581252" y="973742"/>
                  <a:pt x="7579544" y="971739"/>
                </a:cubicBezTo>
                <a:cubicBezTo>
                  <a:pt x="7577836" y="969736"/>
                  <a:pt x="7576952" y="966319"/>
                  <a:pt x="7576893" y="961488"/>
                </a:cubicBezTo>
                <a:cubicBezTo>
                  <a:pt x="7568587" y="967910"/>
                  <a:pt x="7563373" y="971621"/>
                  <a:pt x="7561252" y="972622"/>
                </a:cubicBezTo>
                <a:cubicBezTo>
                  <a:pt x="7558071" y="974095"/>
                  <a:pt x="7554684" y="974832"/>
                  <a:pt x="7551090" y="974832"/>
                </a:cubicBezTo>
                <a:cubicBezTo>
                  <a:pt x="7545493" y="974832"/>
                  <a:pt x="7540884" y="972917"/>
                  <a:pt x="7537261" y="969088"/>
                </a:cubicBezTo>
                <a:cubicBezTo>
                  <a:pt x="7533637" y="965259"/>
                  <a:pt x="7531826" y="960222"/>
                  <a:pt x="7531826" y="953977"/>
                </a:cubicBezTo>
                <a:cubicBezTo>
                  <a:pt x="7531826" y="950030"/>
                  <a:pt x="7532710" y="946613"/>
                  <a:pt x="7534477" y="943727"/>
                </a:cubicBezTo>
                <a:cubicBezTo>
                  <a:pt x="7536892" y="939721"/>
                  <a:pt x="7541090" y="935950"/>
                  <a:pt x="7547069" y="932416"/>
                </a:cubicBezTo>
                <a:cubicBezTo>
                  <a:pt x="7553049" y="928881"/>
                  <a:pt x="7562990" y="924580"/>
                  <a:pt x="7576893" y="919514"/>
                </a:cubicBezTo>
                <a:lnTo>
                  <a:pt x="7576893" y="916333"/>
                </a:lnTo>
                <a:cubicBezTo>
                  <a:pt x="7576893" y="908262"/>
                  <a:pt x="7575612" y="902724"/>
                  <a:pt x="7573049" y="899720"/>
                </a:cubicBezTo>
                <a:cubicBezTo>
                  <a:pt x="7570486" y="896715"/>
                  <a:pt x="7566760" y="895213"/>
                  <a:pt x="7561871" y="895213"/>
                </a:cubicBezTo>
                <a:cubicBezTo>
                  <a:pt x="7558159" y="895213"/>
                  <a:pt x="7555214" y="896215"/>
                  <a:pt x="7553034" y="898218"/>
                </a:cubicBezTo>
                <a:cubicBezTo>
                  <a:pt x="7550795" y="900221"/>
                  <a:pt x="7549676" y="902518"/>
                  <a:pt x="7549676" y="905110"/>
                </a:cubicBezTo>
                <a:lnTo>
                  <a:pt x="7549853" y="910236"/>
                </a:lnTo>
                <a:cubicBezTo>
                  <a:pt x="7549853" y="912945"/>
                  <a:pt x="7549161" y="915037"/>
                  <a:pt x="7547776" y="916509"/>
                </a:cubicBezTo>
                <a:cubicBezTo>
                  <a:pt x="7546392" y="917982"/>
                  <a:pt x="7544580" y="918719"/>
                  <a:pt x="7542342" y="918719"/>
                </a:cubicBezTo>
                <a:cubicBezTo>
                  <a:pt x="7540162" y="918719"/>
                  <a:pt x="7538380" y="917953"/>
                  <a:pt x="7536995" y="916421"/>
                </a:cubicBezTo>
                <a:cubicBezTo>
                  <a:pt x="7535611" y="914890"/>
                  <a:pt x="7534919" y="912798"/>
                  <a:pt x="7534919" y="910147"/>
                </a:cubicBezTo>
                <a:cubicBezTo>
                  <a:pt x="7534919" y="905081"/>
                  <a:pt x="7537511" y="900427"/>
                  <a:pt x="7542695" y="896185"/>
                </a:cubicBezTo>
                <a:cubicBezTo>
                  <a:pt x="7547879" y="891943"/>
                  <a:pt x="7555155" y="889823"/>
                  <a:pt x="7564522" y="889823"/>
                </a:cubicBezTo>
                <a:close/>
                <a:moveTo>
                  <a:pt x="7482578" y="889823"/>
                </a:moveTo>
                <a:cubicBezTo>
                  <a:pt x="7485759" y="889823"/>
                  <a:pt x="7489618" y="890500"/>
                  <a:pt x="7494154" y="891855"/>
                </a:cubicBezTo>
                <a:cubicBezTo>
                  <a:pt x="7497158" y="892739"/>
                  <a:pt x="7499161" y="893181"/>
                  <a:pt x="7500163" y="893181"/>
                </a:cubicBezTo>
                <a:cubicBezTo>
                  <a:pt x="7501105" y="893181"/>
                  <a:pt x="7501842" y="892975"/>
                  <a:pt x="7502372" y="892562"/>
                </a:cubicBezTo>
                <a:cubicBezTo>
                  <a:pt x="7502902" y="892150"/>
                  <a:pt x="7503521" y="891237"/>
                  <a:pt x="7504228" y="889823"/>
                </a:cubicBezTo>
                <a:lnTo>
                  <a:pt x="7507144" y="889823"/>
                </a:lnTo>
                <a:lnTo>
                  <a:pt x="7507144" y="917393"/>
                </a:lnTo>
                <a:lnTo>
                  <a:pt x="7504228" y="917393"/>
                </a:lnTo>
                <a:cubicBezTo>
                  <a:pt x="7501989" y="908733"/>
                  <a:pt x="7499117" y="902842"/>
                  <a:pt x="7495612" y="899720"/>
                </a:cubicBezTo>
                <a:cubicBezTo>
                  <a:pt x="7492107" y="896598"/>
                  <a:pt x="7487644" y="895037"/>
                  <a:pt x="7482224" y="895037"/>
                </a:cubicBezTo>
                <a:cubicBezTo>
                  <a:pt x="7478101" y="895037"/>
                  <a:pt x="7474772" y="896126"/>
                  <a:pt x="7472239" y="898306"/>
                </a:cubicBezTo>
                <a:cubicBezTo>
                  <a:pt x="7469706" y="900486"/>
                  <a:pt x="7468439" y="902901"/>
                  <a:pt x="7468439" y="905552"/>
                </a:cubicBezTo>
                <a:cubicBezTo>
                  <a:pt x="7468439" y="908851"/>
                  <a:pt x="7469382" y="911679"/>
                  <a:pt x="7471267" y="914035"/>
                </a:cubicBezTo>
                <a:cubicBezTo>
                  <a:pt x="7473093" y="916451"/>
                  <a:pt x="7476805" y="919013"/>
                  <a:pt x="7482401" y="921723"/>
                </a:cubicBezTo>
                <a:lnTo>
                  <a:pt x="7495303" y="927997"/>
                </a:lnTo>
                <a:cubicBezTo>
                  <a:pt x="7507262" y="933829"/>
                  <a:pt x="7513241" y="941517"/>
                  <a:pt x="7513241" y="951061"/>
                </a:cubicBezTo>
                <a:cubicBezTo>
                  <a:pt x="7513241" y="958425"/>
                  <a:pt x="7510458" y="964360"/>
                  <a:pt x="7504890" y="968867"/>
                </a:cubicBezTo>
                <a:cubicBezTo>
                  <a:pt x="7499323" y="973374"/>
                  <a:pt x="7493093" y="975627"/>
                  <a:pt x="7486201" y="975627"/>
                </a:cubicBezTo>
                <a:cubicBezTo>
                  <a:pt x="7481252" y="975627"/>
                  <a:pt x="7475597" y="974743"/>
                  <a:pt x="7469235" y="972976"/>
                </a:cubicBezTo>
                <a:cubicBezTo>
                  <a:pt x="7467290" y="972387"/>
                  <a:pt x="7465700" y="972092"/>
                  <a:pt x="7464463" y="972092"/>
                </a:cubicBezTo>
                <a:cubicBezTo>
                  <a:pt x="7463108" y="972092"/>
                  <a:pt x="7462047" y="972858"/>
                  <a:pt x="7461282" y="974390"/>
                </a:cubicBezTo>
                <a:lnTo>
                  <a:pt x="7458365" y="974390"/>
                </a:lnTo>
                <a:lnTo>
                  <a:pt x="7458365" y="945494"/>
                </a:lnTo>
                <a:lnTo>
                  <a:pt x="7461282" y="945494"/>
                </a:lnTo>
                <a:cubicBezTo>
                  <a:pt x="7462931" y="953741"/>
                  <a:pt x="7466083" y="959957"/>
                  <a:pt x="7470737" y="964139"/>
                </a:cubicBezTo>
                <a:cubicBezTo>
                  <a:pt x="7475391" y="968322"/>
                  <a:pt x="7480604" y="970413"/>
                  <a:pt x="7486378" y="970413"/>
                </a:cubicBezTo>
                <a:cubicBezTo>
                  <a:pt x="7490442" y="970413"/>
                  <a:pt x="7493756" y="969220"/>
                  <a:pt x="7496319" y="966834"/>
                </a:cubicBezTo>
                <a:cubicBezTo>
                  <a:pt x="7498881" y="964449"/>
                  <a:pt x="7500163" y="961577"/>
                  <a:pt x="7500163" y="958219"/>
                </a:cubicBezTo>
                <a:cubicBezTo>
                  <a:pt x="7500163" y="954154"/>
                  <a:pt x="7498734" y="950737"/>
                  <a:pt x="7495877" y="947968"/>
                </a:cubicBezTo>
                <a:cubicBezTo>
                  <a:pt x="7493020" y="945199"/>
                  <a:pt x="7487320" y="941694"/>
                  <a:pt x="7478778" y="937452"/>
                </a:cubicBezTo>
                <a:cubicBezTo>
                  <a:pt x="7470236" y="933211"/>
                  <a:pt x="7464639" y="929382"/>
                  <a:pt x="7461988" y="925965"/>
                </a:cubicBezTo>
                <a:cubicBezTo>
                  <a:pt x="7459337" y="922607"/>
                  <a:pt x="7458012" y="918365"/>
                  <a:pt x="7458012" y="913240"/>
                </a:cubicBezTo>
                <a:cubicBezTo>
                  <a:pt x="7458012" y="906583"/>
                  <a:pt x="7460295" y="901016"/>
                  <a:pt x="7464860" y="896539"/>
                </a:cubicBezTo>
                <a:cubicBezTo>
                  <a:pt x="7469426" y="892061"/>
                  <a:pt x="7475332" y="889823"/>
                  <a:pt x="7482578" y="889823"/>
                </a:cubicBezTo>
                <a:close/>
                <a:moveTo>
                  <a:pt x="7361069" y="889823"/>
                </a:moveTo>
                <a:cubicBezTo>
                  <a:pt x="7373322" y="889823"/>
                  <a:pt x="7383161" y="894477"/>
                  <a:pt x="7390583" y="903785"/>
                </a:cubicBezTo>
                <a:cubicBezTo>
                  <a:pt x="7396887" y="911738"/>
                  <a:pt x="7400039" y="920869"/>
                  <a:pt x="7400039" y="931178"/>
                </a:cubicBezTo>
                <a:cubicBezTo>
                  <a:pt x="7400039" y="938424"/>
                  <a:pt x="7398301" y="945759"/>
                  <a:pt x="7394825" y="953182"/>
                </a:cubicBezTo>
                <a:cubicBezTo>
                  <a:pt x="7391349" y="960605"/>
                  <a:pt x="7386563" y="966201"/>
                  <a:pt x="7380465" y="969971"/>
                </a:cubicBezTo>
                <a:cubicBezTo>
                  <a:pt x="7374368" y="973742"/>
                  <a:pt x="7367579" y="975627"/>
                  <a:pt x="7360097" y="975627"/>
                </a:cubicBezTo>
                <a:cubicBezTo>
                  <a:pt x="7347902" y="975627"/>
                  <a:pt x="7338211" y="970767"/>
                  <a:pt x="7331024" y="961046"/>
                </a:cubicBezTo>
                <a:cubicBezTo>
                  <a:pt x="7324956" y="952858"/>
                  <a:pt x="7321923" y="943668"/>
                  <a:pt x="7321923" y="933476"/>
                </a:cubicBezTo>
                <a:cubicBezTo>
                  <a:pt x="7321923" y="926053"/>
                  <a:pt x="7323763" y="918675"/>
                  <a:pt x="7327445" y="911340"/>
                </a:cubicBezTo>
                <a:cubicBezTo>
                  <a:pt x="7331127" y="904005"/>
                  <a:pt x="7335973" y="898586"/>
                  <a:pt x="7341982" y="895081"/>
                </a:cubicBezTo>
                <a:cubicBezTo>
                  <a:pt x="7347991" y="891575"/>
                  <a:pt x="7354353" y="889823"/>
                  <a:pt x="7361069" y="889823"/>
                </a:cubicBezTo>
                <a:close/>
                <a:moveTo>
                  <a:pt x="7139678" y="889823"/>
                </a:moveTo>
                <a:cubicBezTo>
                  <a:pt x="7142859" y="889823"/>
                  <a:pt x="7146718" y="890500"/>
                  <a:pt x="7151254" y="891855"/>
                </a:cubicBezTo>
                <a:cubicBezTo>
                  <a:pt x="7154258" y="892739"/>
                  <a:pt x="7156261" y="893181"/>
                  <a:pt x="7157263" y="893181"/>
                </a:cubicBezTo>
                <a:cubicBezTo>
                  <a:pt x="7158205" y="893181"/>
                  <a:pt x="7158942" y="892975"/>
                  <a:pt x="7159472" y="892562"/>
                </a:cubicBezTo>
                <a:cubicBezTo>
                  <a:pt x="7160002" y="892150"/>
                  <a:pt x="7160621" y="891237"/>
                  <a:pt x="7161328" y="889823"/>
                </a:cubicBezTo>
                <a:lnTo>
                  <a:pt x="7164244" y="889823"/>
                </a:lnTo>
                <a:lnTo>
                  <a:pt x="7164244" y="917393"/>
                </a:lnTo>
                <a:lnTo>
                  <a:pt x="7161328" y="917393"/>
                </a:lnTo>
                <a:cubicBezTo>
                  <a:pt x="7159089" y="908733"/>
                  <a:pt x="7156217" y="902842"/>
                  <a:pt x="7152712" y="899720"/>
                </a:cubicBezTo>
                <a:cubicBezTo>
                  <a:pt x="7149207" y="896598"/>
                  <a:pt x="7144744" y="895037"/>
                  <a:pt x="7139324" y="895037"/>
                </a:cubicBezTo>
                <a:cubicBezTo>
                  <a:pt x="7135201" y="895037"/>
                  <a:pt x="7131872" y="896126"/>
                  <a:pt x="7129339" y="898306"/>
                </a:cubicBezTo>
                <a:cubicBezTo>
                  <a:pt x="7126806" y="900486"/>
                  <a:pt x="7125539" y="902901"/>
                  <a:pt x="7125539" y="905552"/>
                </a:cubicBezTo>
                <a:cubicBezTo>
                  <a:pt x="7125539" y="908851"/>
                  <a:pt x="7126482" y="911679"/>
                  <a:pt x="7128367" y="914035"/>
                </a:cubicBezTo>
                <a:cubicBezTo>
                  <a:pt x="7130193" y="916451"/>
                  <a:pt x="7133905" y="919013"/>
                  <a:pt x="7139501" y="921723"/>
                </a:cubicBezTo>
                <a:lnTo>
                  <a:pt x="7152403" y="927997"/>
                </a:lnTo>
                <a:cubicBezTo>
                  <a:pt x="7164362" y="933829"/>
                  <a:pt x="7170341" y="941517"/>
                  <a:pt x="7170341" y="951061"/>
                </a:cubicBezTo>
                <a:cubicBezTo>
                  <a:pt x="7170341" y="958425"/>
                  <a:pt x="7167558" y="964360"/>
                  <a:pt x="7161990" y="968867"/>
                </a:cubicBezTo>
                <a:cubicBezTo>
                  <a:pt x="7156423" y="973374"/>
                  <a:pt x="7150194" y="975627"/>
                  <a:pt x="7143301" y="975627"/>
                </a:cubicBezTo>
                <a:cubicBezTo>
                  <a:pt x="7138352" y="975627"/>
                  <a:pt x="7132697" y="974743"/>
                  <a:pt x="7126334" y="972976"/>
                </a:cubicBezTo>
                <a:cubicBezTo>
                  <a:pt x="7124390" y="972387"/>
                  <a:pt x="7122800" y="972092"/>
                  <a:pt x="7121563" y="972092"/>
                </a:cubicBezTo>
                <a:cubicBezTo>
                  <a:pt x="7120208" y="972092"/>
                  <a:pt x="7119147" y="972858"/>
                  <a:pt x="7118381" y="974390"/>
                </a:cubicBezTo>
                <a:lnTo>
                  <a:pt x="7115465" y="974390"/>
                </a:lnTo>
                <a:lnTo>
                  <a:pt x="7115465" y="945494"/>
                </a:lnTo>
                <a:lnTo>
                  <a:pt x="7118381" y="945494"/>
                </a:lnTo>
                <a:cubicBezTo>
                  <a:pt x="7120031" y="953741"/>
                  <a:pt x="7123183" y="959957"/>
                  <a:pt x="7127837" y="964139"/>
                </a:cubicBezTo>
                <a:cubicBezTo>
                  <a:pt x="7132491" y="968322"/>
                  <a:pt x="7137704" y="970413"/>
                  <a:pt x="7143478" y="970413"/>
                </a:cubicBezTo>
                <a:cubicBezTo>
                  <a:pt x="7147543" y="970413"/>
                  <a:pt x="7150856" y="969220"/>
                  <a:pt x="7153419" y="966834"/>
                </a:cubicBezTo>
                <a:cubicBezTo>
                  <a:pt x="7155981" y="964449"/>
                  <a:pt x="7157263" y="961577"/>
                  <a:pt x="7157263" y="958219"/>
                </a:cubicBezTo>
                <a:cubicBezTo>
                  <a:pt x="7157263" y="954154"/>
                  <a:pt x="7155834" y="950737"/>
                  <a:pt x="7152977" y="947968"/>
                </a:cubicBezTo>
                <a:cubicBezTo>
                  <a:pt x="7150120" y="945199"/>
                  <a:pt x="7144420" y="941694"/>
                  <a:pt x="7135878" y="937452"/>
                </a:cubicBezTo>
                <a:cubicBezTo>
                  <a:pt x="7127336" y="933211"/>
                  <a:pt x="7121739" y="929382"/>
                  <a:pt x="7119088" y="925965"/>
                </a:cubicBezTo>
                <a:cubicBezTo>
                  <a:pt x="7116437" y="922607"/>
                  <a:pt x="7115112" y="918365"/>
                  <a:pt x="7115112" y="913240"/>
                </a:cubicBezTo>
                <a:cubicBezTo>
                  <a:pt x="7115112" y="906583"/>
                  <a:pt x="7117395" y="901016"/>
                  <a:pt x="7121960" y="896539"/>
                </a:cubicBezTo>
                <a:cubicBezTo>
                  <a:pt x="7126526" y="892061"/>
                  <a:pt x="7132432" y="889823"/>
                  <a:pt x="7139678" y="889823"/>
                </a:cubicBezTo>
                <a:close/>
                <a:moveTo>
                  <a:pt x="7056269" y="889823"/>
                </a:moveTo>
                <a:cubicBezTo>
                  <a:pt x="7068522" y="889823"/>
                  <a:pt x="7078361" y="894477"/>
                  <a:pt x="7085783" y="903785"/>
                </a:cubicBezTo>
                <a:cubicBezTo>
                  <a:pt x="7092087" y="911738"/>
                  <a:pt x="7095239" y="920869"/>
                  <a:pt x="7095239" y="931178"/>
                </a:cubicBezTo>
                <a:cubicBezTo>
                  <a:pt x="7095239" y="938424"/>
                  <a:pt x="7093501" y="945759"/>
                  <a:pt x="7090025" y="953182"/>
                </a:cubicBezTo>
                <a:cubicBezTo>
                  <a:pt x="7086549" y="960605"/>
                  <a:pt x="7081763" y="966201"/>
                  <a:pt x="7075665" y="969971"/>
                </a:cubicBezTo>
                <a:cubicBezTo>
                  <a:pt x="7069568" y="973742"/>
                  <a:pt x="7062779" y="975627"/>
                  <a:pt x="7055297" y="975627"/>
                </a:cubicBezTo>
                <a:cubicBezTo>
                  <a:pt x="7043102" y="975627"/>
                  <a:pt x="7033411" y="970767"/>
                  <a:pt x="7026224" y="961046"/>
                </a:cubicBezTo>
                <a:cubicBezTo>
                  <a:pt x="7020156" y="952858"/>
                  <a:pt x="7017123" y="943668"/>
                  <a:pt x="7017123" y="933476"/>
                </a:cubicBezTo>
                <a:cubicBezTo>
                  <a:pt x="7017123" y="926053"/>
                  <a:pt x="7018964" y="918675"/>
                  <a:pt x="7022645" y="911340"/>
                </a:cubicBezTo>
                <a:cubicBezTo>
                  <a:pt x="7026327" y="904005"/>
                  <a:pt x="7031173" y="898586"/>
                  <a:pt x="7037182" y="895081"/>
                </a:cubicBezTo>
                <a:cubicBezTo>
                  <a:pt x="7043191" y="891575"/>
                  <a:pt x="7049553" y="889823"/>
                  <a:pt x="7056269" y="889823"/>
                </a:cubicBezTo>
                <a:close/>
                <a:moveTo>
                  <a:pt x="6903567" y="889823"/>
                </a:moveTo>
                <a:lnTo>
                  <a:pt x="6907366" y="889823"/>
                </a:lnTo>
                <a:lnTo>
                  <a:pt x="6907366" y="907054"/>
                </a:lnTo>
                <a:cubicBezTo>
                  <a:pt x="6913258" y="901163"/>
                  <a:pt x="6916733" y="897776"/>
                  <a:pt x="6917794" y="896892"/>
                </a:cubicBezTo>
                <a:cubicBezTo>
                  <a:pt x="6920445" y="894654"/>
                  <a:pt x="6923302" y="892915"/>
                  <a:pt x="6926365" y="891678"/>
                </a:cubicBezTo>
                <a:cubicBezTo>
                  <a:pt x="6929429" y="890441"/>
                  <a:pt x="6932463" y="889823"/>
                  <a:pt x="6935467" y="889823"/>
                </a:cubicBezTo>
                <a:cubicBezTo>
                  <a:pt x="6940533" y="889823"/>
                  <a:pt x="6944893" y="891296"/>
                  <a:pt x="6948545" y="894241"/>
                </a:cubicBezTo>
                <a:cubicBezTo>
                  <a:pt x="6952198" y="897187"/>
                  <a:pt x="6954643" y="901458"/>
                  <a:pt x="6955880" y="907054"/>
                </a:cubicBezTo>
                <a:cubicBezTo>
                  <a:pt x="6961948" y="899985"/>
                  <a:pt x="6967073" y="895346"/>
                  <a:pt x="6971256" y="893137"/>
                </a:cubicBezTo>
                <a:cubicBezTo>
                  <a:pt x="6975438" y="890927"/>
                  <a:pt x="6979739" y="889823"/>
                  <a:pt x="6984157" y="889823"/>
                </a:cubicBezTo>
                <a:cubicBezTo>
                  <a:pt x="6988458" y="889823"/>
                  <a:pt x="6992272" y="890927"/>
                  <a:pt x="6995601" y="893137"/>
                </a:cubicBezTo>
                <a:cubicBezTo>
                  <a:pt x="6998929" y="895346"/>
                  <a:pt x="7001565" y="898954"/>
                  <a:pt x="7003509" y="903962"/>
                </a:cubicBezTo>
                <a:cubicBezTo>
                  <a:pt x="7004805" y="907378"/>
                  <a:pt x="7005453" y="912739"/>
                  <a:pt x="7005453" y="920044"/>
                </a:cubicBezTo>
                <a:lnTo>
                  <a:pt x="7005453" y="954861"/>
                </a:lnTo>
                <a:cubicBezTo>
                  <a:pt x="7005453" y="959927"/>
                  <a:pt x="7005836" y="963403"/>
                  <a:pt x="7006602" y="965288"/>
                </a:cubicBezTo>
                <a:cubicBezTo>
                  <a:pt x="7007191" y="966584"/>
                  <a:pt x="7008281" y="967688"/>
                  <a:pt x="7009872" y="968602"/>
                </a:cubicBezTo>
                <a:cubicBezTo>
                  <a:pt x="7011462" y="969515"/>
                  <a:pt x="7014055" y="969971"/>
                  <a:pt x="7017648" y="969971"/>
                </a:cubicBezTo>
                <a:lnTo>
                  <a:pt x="7017648" y="973153"/>
                </a:lnTo>
                <a:lnTo>
                  <a:pt x="6977706" y="973153"/>
                </a:lnTo>
                <a:lnTo>
                  <a:pt x="6977706" y="969971"/>
                </a:lnTo>
                <a:lnTo>
                  <a:pt x="6979385" y="969971"/>
                </a:lnTo>
                <a:cubicBezTo>
                  <a:pt x="6982861" y="969971"/>
                  <a:pt x="6985571" y="969294"/>
                  <a:pt x="6987515" y="967939"/>
                </a:cubicBezTo>
                <a:cubicBezTo>
                  <a:pt x="6988870" y="966996"/>
                  <a:pt x="6989842" y="965494"/>
                  <a:pt x="6990431" y="963432"/>
                </a:cubicBezTo>
                <a:cubicBezTo>
                  <a:pt x="6990667" y="962431"/>
                  <a:pt x="6990785" y="959574"/>
                  <a:pt x="6990785" y="954861"/>
                </a:cubicBezTo>
                <a:lnTo>
                  <a:pt x="6990785" y="920044"/>
                </a:lnTo>
                <a:cubicBezTo>
                  <a:pt x="6990785" y="913446"/>
                  <a:pt x="6989989" y="908792"/>
                  <a:pt x="6988399" y="906082"/>
                </a:cubicBezTo>
                <a:cubicBezTo>
                  <a:pt x="6986101" y="902312"/>
                  <a:pt x="6982419" y="900427"/>
                  <a:pt x="6977353" y="900427"/>
                </a:cubicBezTo>
                <a:cubicBezTo>
                  <a:pt x="6974231" y="900427"/>
                  <a:pt x="6971094" y="901207"/>
                  <a:pt x="6967942" y="902768"/>
                </a:cubicBezTo>
                <a:cubicBezTo>
                  <a:pt x="6964790" y="904330"/>
                  <a:pt x="6960976" y="907231"/>
                  <a:pt x="6956498" y="911473"/>
                </a:cubicBezTo>
                <a:lnTo>
                  <a:pt x="6956322" y="912445"/>
                </a:lnTo>
                <a:lnTo>
                  <a:pt x="6956498" y="916244"/>
                </a:lnTo>
                <a:lnTo>
                  <a:pt x="6956498" y="954861"/>
                </a:lnTo>
                <a:cubicBezTo>
                  <a:pt x="6956498" y="960398"/>
                  <a:pt x="6956808" y="963845"/>
                  <a:pt x="6957426" y="965199"/>
                </a:cubicBezTo>
                <a:cubicBezTo>
                  <a:pt x="6958045" y="966555"/>
                  <a:pt x="6959208" y="967688"/>
                  <a:pt x="6960917" y="968602"/>
                </a:cubicBezTo>
                <a:cubicBezTo>
                  <a:pt x="6962625" y="969515"/>
                  <a:pt x="6965541" y="969971"/>
                  <a:pt x="6969665" y="969971"/>
                </a:cubicBezTo>
                <a:lnTo>
                  <a:pt x="6969665" y="973153"/>
                </a:lnTo>
                <a:lnTo>
                  <a:pt x="6928751" y="973153"/>
                </a:lnTo>
                <a:lnTo>
                  <a:pt x="6928751" y="969971"/>
                </a:lnTo>
                <a:cubicBezTo>
                  <a:pt x="6933228" y="969971"/>
                  <a:pt x="6936307" y="969441"/>
                  <a:pt x="6937986" y="968381"/>
                </a:cubicBezTo>
                <a:cubicBezTo>
                  <a:pt x="6939664" y="967320"/>
                  <a:pt x="6940828" y="965730"/>
                  <a:pt x="6941476" y="963609"/>
                </a:cubicBezTo>
                <a:cubicBezTo>
                  <a:pt x="6941771" y="962608"/>
                  <a:pt x="6941918" y="959691"/>
                  <a:pt x="6941918" y="954861"/>
                </a:cubicBezTo>
                <a:lnTo>
                  <a:pt x="6941918" y="920044"/>
                </a:lnTo>
                <a:cubicBezTo>
                  <a:pt x="6941918" y="913446"/>
                  <a:pt x="6940946" y="908704"/>
                  <a:pt x="6939002" y="905817"/>
                </a:cubicBezTo>
                <a:cubicBezTo>
                  <a:pt x="6936410" y="902047"/>
                  <a:pt x="6932787" y="900162"/>
                  <a:pt x="6928133" y="900162"/>
                </a:cubicBezTo>
                <a:cubicBezTo>
                  <a:pt x="6924951" y="900162"/>
                  <a:pt x="6921800" y="901016"/>
                  <a:pt x="6918677" y="902724"/>
                </a:cubicBezTo>
                <a:cubicBezTo>
                  <a:pt x="6913788" y="905316"/>
                  <a:pt x="6910017" y="908233"/>
                  <a:pt x="6907366" y="911473"/>
                </a:cubicBezTo>
                <a:lnTo>
                  <a:pt x="6907366" y="954861"/>
                </a:lnTo>
                <a:cubicBezTo>
                  <a:pt x="6907366" y="960163"/>
                  <a:pt x="6907735" y="963609"/>
                  <a:pt x="6908471" y="965199"/>
                </a:cubicBezTo>
                <a:cubicBezTo>
                  <a:pt x="6909207" y="966790"/>
                  <a:pt x="6910297" y="967983"/>
                  <a:pt x="6911741" y="968778"/>
                </a:cubicBezTo>
                <a:cubicBezTo>
                  <a:pt x="6913184" y="969574"/>
                  <a:pt x="6916115" y="969971"/>
                  <a:pt x="6920533" y="969971"/>
                </a:cubicBezTo>
                <a:lnTo>
                  <a:pt x="6920533" y="973153"/>
                </a:lnTo>
                <a:lnTo>
                  <a:pt x="6880503" y="973153"/>
                </a:lnTo>
                <a:lnTo>
                  <a:pt x="6880503" y="969971"/>
                </a:lnTo>
                <a:cubicBezTo>
                  <a:pt x="6884214" y="969971"/>
                  <a:pt x="6886806" y="969574"/>
                  <a:pt x="6888279" y="968778"/>
                </a:cubicBezTo>
                <a:cubicBezTo>
                  <a:pt x="6889752" y="967983"/>
                  <a:pt x="6890871" y="966717"/>
                  <a:pt x="6891637" y="964979"/>
                </a:cubicBezTo>
                <a:cubicBezTo>
                  <a:pt x="6892403" y="963241"/>
                  <a:pt x="6892786" y="959868"/>
                  <a:pt x="6892786" y="954861"/>
                </a:cubicBezTo>
                <a:lnTo>
                  <a:pt x="6892786" y="923932"/>
                </a:lnTo>
                <a:cubicBezTo>
                  <a:pt x="6892786" y="915037"/>
                  <a:pt x="6892521" y="909293"/>
                  <a:pt x="6891991" y="906701"/>
                </a:cubicBezTo>
                <a:cubicBezTo>
                  <a:pt x="6891578" y="904757"/>
                  <a:pt x="6890930" y="903417"/>
                  <a:pt x="6890047" y="902680"/>
                </a:cubicBezTo>
                <a:cubicBezTo>
                  <a:pt x="6889163" y="901944"/>
                  <a:pt x="6887955" y="901576"/>
                  <a:pt x="6886424" y="901576"/>
                </a:cubicBezTo>
                <a:cubicBezTo>
                  <a:pt x="6884774" y="901576"/>
                  <a:pt x="6882801" y="902017"/>
                  <a:pt x="6880503" y="902901"/>
                </a:cubicBezTo>
                <a:lnTo>
                  <a:pt x="6879178" y="899720"/>
                </a:lnTo>
                <a:close/>
                <a:moveTo>
                  <a:pt x="7683770" y="889734"/>
                </a:moveTo>
                <a:cubicBezTo>
                  <a:pt x="7692842" y="889734"/>
                  <a:pt x="7700295" y="892724"/>
                  <a:pt x="7706127" y="898704"/>
                </a:cubicBezTo>
                <a:cubicBezTo>
                  <a:pt x="7711959" y="904683"/>
                  <a:pt x="7714875" y="912680"/>
                  <a:pt x="7714875" y="922695"/>
                </a:cubicBezTo>
                <a:lnTo>
                  <a:pt x="7658939" y="922695"/>
                </a:lnTo>
                <a:cubicBezTo>
                  <a:pt x="7658880" y="934713"/>
                  <a:pt x="7661796" y="944139"/>
                  <a:pt x="7667687" y="950973"/>
                </a:cubicBezTo>
                <a:cubicBezTo>
                  <a:pt x="7673579" y="957806"/>
                  <a:pt x="7680501" y="961223"/>
                  <a:pt x="7688454" y="961223"/>
                </a:cubicBezTo>
                <a:cubicBezTo>
                  <a:pt x="7693756" y="961223"/>
                  <a:pt x="7698365" y="959765"/>
                  <a:pt x="7702283" y="956849"/>
                </a:cubicBezTo>
                <a:cubicBezTo>
                  <a:pt x="7706201" y="953933"/>
                  <a:pt x="7709485" y="948940"/>
                  <a:pt x="7712136" y="941871"/>
                </a:cubicBezTo>
                <a:lnTo>
                  <a:pt x="7714875" y="943638"/>
                </a:lnTo>
                <a:cubicBezTo>
                  <a:pt x="7713638" y="951709"/>
                  <a:pt x="7710045" y="959058"/>
                  <a:pt x="7704095" y="965686"/>
                </a:cubicBezTo>
                <a:cubicBezTo>
                  <a:pt x="7698144" y="972313"/>
                  <a:pt x="7690692" y="975627"/>
                  <a:pt x="7681738" y="975627"/>
                </a:cubicBezTo>
                <a:cubicBezTo>
                  <a:pt x="7672017" y="975627"/>
                  <a:pt x="7663696" y="971842"/>
                  <a:pt x="7656774" y="964272"/>
                </a:cubicBezTo>
                <a:cubicBezTo>
                  <a:pt x="7649852" y="956702"/>
                  <a:pt x="7646391" y="946525"/>
                  <a:pt x="7646391" y="933741"/>
                </a:cubicBezTo>
                <a:cubicBezTo>
                  <a:pt x="7646391" y="919897"/>
                  <a:pt x="7649940" y="909101"/>
                  <a:pt x="7657039" y="901355"/>
                </a:cubicBezTo>
                <a:cubicBezTo>
                  <a:pt x="7664138" y="893608"/>
                  <a:pt x="7673048" y="889734"/>
                  <a:pt x="7683770" y="889734"/>
                </a:cubicBezTo>
                <a:close/>
                <a:moveTo>
                  <a:pt x="4213694" y="875366"/>
                </a:moveTo>
                <a:lnTo>
                  <a:pt x="4216433" y="875366"/>
                </a:lnTo>
                <a:lnTo>
                  <a:pt x="4216433" y="901964"/>
                </a:lnTo>
                <a:lnTo>
                  <a:pt x="4235344" y="901964"/>
                </a:lnTo>
                <a:lnTo>
                  <a:pt x="4235344" y="908150"/>
                </a:lnTo>
                <a:lnTo>
                  <a:pt x="4216433" y="908150"/>
                </a:lnTo>
                <a:lnTo>
                  <a:pt x="4216433" y="960640"/>
                </a:lnTo>
                <a:cubicBezTo>
                  <a:pt x="4216433" y="965883"/>
                  <a:pt x="4217184" y="969417"/>
                  <a:pt x="4218687" y="971243"/>
                </a:cubicBezTo>
                <a:cubicBezTo>
                  <a:pt x="4220189" y="973070"/>
                  <a:pt x="4222118" y="973983"/>
                  <a:pt x="4224475" y="973983"/>
                </a:cubicBezTo>
                <a:cubicBezTo>
                  <a:pt x="4226419" y="973983"/>
                  <a:pt x="4228304" y="973379"/>
                  <a:pt x="4230130" y="972171"/>
                </a:cubicBezTo>
                <a:cubicBezTo>
                  <a:pt x="4231956" y="970964"/>
                  <a:pt x="4233370" y="969181"/>
                  <a:pt x="4234372" y="966825"/>
                </a:cubicBezTo>
                <a:lnTo>
                  <a:pt x="4237818" y="966825"/>
                </a:lnTo>
                <a:cubicBezTo>
                  <a:pt x="4235756" y="972598"/>
                  <a:pt x="4232840" y="976943"/>
                  <a:pt x="4229070" y="979859"/>
                </a:cubicBezTo>
                <a:cubicBezTo>
                  <a:pt x="4225299" y="982775"/>
                  <a:pt x="4221411" y="984233"/>
                  <a:pt x="4217406" y="984233"/>
                </a:cubicBezTo>
                <a:cubicBezTo>
                  <a:pt x="4214695" y="984233"/>
                  <a:pt x="4212044" y="983482"/>
                  <a:pt x="4209452" y="981980"/>
                </a:cubicBezTo>
                <a:cubicBezTo>
                  <a:pt x="4206860" y="980478"/>
                  <a:pt x="4204946" y="978327"/>
                  <a:pt x="4203708" y="975529"/>
                </a:cubicBezTo>
                <a:cubicBezTo>
                  <a:pt x="4202471" y="972731"/>
                  <a:pt x="4201853" y="968416"/>
                  <a:pt x="4201853" y="962584"/>
                </a:cubicBezTo>
                <a:lnTo>
                  <a:pt x="4201853" y="908150"/>
                </a:lnTo>
                <a:lnTo>
                  <a:pt x="4189040" y="908150"/>
                </a:lnTo>
                <a:lnTo>
                  <a:pt x="4189040" y="905233"/>
                </a:lnTo>
                <a:cubicBezTo>
                  <a:pt x="4192280" y="903937"/>
                  <a:pt x="4195593" y="901743"/>
                  <a:pt x="4198981" y="898650"/>
                </a:cubicBezTo>
                <a:cubicBezTo>
                  <a:pt x="4202368" y="895557"/>
                  <a:pt x="4205387" y="891890"/>
                  <a:pt x="4208038" y="887649"/>
                </a:cubicBezTo>
                <a:cubicBezTo>
                  <a:pt x="4209393" y="885410"/>
                  <a:pt x="4211279" y="881316"/>
                  <a:pt x="4213694" y="875366"/>
                </a:cubicBezTo>
                <a:close/>
                <a:moveTo>
                  <a:pt x="7294622" y="865610"/>
                </a:moveTo>
                <a:lnTo>
                  <a:pt x="7297361" y="865610"/>
                </a:lnTo>
                <a:lnTo>
                  <a:pt x="7297361" y="892209"/>
                </a:lnTo>
                <a:lnTo>
                  <a:pt x="7316272" y="892209"/>
                </a:lnTo>
                <a:lnTo>
                  <a:pt x="7316272" y="898394"/>
                </a:lnTo>
                <a:lnTo>
                  <a:pt x="7297361" y="898394"/>
                </a:lnTo>
                <a:lnTo>
                  <a:pt x="7297361" y="950884"/>
                </a:lnTo>
                <a:cubicBezTo>
                  <a:pt x="7297361" y="956127"/>
                  <a:pt x="7298112" y="959662"/>
                  <a:pt x="7299615" y="961488"/>
                </a:cubicBezTo>
                <a:cubicBezTo>
                  <a:pt x="7301117" y="963314"/>
                  <a:pt x="7303046" y="964227"/>
                  <a:pt x="7305403" y="964227"/>
                </a:cubicBezTo>
                <a:cubicBezTo>
                  <a:pt x="7307347" y="964227"/>
                  <a:pt x="7309232" y="963624"/>
                  <a:pt x="7311058" y="962416"/>
                </a:cubicBezTo>
                <a:cubicBezTo>
                  <a:pt x="7312884" y="961208"/>
                  <a:pt x="7314298" y="959426"/>
                  <a:pt x="7315300" y="957070"/>
                </a:cubicBezTo>
                <a:lnTo>
                  <a:pt x="7318746" y="957070"/>
                </a:lnTo>
                <a:cubicBezTo>
                  <a:pt x="7316684" y="962843"/>
                  <a:pt x="7313768" y="967188"/>
                  <a:pt x="7309998" y="970104"/>
                </a:cubicBezTo>
                <a:cubicBezTo>
                  <a:pt x="7306227" y="973020"/>
                  <a:pt x="7302339" y="974478"/>
                  <a:pt x="7298333" y="974478"/>
                </a:cubicBezTo>
                <a:cubicBezTo>
                  <a:pt x="7295623" y="974478"/>
                  <a:pt x="7292972" y="973727"/>
                  <a:pt x="7290380" y="972225"/>
                </a:cubicBezTo>
                <a:cubicBezTo>
                  <a:pt x="7287788" y="970723"/>
                  <a:pt x="7285874" y="968572"/>
                  <a:pt x="7284636" y="965774"/>
                </a:cubicBezTo>
                <a:cubicBezTo>
                  <a:pt x="7283399" y="962976"/>
                  <a:pt x="7282781" y="958660"/>
                  <a:pt x="7282781" y="952828"/>
                </a:cubicBezTo>
                <a:lnTo>
                  <a:pt x="7282781" y="898394"/>
                </a:lnTo>
                <a:lnTo>
                  <a:pt x="7269968" y="898394"/>
                </a:lnTo>
                <a:lnTo>
                  <a:pt x="7269968" y="895478"/>
                </a:lnTo>
                <a:cubicBezTo>
                  <a:pt x="7273208" y="894182"/>
                  <a:pt x="7276521" y="891988"/>
                  <a:pt x="7279909" y="888895"/>
                </a:cubicBezTo>
                <a:cubicBezTo>
                  <a:pt x="7283296" y="885802"/>
                  <a:pt x="7286315" y="882135"/>
                  <a:pt x="7288966" y="877893"/>
                </a:cubicBezTo>
                <a:cubicBezTo>
                  <a:pt x="7290321" y="875655"/>
                  <a:pt x="7292207" y="871560"/>
                  <a:pt x="7294622" y="865610"/>
                </a:cubicBezTo>
                <a:close/>
                <a:moveTo>
                  <a:pt x="7208897" y="865610"/>
                </a:moveTo>
                <a:lnTo>
                  <a:pt x="7211636" y="865610"/>
                </a:lnTo>
                <a:lnTo>
                  <a:pt x="7211636" y="892209"/>
                </a:lnTo>
                <a:lnTo>
                  <a:pt x="7230547" y="892209"/>
                </a:lnTo>
                <a:lnTo>
                  <a:pt x="7230547" y="898394"/>
                </a:lnTo>
                <a:lnTo>
                  <a:pt x="7211636" y="898394"/>
                </a:lnTo>
                <a:lnTo>
                  <a:pt x="7211636" y="950884"/>
                </a:lnTo>
                <a:cubicBezTo>
                  <a:pt x="7211636" y="956127"/>
                  <a:pt x="7212387" y="959662"/>
                  <a:pt x="7213890" y="961488"/>
                </a:cubicBezTo>
                <a:cubicBezTo>
                  <a:pt x="7215392" y="963314"/>
                  <a:pt x="7217321" y="964227"/>
                  <a:pt x="7219678" y="964227"/>
                </a:cubicBezTo>
                <a:cubicBezTo>
                  <a:pt x="7221622" y="964227"/>
                  <a:pt x="7223507" y="963624"/>
                  <a:pt x="7225333" y="962416"/>
                </a:cubicBezTo>
                <a:cubicBezTo>
                  <a:pt x="7227159" y="961208"/>
                  <a:pt x="7228573" y="959426"/>
                  <a:pt x="7229575" y="957070"/>
                </a:cubicBezTo>
                <a:lnTo>
                  <a:pt x="7233021" y="957070"/>
                </a:lnTo>
                <a:cubicBezTo>
                  <a:pt x="7230959" y="962843"/>
                  <a:pt x="7228043" y="967188"/>
                  <a:pt x="7224273" y="970104"/>
                </a:cubicBezTo>
                <a:cubicBezTo>
                  <a:pt x="7220502" y="973020"/>
                  <a:pt x="7216614" y="974478"/>
                  <a:pt x="7212608" y="974478"/>
                </a:cubicBezTo>
                <a:cubicBezTo>
                  <a:pt x="7209898" y="974478"/>
                  <a:pt x="7207247" y="973727"/>
                  <a:pt x="7204655" y="972225"/>
                </a:cubicBezTo>
                <a:cubicBezTo>
                  <a:pt x="7202063" y="970723"/>
                  <a:pt x="7200149" y="968572"/>
                  <a:pt x="7198911" y="965774"/>
                </a:cubicBezTo>
                <a:cubicBezTo>
                  <a:pt x="7197674" y="962976"/>
                  <a:pt x="7197056" y="958660"/>
                  <a:pt x="7197056" y="952828"/>
                </a:cubicBezTo>
                <a:lnTo>
                  <a:pt x="7197056" y="898394"/>
                </a:lnTo>
                <a:lnTo>
                  <a:pt x="7184243" y="898394"/>
                </a:lnTo>
                <a:lnTo>
                  <a:pt x="7184243" y="895478"/>
                </a:lnTo>
                <a:cubicBezTo>
                  <a:pt x="7187483" y="894182"/>
                  <a:pt x="7190796" y="891988"/>
                  <a:pt x="7194184" y="888895"/>
                </a:cubicBezTo>
                <a:cubicBezTo>
                  <a:pt x="7197571" y="885802"/>
                  <a:pt x="7200590" y="882135"/>
                  <a:pt x="7203241" y="877893"/>
                </a:cubicBezTo>
                <a:cubicBezTo>
                  <a:pt x="7204596" y="875655"/>
                  <a:pt x="7206482" y="871560"/>
                  <a:pt x="7208897" y="865610"/>
                </a:cubicBezTo>
                <a:close/>
                <a:moveTo>
                  <a:pt x="4089255" y="857250"/>
                </a:moveTo>
                <a:lnTo>
                  <a:pt x="4093231" y="857250"/>
                </a:lnTo>
                <a:lnTo>
                  <a:pt x="4093231" y="950831"/>
                </a:lnTo>
                <a:cubicBezTo>
                  <a:pt x="4093231" y="960315"/>
                  <a:pt x="4093452" y="966103"/>
                  <a:pt x="4093894" y="968195"/>
                </a:cubicBezTo>
                <a:cubicBezTo>
                  <a:pt x="4094336" y="970286"/>
                  <a:pt x="4095043" y="971744"/>
                  <a:pt x="4096015" y="972569"/>
                </a:cubicBezTo>
                <a:cubicBezTo>
                  <a:pt x="4096987" y="973394"/>
                  <a:pt x="4098121" y="973806"/>
                  <a:pt x="4099417" y="973806"/>
                </a:cubicBezTo>
                <a:cubicBezTo>
                  <a:pt x="4101008" y="973806"/>
                  <a:pt x="4103129" y="973305"/>
                  <a:pt x="4105780" y="972304"/>
                </a:cubicBezTo>
                <a:lnTo>
                  <a:pt x="4106752" y="975397"/>
                </a:lnTo>
                <a:lnTo>
                  <a:pt x="4082716" y="985382"/>
                </a:lnTo>
                <a:lnTo>
                  <a:pt x="4078651" y="985382"/>
                </a:lnTo>
                <a:lnTo>
                  <a:pt x="4078651" y="973806"/>
                </a:lnTo>
                <a:cubicBezTo>
                  <a:pt x="4074704" y="977930"/>
                  <a:pt x="4070845" y="980890"/>
                  <a:pt x="4067075" y="982687"/>
                </a:cubicBezTo>
                <a:cubicBezTo>
                  <a:pt x="4063305" y="984484"/>
                  <a:pt x="4059240" y="985382"/>
                  <a:pt x="4054880" y="985382"/>
                </a:cubicBezTo>
                <a:cubicBezTo>
                  <a:pt x="4046044" y="985382"/>
                  <a:pt x="4038326" y="981685"/>
                  <a:pt x="4031728" y="974292"/>
                </a:cubicBezTo>
                <a:cubicBezTo>
                  <a:pt x="4025130" y="966899"/>
                  <a:pt x="4021831" y="957399"/>
                  <a:pt x="4021831" y="945794"/>
                </a:cubicBezTo>
                <a:cubicBezTo>
                  <a:pt x="4021831" y="934188"/>
                  <a:pt x="4025484" y="923570"/>
                  <a:pt x="4032789" y="913937"/>
                </a:cubicBezTo>
                <a:cubicBezTo>
                  <a:pt x="4040094" y="904306"/>
                  <a:pt x="4049490" y="899490"/>
                  <a:pt x="4060978" y="899490"/>
                </a:cubicBezTo>
                <a:cubicBezTo>
                  <a:pt x="4068106" y="899490"/>
                  <a:pt x="4073997" y="901758"/>
                  <a:pt x="4078651" y="906294"/>
                </a:cubicBezTo>
                <a:lnTo>
                  <a:pt x="4078651" y="891360"/>
                </a:lnTo>
                <a:cubicBezTo>
                  <a:pt x="4078651" y="882111"/>
                  <a:pt x="4078430" y="876426"/>
                  <a:pt x="4077988" y="874305"/>
                </a:cubicBezTo>
                <a:cubicBezTo>
                  <a:pt x="4077546" y="872184"/>
                  <a:pt x="4076854" y="870741"/>
                  <a:pt x="4075912" y="869975"/>
                </a:cubicBezTo>
                <a:cubicBezTo>
                  <a:pt x="4074969" y="869209"/>
                  <a:pt x="4073791" y="868826"/>
                  <a:pt x="4072377" y="868826"/>
                </a:cubicBezTo>
                <a:cubicBezTo>
                  <a:pt x="4070845" y="868826"/>
                  <a:pt x="4068813" y="869298"/>
                  <a:pt x="4066280" y="870240"/>
                </a:cubicBezTo>
                <a:lnTo>
                  <a:pt x="4065131" y="867147"/>
                </a:lnTo>
                <a:close/>
                <a:moveTo>
                  <a:pt x="7631090" y="847495"/>
                </a:moveTo>
                <a:lnTo>
                  <a:pt x="7635066" y="847495"/>
                </a:lnTo>
                <a:lnTo>
                  <a:pt x="7635066" y="954861"/>
                </a:lnTo>
                <a:cubicBezTo>
                  <a:pt x="7635066" y="959927"/>
                  <a:pt x="7635434" y="963285"/>
                  <a:pt x="7636171" y="964934"/>
                </a:cubicBezTo>
                <a:cubicBezTo>
                  <a:pt x="7636907" y="966584"/>
                  <a:pt x="7638041" y="967836"/>
                  <a:pt x="7639573" y="968690"/>
                </a:cubicBezTo>
                <a:cubicBezTo>
                  <a:pt x="7641105" y="969544"/>
                  <a:pt x="7643962" y="969971"/>
                  <a:pt x="7648144" y="969971"/>
                </a:cubicBezTo>
                <a:lnTo>
                  <a:pt x="7648144" y="973153"/>
                </a:lnTo>
                <a:lnTo>
                  <a:pt x="7608468" y="973153"/>
                </a:lnTo>
                <a:lnTo>
                  <a:pt x="7608468" y="969971"/>
                </a:lnTo>
                <a:cubicBezTo>
                  <a:pt x="7612179" y="969971"/>
                  <a:pt x="7614712" y="969589"/>
                  <a:pt x="7616067" y="968823"/>
                </a:cubicBezTo>
                <a:cubicBezTo>
                  <a:pt x="7617422" y="968057"/>
                  <a:pt x="7618483" y="966790"/>
                  <a:pt x="7619249" y="965023"/>
                </a:cubicBezTo>
                <a:cubicBezTo>
                  <a:pt x="7620014" y="963255"/>
                  <a:pt x="7620397" y="959868"/>
                  <a:pt x="7620397" y="954861"/>
                </a:cubicBezTo>
                <a:lnTo>
                  <a:pt x="7620397" y="881340"/>
                </a:lnTo>
                <a:cubicBezTo>
                  <a:pt x="7620397" y="872208"/>
                  <a:pt x="7620191" y="866597"/>
                  <a:pt x="7619779" y="864506"/>
                </a:cubicBezTo>
                <a:cubicBezTo>
                  <a:pt x="7619366" y="862414"/>
                  <a:pt x="7618704" y="860986"/>
                  <a:pt x="7617790" y="860220"/>
                </a:cubicBezTo>
                <a:cubicBezTo>
                  <a:pt x="7616877" y="859454"/>
                  <a:pt x="7615714" y="859071"/>
                  <a:pt x="7614300" y="859071"/>
                </a:cubicBezTo>
                <a:cubicBezTo>
                  <a:pt x="7612768" y="859071"/>
                  <a:pt x="7610824" y="859543"/>
                  <a:pt x="7608468" y="860485"/>
                </a:cubicBezTo>
                <a:lnTo>
                  <a:pt x="7606966" y="857392"/>
                </a:lnTo>
                <a:close/>
                <a:moveTo>
                  <a:pt x="1722054" y="822992"/>
                </a:moveTo>
                <a:cubicBezTo>
                  <a:pt x="1714926" y="827174"/>
                  <a:pt x="1709623" y="831652"/>
                  <a:pt x="1706148" y="836424"/>
                </a:cubicBezTo>
                <a:cubicBezTo>
                  <a:pt x="1703850" y="839605"/>
                  <a:pt x="1702701" y="842816"/>
                  <a:pt x="1702701" y="846055"/>
                </a:cubicBezTo>
                <a:cubicBezTo>
                  <a:pt x="1702701" y="848766"/>
                  <a:pt x="1703673" y="851151"/>
                  <a:pt x="1705618" y="853213"/>
                </a:cubicBezTo>
                <a:cubicBezTo>
                  <a:pt x="1707090" y="854804"/>
                  <a:pt x="1709152" y="855599"/>
                  <a:pt x="1711803" y="855599"/>
                </a:cubicBezTo>
                <a:cubicBezTo>
                  <a:pt x="1714749" y="855599"/>
                  <a:pt x="1718165" y="853950"/>
                  <a:pt x="1722054" y="850650"/>
                </a:cubicBezTo>
                <a:close/>
                <a:moveTo>
                  <a:pt x="2249445" y="792947"/>
                </a:moveTo>
                <a:cubicBezTo>
                  <a:pt x="2247265" y="792947"/>
                  <a:pt x="2245468" y="793536"/>
                  <a:pt x="2244054" y="794714"/>
                </a:cubicBezTo>
                <a:cubicBezTo>
                  <a:pt x="2241875" y="796541"/>
                  <a:pt x="2240093" y="799751"/>
                  <a:pt x="2238709" y="804346"/>
                </a:cubicBezTo>
                <a:cubicBezTo>
                  <a:pt x="2237324" y="808942"/>
                  <a:pt x="2236631" y="815981"/>
                  <a:pt x="2236631" y="825466"/>
                </a:cubicBezTo>
                <a:cubicBezTo>
                  <a:pt x="2236631" y="835894"/>
                  <a:pt x="2237398" y="843611"/>
                  <a:pt x="2238929" y="848618"/>
                </a:cubicBezTo>
                <a:cubicBezTo>
                  <a:pt x="2240461" y="853626"/>
                  <a:pt x="2242552" y="857249"/>
                  <a:pt x="2245203" y="859487"/>
                </a:cubicBezTo>
                <a:cubicBezTo>
                  <a:pt x="2246558" y="860606"/>
                  <a:pt x="2248414" y="861166"/>
                  <a:pt x="2250770" y="861166"/>
                </a:cubicBezTo>
                <a:cubicBezTo>
                  <a:pt x="2255955" y="861166"/>
                  <a:pt x="2260844" y="857102"/>
                  <a:pt x="2265439" y="848972"/>
                </a:cubicBezTo>
                <a:lnTo>
                  <a:pt x="2265439" y="805495"/>
                </a:lnTo>
                <a:cubicBezTo>
                  <a:pt x="2261080" y="797130"/>
                  <a:pt x="2255749" y="792947"/>
                  <a:pt x="2249445" y="792947"/>
                </a:cubicBezTo>
                <a:close/>
                <a:moveTo>
                  <a:pt x="1972954" y="790473"/>
                </a:moveTo>
                <a:cubicBezTo>
                  <a:pt x="1969950" y="790473"/>
                  <a:pt x="1967373" y="791607"/>
                  <a:pt x="1965222" y="793875"/>
                </a:cubicBezTo>
                <a:cubicBezTo>
                  <a:pt x="1963073" y="796143"/>
                  <a:pt x="1961658" y="800620"/>
                  <a:pt x="1960981" y="807307"/>
                </a:cubicBezTo>
                <a:cubicBezTo>
                  <a:pt x="1960303" y="813993"/>
                  <a:pt x="1959965" y="823286"/>
                  <a:pt x="1959965" y="835187"/>
                </a:cubicBezTo>
                <a:cubicBezTo>
                  <a:pt x="1959965" y="841490"/>
                  <a:pt x="1960377" y="847381"/>
                  <a:pt x="1961202" y="852860"/>
                </a:cubicBezTo>
                <a:cubicBezTo>
                  <a:pt x="1961850" y="857042"/>
                  <a:pt x="1963234" y="860224"/>
                  <a:pt x="1965355" y="862404"/>
                </a:cubicBezTo>
                <a:cubicBezTo>
                  <a:pt x="1967476" y="864583"/>
                  <a:pt x="1969892" y="865673"/>
                  <a:pt x="1972601" y="865673"/>
                </a:cubicBezTo>
                <a:cubicBezTo>
                  <a:pt x="1975252" y="865673"/>
                  <a:pt x="1977461" y="864937"/>
                  <a:pt x="1979229" y="863464"/>
                </a:cubicBezTo>
                <a:cubicBezTo>
                  <a:pt x="1981526" y="861461"/>
                  <a:pt x="1983058" y="858663"/>
                  <a:pt x="1983824" y="855069"/>
                </a:cubicBezTo>
                <a:cubicBezTo>
                  <a:pt x="1985002" y="849472"/>
                  <a:pt x="1985591" y="838161"/>
                  <a:pt x="1985591" y="821136"/>
                </a:cubicBezTo>
                <a:cubicBezTo>
                  <a:pt x="1985591" y="811121"/>
                  <a:pt x="1985031" y="804243"/>
                  <a:pt x="1983912" y="800503"/>
                </a:cubicBezTo>
                <a:cubicBezTo>
                  <a:pt x="1982793" y="796762"/>
                  <a:pt x="1981143" y="794037"/>
                  <a:pt x="1978964" y="792329"/>
                </a:cubicBezTo>
                <a:cubicBezTo>
                  <a:pt x="1977432" y="791092"/>
                  <a:pt x="1975429" y="790473"/>
                  <a:pt x="1972954" y="790473"/>
                </a:cubicBezTo>
                <a:close/>
                <a:moveTo>
                  <a:pt x="2665893" y="789943"/>
                </a:moveTo>
                <a:cubicBezTo>
                  <a:pt x="2662830" y="789943"/>
                  <a:pt x="2660327" y="791445"/>
                  <a:pt x="2658382" y="794449"/>
                </a:cubicBezTo>
                <a:cubicBezTo>
                  <a:pt x="2654907" y="799692"/>
                  <a:pt x="2653169" y="806880"/>
                  <a:pt x="2653169" y="816011"/>
                </a:cubicBezTo>
                <a:lnTo>
                  <a:pt x="2653169" y="819104"/>
                </a:lnTo>
                <a:lnTo>
                  <a:pt x="2677204" y="819104"/>
                </a:lnTo>
                <a:cubicBezTo>
                  <a:pt x="2677204" y="809619"/>
                  <a:pt x="2676689" y="803109"/>
                  <a:pt x="2675659" y="799575"/>
                </a:cubicBezTo>
                <a:cubicBezTo>
                  <a:pt x="2674627" y="796040"/>
                  <a:pt x="2673022" y="793359"/>
                  <a:pt x="2670842" y="791533"/>
                </a:cubicBezTo>
                <a:cubicBezTo>
                  <a:pt x="2669605" y="790473"/>
                  <a:pt x="2667956" y="789943"/>
                  <a:pt x="2665893" y="789943"/>
                </a:cubicBezTo>
                <a:close/>
                <a:moveTo>
                  <a:pt x="2503969" y="789943"/>
                </a:moveTo>
                <a:cubicBezTo>
                  <a:pt x="2500905" y="789943"/>
                  <a:pt x="2498401" y="791445"/>
                  <a:pt x="2496458" y="794449"/>
                </a:cubicBezTo>
                <a:cubicBezTo>
                  <a:pt x="2492981" y="799692"/>
                  <a:pt x="2491243" y="806880"/>
                  <a:pt x="2491243" y="816011"/>
                </a:cubicBezTo>
                <a:lnTo>
                  <a:pt x="2491243" y="819104"/>
                </a:lnTo>
                <a:lnTo>
                  <a:pt x="2515279" y="819104"/>
                </a:lnTo>
                <a:cubicBezTo>
                  <a:pt x="2515279" y="809619"/>
                  <a:pt x="2514765" y="803109"/>
                  <a:pt x="2513733" y="799575"/>
                </a:cubicBezTo>
                <a:cubicBezTo>
                  <a:pt x="2512702" y="796040"/>
                  <a:pt x="2511097" y="793359"/>
                  <a:pt x="2508918" y="791533"/>
                </a:cubicBezTo>
                <a:cubicBezTo>
                  <a:pt x="2507681" y="790473"/>
                  <a:pt x="2506030" y="789943"/>
                  <a:pt x="2503969" y="789943"/>
                </a:cubicBezTo>
                <a:close/>
                <a:moveTo>
                  <a:pt x="2302721" y="786673"/>
                </a:moveTo>
                <a:lnTo>
                  <a:pt x="2337361" y="786673"/>
                </a:lnTo>
                <a:lnTo>
                  <a:pt x="2337361" y="852153"/>
                </a:lnTo>
                <a:cubicBezTo>
                  <a:pt x="2337361" y="857985"/>
                  <a:pt x="2338038" y="861711"/>
                  <a:pt x="2339393" y="863331"/>
                </a:cubicBezTo>
                <a:cubicBezTo>
                  <a:pt x="2340747" y="864951"/>
                  <a:pt x="2343399" y="865879"/>
                  <a:pt x="2347345" y="866115"/>
                </a:cubicBezTo>
                <a:lnTo>
                  <a:pt x="2347345" y="869296"/>
                </a:lnTo>
                <a:lnTo>
                  <a:pt x="2302721" y="869296"/>
                </a:lnTo>
                <a:lnTo>
                  <a:pt x="2302721" y="866115"/>
                </a:lnTo>
                <a:cubicBezTo>
                  <a:pt x="2306373" y="865997"/>
                  <a:pt x="2309083" y="864937"/>
                  <a:pt x="2310850" y="862934"/>
                </a:cubicBezTo>
                <a:cubicBezTo>
                  <a:pt x="2312029" y="861579"/>
                  <a:pt x="2312618" y="857985"/>
                  <a:pt x="2312618" y="852153"/>
                </a:cubicBezTo>
                <a:lnTo>
                  <a:pt x="2312618" y="803904"/>
                </a:lnTo>
                <a:cubicBezTo>
                  <a:pt x="2312618" y="798072"/>
                  <a:pt x="2311940" y="794346"/>
                  <a:pt x="2310585" y="792726"/>
                </a:cubicBezTo>
                <a:cubicBezTo>
                  <a:pt x="2309230" y="791106"/>
                  <a:pt x="2306609" y="790178"/>
                  <a:pt x="2302721" y="789943"/>
                </a:cubicBezTo>
                <a:close/>
                <a:moveTo>
                  <a:pt x="2773180" y="784199"/>
                </a:moveTo>
                <a:cubicBezTo>
                  <a:pt x="2778541" y="784199"/>
                  <a:pt x="2782989" y="785686"/>
                  <a:pt x="2786523" y="788661"/>
                </a:cubicBezTo>
                <a:cubicBezTo>
                  <a:pt x="2790058" y="791637"/>
                  <a:pt x="2792415" y="795333"/>
                  <a:pt x="2793592" y="799751"/>
                </a:cubicBezTo>
                <a:cubicBezTo>
                  <a:pt x="2794536" y="803109"/>
                  <a:pt x="2795006" y="809560"/>
                  <a:pt x="2795006" y="819104"/>
                </a:cubicBezTo>
                <a:lnTo>
                  <a:pt x="2795006" y="851269"/>
                </a:lnTo>
                <a:cubicBezTo>
                  <a:pt x="2795006" y="857632"/>
                  <a:pt x="2795582" y="861593"/>
                  <a:pt x="2796730" y="863154"/>
                </a:cubicBezTo>
                <a:cubicBezTo>
                  <a:pt x="2797878" y="864716"/>
                  <a:pt x="2800279" y="865703"/>
                  <a:pt x="2803932" y="866115"/>
                </a:cubicBezTo>
                <a:lnTo>
                  <a:pt x="2803932" y="869296"/>
                </a:lnTo>
                <a:lnTo>
                  <a:pt x="2762134" y="869296"/>
                </a:lnTo>
                <a:lnTo>
                  <a:pt x="2762134" y="866115"/>
                </a:lnTo>
                <a:cubicBezTo>
                  <a:pt x="2765256" y="865703"/>
                  <a:pt x="2767495" y="864406"/>
                  <a:pt x="2768851" y="862227"/>
                </a:cubicBezTo>
                <a:cubicBezTo>
                  <a:pt x="2769793" y="860754"/>
                  <a:pt x="2770263" y="857102"/>
                  <a:pt x="2770263" y="851269"/>
                </a:cubicBezTo>
                <a:lnTo>
                  <a:pt x="2770263" y="814509"/>
                </a:lnTo>
                <a:cubicBezTo>
                  <a:pt x="2770263" y="807734"/>
                  <a:pt x="2769999" y="803463"/>
                  <a:pt x="2769469" y="801695"/>
                </a:cubicBezTo>
                <a:cubicBezTo>
                  <a:pt x="2768939" y="799928"/>
                  <a:pt x="2768040" y="798559"/>
                  <a:pt x="2766774" y="797587"/>
                </a:cubicBezTo>
                <a:cubicBezTo>
                  <a:pt x="2765507" y="796614"/>
                  <a:pt x="2764108" y="796128"/>
                  <a:pt x="2762576" y="796128"/>
                </a:cubicBezTo>
                <a:cubicBezTo>
                  <a:pt x="2757509" y="796128"/>
                  <a:pt x="2752797" y="799751"/>
                  <a:pt x="2748438" y="806997"/>
                </a:cubicBezTo>
                <a:lnTo>
                  <a:pt x="2748438" y="851269"/>
                </a:lnTo>
                <a:cubicBezTo>
                  <a:pt x="2748438" y="857455"/>
                  <a:pt x="2749012" y="861372"/>
                  <a:pt x="2750160" y="863022"/>
                </a:cubicBezTo>
                <a:cubicBezTo>
                  <a:pt x="2751309" y="864671"/>
                  <a:pt x="2753445" y="865703"/>
                  <a:pt x="2756567" y="866115"/>
                </a:cubicBezTo>
                <a:lnTo>
                  <a:pt x="2756567" y="869296"/>
                </a:lnTo>
                <a:lnTo>
                  <a:pt x="2714770" y="869296"/>
                </a:lnTo>
                <a:lnTo>
                  <a:pt x="2714770" y="866115"/>
                </a:lnTo>
                <a:cubicBezTo>
                  <a:pt x="2718245" y="865761"/>
                  <a:pt x="2720720" y="864642"/>
                  <a:pt x="2722193" y="862757"/>
                </a:cubicBezTo>
                <a:cubicBezTo>
                  <a:pt x="2723194" y="861461"/>
                  <a:pt x="2723694" y="857632"/>
                  <a:pt x="2723694" y="851269"/>
                </a:cubicBezTo>
                <a:lnTo>
                  <a:pt x="2723694" y="804611"/>
                </a:lnTo>
                <a:cubicBezTo>
                  <a:pt x="2723694" y="798367"/>
                  <a:pt x="2723120" y="794479"/>
                  <a:pt x="2721972" y="792947"/>
                </a:cubicBezTo>
                <a:cubicBezTo>
                  <a:pt x="2720823" y="791415"/>
                  <a:pt x="2718422" y="790414"/>
                  <a:pt x="2714770" y="789943"/>
                </a:cubicBezTo>
                <a:lnTo>
                  <a:pt x="2714770" y="786673"/>
                </a:lnTo>
                <a:lnTo>
                  <a:pt x="2748438" y="786673"/>
                </a:lnTo>
                <a:lnTo>
                  <a:pt x="2748438" y="797366"/>
                </a:lnTo>
                <a:cubicBezTo>
                  <a:pt x="2752679" y="792770"/>
                  <a:pt x="2756744" y="789427"/>
                  <a:pt x="2760632" y="787336"/>
                </a:cubicBezTo>
                <a:cubicBezTo>
                  <a:pt x="2764520" y="785245"/>
                  <a:pt x="2768703" y="784199"/>
                  <a:pt x="2773180" y="784199"/>
                </a:cubicBezTo>
                <a:close/>
                <a:moveTo>
                  <a:pt x="2667219" y="784199"/>
                </a:moveTo>
                <a:cubicBezTo>
                  <a:pt x="2675585" y="784199"/>
                  <a:pt x="2682845" y="787630"/>
                  <a:pt x="2689001" y="794493"/>
                </a:cubicBezTo>
                <a:cubicBezTo>
                  <a:pt x="2695158" y="801357"/>
                  <a:pt x="2698471" y="811534"/>
                  <a:pt x="2698943" y="825024"/>
                </a:cubicBezTo>
                <a:lnTo>
                  <a:pt x="2653611" y="825024"/>
                </a:lnTo>
                <a:cubicBezTo>
                  <a:pt x="2654141" y="835982"/>
                  <a:pt x="2657057" y="844642"/>
                  <a:pt x="2662359" y="851004"/>
                </a:cubicBezTo>
                <a:cubicBezTo>
                  <a:pt x="2666424" y="855894"/>
                  <a:pt x="2671313" y="858339"/>
                  <a:pt x="2677028" y="858339"/>
                </a:cubicBezTo>
                <a:cubicBezTo>
                  <a:pt x="2680563" y="858339"/>
                  <a:pt x="2683773" y="857352"/>
                  <a:pt x="2686660" y="855378"/>
                </a:cubicBezTo>
                <a:cubicBezTo>
                  <a:pt x="2689547" y="853405"/>
                  <a:pt x="2692640" y="849855"/>
                  <a:pt x="2695938" y="844730"/>
                </a:cubicBezTo>
                <a:lnTo>
                  <a:pt x="2698943" y="846674"/>
                </a:lnTo>
                <a:cubicBezTo>
                  <a:pt x="2694466" y="855805"/>
                  <a:pt x="2689517" y="862271"/>
                  <a:pt x="2684097" y="866070"/>
                </a:cubicBezTo>
                <a:cubicBezTo>
                  <a:pt x="2678677" y="869871"/>
                  <a:pt x="2672403" y="871770"/>
                  <a:pt x="2665275" y="871770"/>
                </a:cubicBezTo>
                <a:cubicBezTo>
                  <a:pt x="2653021" y="871770"/>
                  <a:pt x="2643743" y="867057"/>
                  <a:pt x="2637440" y="857632"/>
                </a:cubicBezTo>
                <a:cubicBezTo>
                  <a:pt x="2632373" y="850032"/>
                  <a:pt x="2629840" y="840606"/>
                  <a:pt x="2629840" y="829354"/>
                </a:cubicBezTo>
                <a:cubicBezTo>
                  <a:pt x="2629840" y="815569"/>
                  <a:pt x="2633566" y="804597"/>
                  <a:pt x="2641019" y="796437"/>
                </a:cubicBezTo>
                <a:cubicBezTo>
                  <a:pt x="2648471" y="788279"/>
                  <a:pt x="2657204" y="784199"/>
                  <a:pt x="2667219" y="784199"/>
                </a:cubicBezTo>
                <a:close/>
                <a:moveTo>
                  <a:pt x="2613375" y="784199"/>
                </a:moveTo>
                <a:cubicBezTo>
                  <a:pt x="2616675" y="784199"/>
                  <a:pt x="2619311" y="785215"/>
                  <a:pt x="2621285" y="787247"/>
                </a:cubicBezTo>
                <a:cubicBezTo>
                  <a:pt x="2623259" y="789280"/>
                  <a:pt x="2624245" y="792152"/>
                  <a:pt x="2624245" y="795863"/>
                </a:cubicBezTo>
                <a:cubicBezTo>
                  <a:pt x="2624245" y="799810"/>
                  <a:pt x="2623288" y="802874"/>
                  <a:pt x="2621373" y="805053"/>
                </a:cubicBezTo>
                <a:cubicBezTo>
                  <a:pt x="2619459" y="807233"/>
                  <a:pt x="2617146" y="808323"/>
                  <a:pt x="2614436" y="808323"/>
                </a:cubicBezTo>
                <a:cubicBezTo>
                  <a:pt x="2611314" y="808323"/>
                  <a:pt x="2608604" y="807321"/>
                  <a:pt x="2606307" y="805318"/>
                </a:cubicBezTo>
                <a:cubicBezTo>
                  <a:pt x="2604009" y="803315"/>
                  <a:pt x="2602654" y="802196"/>
                  <a:pt x="2602241" y="801960"/>
                </a:cubicBezTo>
                <a:cubicBezTo>
                  <a:pt x="2601652" y="801607"/>
                  <a:pt x="2600975" y="801430"/>
                  <a:pt x="2600209" y="801430"/>
                </a:cubicBezTo>
                <a:cubicBezTo>
                  <a:pt x="2598501" y="801430"/>
                  <a:pt x="2596881" y="802078"/>
                  <a:pt x="2595349" y="803374"/>
                </a:cubicBezTo>
                <a:cubicBezTo>
                  <a:pt x="2592933" y="805378"/>
                  <a:pt x="2591108" y="808234"/>
                  <a:pt x="2589870" y="811946"/>
                </a:cubicBezTo>
                <a:cubicBezTo>
                  <a:pt x="2587985" y="817660"/>
                  <a:pt x="2587042" y="823964"/>
                  <a:pt x="2587042" y="830856"/>
                </a:cubicBezTo>
                <a:lnTo>
                  <a:pt x="2587042" y="849855"/>
                </a:lnTo>
                <a:lnTo>
                  <a:pt x="2587130" y="854804"/>
                </a:lnTo>
                <a:cubicBezTo>
                  <a:pt x="2587130" y="858162"/>
                  <a:pt x="2587337" y="860312"/>
                  <a:pt x="2587749" y="861255"/>
                </a:cubicBezTo>
                <a:cubicBezTo>
                  <a:pt x="2588456" y="862845"/>
                  <a:pt x="2589502" y="864009"/>
                  <a:pt x="2590886" y="864745"/>
                </a:cubicBezTo>
                <a:cubicBezTo>
                  <a:pt x="2592271" y="865481"/>
                  <a:pt x="2594612" y="865938"/>
                  <a:pt x="2597912" y="866115"/>
                </a:cubicBezTo>
                <a:lnTo>
                  <a:pt x="2597912" y="869296"/>
                </a:lnTo>
                <a:lnTo>
                  <a:pt x="2553286" y="869296"/>
                </a:lnTo>
                <a:lnTo>
                  <a:pt x="2553286" y="866115"/>
                </a:lnTo>
                <a:cubicBezTo>
                  <a:pt x="2556880" y="865820"/>
                  <a:pt x="2559310" y="864833"/>
                  <a:pt x="2560577" y="863154"/>
                </a:cubicBezTo>
                <a:cubicBezTo>
                  <a:pt x="2561844" y="861475"/>
                  <a:pt x="2562477" y="857042"/>
                  <a:pt x="2562477" y="849855"/>
                </a:cubicBezTo>
                <a:lnTo>
                  <a:pt x="2562477" y="804170"/>
                </a:lnTo>
                <a:cubicBezTo>
                  <a:pt x="2562477" y="799457"/>
                  <a:pt x="2562241" y="796452"/>
                  <a:pt x="2561770" y="795156"/>
                </a:cubicBezTo>
                <a:cubicBezTo>
                  <a:pt x="2561181" y="793506"/>
                  <a:pt x="2560327" y="792299"/>
                  <a:pt x="2559207" y="791533"/>
                </a:cubicBezTo>
                <a:cubicBezTo>
                  <a:pt x="2558088" y="790767"/>
                  <a:pt x="2556114" y="790237"/>
                  <a:pt x="2553286" y="789943"/>
                </a:cubicBezTo>
                <a:lnTo>
                  <a:pt x="2553286" y="786673"/>
                </a:lnTo>
                <a:lnTo>
                  <a:pt x="2587042" y="786673"/>
                </a:lnTo>
                <a:lnTo>
                  <a:pt x="2587042" y="805407"/>
                </a:lnTo>
                <a:cubicBezTo>
                  <a:pt x="2592521" y="796865"/>
                  <a:pt x="2597323" y="791195"/>
                  <a:pt x="2601446" y="788396"/>
                </a:cubicBezTo>
                <a:cubicBezTo>
                  <a:pt x="2605570" y="785598"/>
                  <a:pt x="2609546" y="784199"/>
                  <a:pt x="2613375" y="784199"/>
                </a:cubicBezTo>
                <a:close/>
                <a:moveTo>
                  <a:pt x="2505295" y="784199"/>
                </a:moveTo>
                <a:cubicBezTo>
                  <a:pt x="2513660" y="784199"/>
                  <a:pt x="2520920" y="787630"/>
                  <a:pt x="2527077" y="794493"/>
                </a:cubicBezTo>
                <a:cubicBezTo>
                  <a:pt x="2533233" y="801357"/>
                  <a:pt x="2536546" y="811534"/>
                  <a:pt x="2537018" y="825024"/>
                </a:cubicBezTo>
                <a:lnTo>
                  <a:pt x="2491686" y="825024"/>
                </a:lnTo>
                <a:cubicBezTo>
                  <a:pt x="2492216" y="835982"/>
                  <a:pt x="2495132" y="844642"/>
                  <a:pt x="2500434" y="851004"/>
                </a:cubicBezTo>
                <a:cubicBezTo>
                  <a:pt x="2504499" y="855894"/>
                  <a:pt x="2509389" y="858339"/>
                  <a:pt x="2515102" y="858339"/>
                </a:cubicBezTo>
                <a:cubicBezTo>
                  <a:pt x="2518638" y="858339"/>
                  <a:pt x="2521848" y="857352"/>
                  <a:pt x="2524735" y="855378"/>
                </a:cubicBezTo>
                <a:cubicBezTo>
                  <a:pt x="2527621" y="853405"/>
                  <a:pt x="2530714" y="849855"/>
                  <a:pt x="2534013" y="844730"/>
                </a:cubicBezTo>
                <a:lnTo>
                  <a:pt x="2537018" y="846674"/>
                </a:lnTo>
                <a:cubicBezTo>
                  <a:pt x="2532541" y="855805"/>
                  <a:pt x="2527592" y="862271"/>
                  <a:pt x="2522172" y="866070"/>
                </a:cubicBezTo>
                <a:cubicBezTo>
                  <a:pt x="2516752" y="869871"/>
                  <a:pt x="2510478" y="871770"/>
                  <a:pt x="2503350" y="871770"/>
                </a:cubicBezTo>
                <a:cubicBezTo>
                  <a:pt x="2491097" y="871770"/>
                  <a:pt x="2481818" y="867057"/>
                  <a:pt x="2475514" y="857632"/>
                </a:cubicBezTo>
                <a:cubicBezTo>
                  <a:pt x="2470448" y="850032"/>
                  <a:pt x="2467915" y="840606"/>
                  <a:pt x="2467915" y="829354"/>
                </a:cubicBezTo>
                <a:cubicBezTo>
                  <a:pt x="2467915" y="815569"/>
                  <a:pt x="2471641" y="804597"/>
                  <a:pt x="2479093" y="796437"/>
                </a:cubicBezTo>
                <a:cubicBezTo>
                  <a:pt x="2486545" y="788279"/>
                  <a:pt x="2495279" y="784199"/>
                  <a:pt x="2505295" y="784199"/>
                </a:cubicBezTo>
                <a:close/>
                <a:moveTo>
                  <a:pt x="2131768" y="784199"/>
                </a:moveTo>
                <a:cubicBezTo>
                  <a:pt x="2136245" y="784199"/>
                  <a:pt x="2140575" y="785289"/>
                  <a:pt x="2144758" y="787469"/>
                </a:cubicBezTo>
                <a:cubicBezTo>
                  <a:pt x="2146348" y="788352"/>
                  <a:pt x="2147644" y="788794"/>
                  <a:pt x="2148646" y="788794"/>
                </a:cubicBezTo>
                <a:cubicBezTo>
                  <a:pt x="2149706" y="788794"/>
                  <a:pt x="2150561" y="788573"/>
                  <a:pt x="2151209" y="788131"/>
                </a:cubicBezTo>
                <a:cubicBezTo>
                  <a:pt x="2151857" y="787689"/>
                  <a:pt x="2152888" y="786437"/>
                  <a:pt x="2154302" y="784375"/>
                </a:cubicBezTo>
                <a:lnTo>
                  <a:pt x="2157306" y="784375"/>
                </a:lnTo>
                <a:lnTo>
                  <a:pt x="2158631" y="812565"/>
                </a:lnTo>
                <a:lnTo>
                  <a:pt x="2155627" y="812565"/>
                </a:lnTo>
                <a:cubicBezTo>
                  <a:pt x="2152034" y="804199"/>
                  <a:pt x="2148307" y="798485"/>
                  <a:pt x="2144449" y="795421"/>
                </a:cubicBezTo>
                <a:cubicBezTo>
                  <a:pt x="2140590" y="792358"/>
                  <a:pt x="2136746" y="790826"/>
                  <a:pt x="2132917" y="790826"/>
                </a:cubicBezTo>
                <a:cubicBezTo>
                  <a:pt x="2130502" y="790826"/>
                  <a:pt x="2128439" y="791637"/>
                  <a:pt x="2126731" y="793256"/>
                </a:cubicBezTo>
                <a:cubicBezTo>
                  <a:pt x="2125023" y="794876"/>
                  <a:pt x="2124168" y="796747"/>
                  <a:pt x="2124168" y="798868"/>
                </a:cubicBezTo>
                <a:cubicBezTo>
                  <a:pt x="2124168" y="800458"/>
                  <a:pt x="2124758" y="801990"/>
                  <a:pt x="2125936" y="803463"/>
                </a:cubicBezTo>
                <a:cubicBezTo>
                  <a:pt x="2127821" y="805878"/>
                  <a:pt x="2133094" y="810017"/>
                  <a:pt x="2141753" y="815878"/>
                </a:cubicBezTo>
                <a:cubicBezTo>
                  <a:pt x="2150413" y="821740"/>
                  <a:pt x="2156113" y="826718"/>
                  <a:pt x="2158853" y="830812"/>
                </a:cubicBezTo>
                <a:cubicBezTo>
                  <a:pt x="2161592" y="834907"/>
                  <a:pt x="2162962" y="839487"/>
                  <a:pt x="2162962" y="844553"/>
                </a:cubicBezTo>
                <a:cubicBezTo>
                  <a:pt x="2162962" y="849148"/>
                  <a:pt x="2161813" y="853655"/>
                  <a:pt x="2159515" y="858074"/>
                </a:cubicBezTo>
                <a:cubicBezTo>
                  <a:pt x="2157218" y="862492"/>
                  <a:pt x="2153978" y="865879"/>
                  <a:pt x="2149795" y="868236"/>
                </a:cubicBezTo>
                <a:cubicBezTo>
                  <a:pt x="2145613" y="870592"/>
                  <a:pt x="2140987" y="871770"/>
                  <a:pt x="2135921" y="871770"/>
                </a:cubicBezTo>
                <a:cubicBezTo>
                  <a:pt x="2131975" y="871770"/>
                  <a:pt x="2126702" y="870533"/>
                  <a:pt x="2120104" y="868059"/>
                </a:cubicBezTo>
                <a:cubicBezTo>
                  <a:pt x="2118336" y="867411"/>
                  <a:pt x="2117128" y="867087"/>
                  <a:pt x="2116481" y="867087"/>
                </a:cubicBezTo>
                <a:cubicBezTo>
                  <a:pt x="2114537" y="867087"/>
                  <a:pt x="2112917" y="868559"/>
                  <a:pt x="2111621" y="871505"/>
                </a:cubicBezTo>
                <a:lnTo>
                  <a:pt x="2108705" y="871505"/>
                </a:lnTo>
                <a:lnTo>
                  <a:pt x="2107290" y="841814"/>
                </a:lnTo>
                <a:lnTo>
                  <a:pt x="2110295" y="841814"/>
                </a:lnTo>
                <a:cubicBezTo>
                  <a:pt x="2112946" y="849590"/>
                  <a:pt x="2116584" y="855422"/>
                  <a:pt x="2121209" y="859311"/>
                </a:cubicBezTo>
                <a:cubicBezTo>
                  <a:pt x="2125832" y="863199"/>
                  <a:pt x="2130208" y="865143"/>
                  <a:pt x="2134331" y="865143"/>
                </a:cubicBezTo>
                <a:cubicBezTo>
                  <a:pt x="2137159" y="865143"/>
                  <a:pt x="2139471" y="864274"/>
                  <a:pt x="2141267" y="862536"/>
                </a:cubicBezTo>
                <a:cubicBezTo>
                  <a:pt x="2143064" y="860798"/>
                  <a:pt x="2143963" y="858692"/>
                  <a:pt x="2143963" y="856218"/>
                </a:cubicBezTo>
                <a:cubicBezTo>
                  <a:pt x="2143963" y="853390"/>
                  <a:pt x="2143079" y="850945"/>
                  <a:pt x="2141311" y="848883"/>
                </a:cubicBezTo>
                <a:cubicBezTo>
                  <a:pt x="2139545" y="846821"/>
                  <a:pt x="2135597" y="843699"/>
                  <a:pt x="2129471" y="839516"/>
                </a:cubicBezTo>
                <a:cubicBezTo>
                  <a:pt x="2120457" y="833272"/>
                  <a:pt x="2114625" y="828500"/>
                  <a:pt x="2111974" y="825201"/>
                </a:cubicBezTo>
                <a:cubicBezTo>
                  <a:pt x="2108086" y="820370"/>
                  <a:pt x="2106142" y="815039"/>
                  <a:pt x="2106142" y="809206"/>
                </a:cubicBezTo>
                <a:cubicBezTo>
                  <a:pt x="2106142" y="802844"/>
                  <a:pt x="2108336" y="797086"/>
                  <a:pt x="2112724" y="791931"/>
                </a:cubicBezTo>
                <a:cubicBezTo>
                  <a:pt x="2117115" y="786776"/>
                  <a:pt x="2123461" y="784199"/>
                  <a:pt x="2131768" y="784199"/>
                </a:cubicBezTo>
                <a:close/>
                <a:moveTo>
                  <a:pt x="2055568" y="784199"/>
                </a:moveTo>
                <a:cubicBezTo>
                  <a:pt x="2060045" y="784199"/>
                  <a:pt x="2064375" y="785289"/>
                  <a:pt x="2068558" y="787469"/>
                </a:cubicBezTo>
                <a:cubicBezTo>
                  <a:pt x="2070149" y="788352"/>
                  <a:pt x="2071445" y="788794"/>
                  <a:pt x="2072446" y="788794"/>
                </a:cubicBezTo>
                <a:cubicBezTo>
                  <a:pt x="2073506" y="788794"/>
                  <a:pt x="2074361" y="788573"/>
                  <a:pt x="2075009" y="788131"/>
                </a:cubicBezTo>
                <a:cubicBezTo>
                  <a:pt x="2075657" y="787689"/>
                  <a:pt x="2076688" y="786437"/>
                  <a:pt x="2078102" y="784375"/>
                </a:cubicBezTo>
                <a:lnTo>
                  <a:pt x="2081106" y="784375"/>
                </a:lnTo>
                <a:lnTo>
                  <a:pt x="2082432" y="812565"/>
                </a:lnTo>
                <a:lnTo>
                  <a:pt x="2079427" y="812565"/>
                </a:lnTo>
                <a:cubicBezTo>
                  <a:pt x="2075834" y="804199"/>
                  <a:pt x="2072108" y="798485"/>
                  <a:pt x="2068249" y="795421"/>
                </a:cubicBezTo>
                <a:cubicBezTo>
                  <a:pt x="2064390" y="792358"/>
                  <a:pt x="2060546" y="790826"/>
                  <a:pt x="2056717" y="790826"/>
                </a:cubicBezTo>
                <a:cubicBezTo>
                  <a:pt x="2054302" y="790826"/>
                  <a:pt x="2052240" y="791637"/>
                  <a:pt x="2050531" y="793256"/>
                </a:cubicBezTo>
                <a:cubicBezTo>
                  <a:pt x="2048822" y="794876"/>
                  <a:pt x="2047969" y="796747"/>
                  <a:pt x="2047969" y="798868"/>
                </a:cubicBezTo>
                <a:cubicBezTo>
                  <a:pt x="2047969" y="800458"/>
                  <a:pt x="2048557" y="801990"/>
                  <a:pt x="2049736" y="803463"/>
                </a:cubicBezTo>
                <a:cubicBezTo>
                  <a:pt x="2051621" y="805878"/>
                  <a:pt x="2056894" y="810017"/>
                  <a:pt x="2065553" y="815878"/>
                </a:cubicBezTo>
                <a:cubicBezTo>
                  <a:pt x="2074214" y="821740"/>
                  <a:pt x="2079913" y="826718"/>
                  <a:pt x="2082653" y="830812"/>
                </a:cubicBezTo>
                <a:cubicBezTo>
                  <a:pt x="2085392" y="834907"/>
                  <a:pt x="2086762" y="839487"/>
                  <a:pt x="2086762" y="844553"/>
                </a:cubicBezTo>
                <a:cubicBezTo>
                  <a:pt x="2086762" y="849148"/>
                  <a:pt x="2085612" y="853655"/>
                  <a:pt x="2083315" y="858074"/>
                </a:cubicBezTo>
                <a:cubicBezTo>
                  <a:pt x="2081018" y="862492"/>
                  <a:pt x="2077777" y="865879"/>
                  <a:pt x="2073595" y="868236"/>
                </a:cubicBezTo>
                <a:cubicBezTo>
                  <a:pt x="2069412" y="870592"/>
                  <a:pt x="2064788" y="871770"/>
                  <a:pt x="2059721" y="871770"/>
                </a:cubicBezTo>
                <a:cubicBezTo>
                  <a:pt x="2055774" y="871770"/>
                  <a:pt x="2050502" y="870533"/>
                  <a:pt x="2043903" y="868059"/>
                </a:cubicBezTo>
                <a:cubicBezTo>
                  <a:pt x="2042136" y="867411"/>
                  <a:pt x="2040929" y="867087"/>
                  <a:pt x="2040280" y="867087"/>
                </a:cubicBezTo>
                <a:cubicBezTo>
                  <a:pt x="2038337" y="867087"/>
                  <a:pt x="2036717" y="868559"/>
                  <a:pt x="2035421" y="871505"/>
                </a:cubicBezTo>
                <a:lnTo>
                  <a:pt x="2032504" y="871505"/>
                </a:lnTo>
                <a:lnTo>
                  <a:pt x="2031090" y="841814"/>
                </a:lnTo>
                <a:lnTo>
                  <a:pt x="2034095" y="841814"/>
                </a:lnTo>
                <a:cubicBezTo>
                  <a:pt x="2036746" y="849590"/>
                  <a:pt x="2040384" y="855422"/>
                  <a:pt x="2045009" y="859311"/>
                </a:cubicBezTo>
                <a:cubicBezTo>
                  <a:pt x="2049633" y="863199"/>
                  <a:pt x="2054006" y="865143"/>
                  <a:pt x="2058131" y="865143"/>
                </a:cubicBezTo>
                <a:cubicBezTo>
                  <a:pt x="2060959" y="865143"/>
                  <a:pt x="2063271" y="864274"/>
                  <a:pt x="2065068" y="862536"/>
                </a:cubicBezTo>
                <a:cubicBezTo>
                  <a:pt x="2066864" y="860798"/>
                  <a:pt x="2067762" y="858692"/>
                  <a:pt x="2067762" y="856218"/>
                </a:cubicBezTo>
                <a:cubicBezTo>
                  <a:pt x="2067762" y="853390"/>
                  <a:pt x="2066879" y="850945"/>
                  <a:pt x="2065112" y="848883"/>
                </a:cubicBezTo>
                <a:cubicBezTo>
                  <a:pt x="2063344" y="846821"/>
                  <a:pt x="2059397" y="843699"/>
                  <a:pt x="2053271" y="839516"/>
                </a:cubicBezTo>
                <a:cubicBezTo>
                  <a:pt x="2044257" y="833272"/>
                  <a:pt x="2038425" y="828500"/>
                  <a:pt x="2035774" y="825201"/>
                </a:cubicBezTo>
                <a:cubicBezTo>
                  <a:pt x="2031886" y="820370"/>
                  <a:pt x="2029942" y="815039"/>
                  <a:pt x="2029942" y="809206"/>
                </a:cubicBezTo>
                <a:cubicBezTo>
                  <a:pt x="2029942" y="802844"/>
                  <a:pt x="2032137" y="797086"/>
                  <a:pt x="2036525" y="791931"/>
                </a:cubicBezTo>
                <a:cubicBezTo>
                  <a:pt x="2040914" y="786776"/>
                  <a:pt x="2047261" y="784199"/>
                  <a:pt x="2055568" y="784199"/>
                </a:cubicBezTo>
                <a:close/>
                <a:moveTo>
                  <a:pt x="1972601" y="784199"/>
                </a:moveTo>
                <a:cubicBezTo>
                  <a:pt x="1979788" y="784199"/>
                  <a:pt x="1986475" y="786055"/>
                  <a:pt x="1992660" y="789766"/>
                </a:cubicBezTo>
                <a:cubicBezTo>
                  <a:pt x="1998846" y="793477"/>
                  <a:pt x="2003544" y="798750"/>
                  <a:pt x="2006755" y="805584"/>
                </a:cubicBezTo>
                <a:cubicBezTo>
                  <a:pt x="2009966" y="812417"/>
                  <a:pt x="2011571" y="819899"/>
                  <a:pt x="2011571" y="828029"/>
                </a:cubicBezTo>
                <a:cubicBezTo>
                  <a:pt x="2011571" y="839752"/>
                  <a:pt x="2008596" y="849561"/>
                  <a:pt x="2002646" y="857455"/>
                </a:cubicBezTo>
                <a:cubicBezTo>
                  <a:pt x="1995459" y="866999"/>
                  <a:pt x="1985533" y="871770"/>
                  <a:pt x="1972866" y="871770"/>
                </a:cubicBezTo>
                <a:cubicBezTo>
                  <a:pt x="1960436" y="871770"/>
                  <a:pt x="1950863" y="867411"/>
                  <a:pt x="1944147" y="858692"/>
                </a:cubicBezTo>
                <a:cubicBezTo>
                  <a:pt x="1937431" y="849973"/>
                  <a:pt x="1934073" y="839870"/>
                  <a:pt x="1934073" y="828382"/>
                </a:cubicBezTo>
                <a:cubicBezTo>
                  <a:pt x="1934073" y="816541"/>
                  <a:pt x="1937505" y="806217"/>
                  <a:pt x="1944368" y="797410"/>
                </a:cubicBezTo>
                <a:cubicBezTo>
                  <a:pt x="1951232" y="788603"/>
                  <a:pt x="1960642" y="784199"/>
                  <a:pt x="1972601" y="784199"/>
                </a:cubicBezTo>
                <a:close/>
                <a:moveTo>
                  <a:pt x="1918051" y="784199"/>
                </a:moveTo>
                <a:cubicBezTo>
                  <a:pt x="1921350" y="784199"/>
                  <a:pt x="1923986" y="785215"/>
                  <a:pt x="1925960" y="787247"/>
                </a:cubicBezTo>
                <a:cubicBezTo>
                  <a:pt x="1927933" y="789280"/>
                  <a:pt x="1928920" y="792152"/>
                  <a:pt x="1928920" y="795863"/>
                </a:cubicBezTo>
                <a:cubicBezTo>
                  <a:pt x="1928920" y="799810"/>
                  <a:pt x="1927963" y="802874"/>
                  <a:pt x="1926048" y="805053"/>
                </a:cubicBezTo>
                <a:cubicBezTo>
                  <a:pt x="1924133" y="807233"/>
                  <a:pt x="1921821" y="808323"/>
                  <a:pt x="1919111" y="808323"/>
                </a:cubicBezTo>
                <a:cubicBezTo>
                  <a:pt x="1915989" y="808323"/>
                  <a:pt x="1913279" y="807321"/>
                  <a:pt x="1910981" y="805318"/>
                </a:cubicBezTo>
                <a:cubicBezTo>
                  <a:pt x="1908684" y="803315"/>
                  <a:pt x="1907329" y="802196"/>
                  <a:pt x="1906917" y="801960"/>
                </a:cubicBezTo>
                <a:cubicBezTo>
                  <a:pt x="1906328" y="801607"/>
                  <a:pt x="1905650" y="801430"/>
                  <a:pt x="1904884" y="801430"/>
                </a:cubicBezTo>
                <a:cubicBezTo>
                  <a:pt x="1903176" y="801430"/>
                  <a:pt x="1901556" y="802078"/>
                  <a:pt x="1900025" y="803374"/>
                </a:cubicBezTo>
                <a:cubicBezTo>
                  <a:pt x="1897609" y="805378"/>
                  <a:pt x="1895783" y="808234"/>
                  <a:pt x="1894546" y="811946"/>
                </a:cubicBezTo>
                <a:cubicBezTo>
                  <a:pt x="1892660" y="817660"/>
                  <a:pt x="1891718" y="823964"/>
                  <a:pt x="1891718" y="830856"/>
                </a:cubicBezTo>
                <a:lnTo>
                  <a:pt x="1891718" y="849855"/>
                </a:lnTo>
                <a:lnTo>
                  <a:pt x="1891806" y="854804"/>
                </a:lnTo>
                <a:cubicBezTo>
                  <a:pt x="1891806" y="858162"/>
                  <a:pt x="1892012" y="860312"/>
                  <a:pt x="1892424" y="861255"/>
                </a:cubicBezTo>
                <a:cubicBezTo>
                  <a:pt x="1893131" y="862845"/>
                  <a:pt x="1894177" y="864009"/>
                  <a:pt x="1895562" y="864745"/>
                </a:cubicBezTo>
                <a:cubicBezTo>
                  <a:pt x="1896947" y="865481"/>
                  <a:pt x="1899287" y="865938"/>
                  <a:pt x="1902587" y="866115"/>
                </a:cubicBezTo>
                <a:lnTo>
                  <a:pt x="1902587" y="869296"/>
                </a:lnTo>
                <a:lnTo>
                  <a:pt x="1857962" y="869296"/>
                </a:lnTo>
                <a:lnTo>
                  <a:pt x="1857962" y="866115"/>
                </a:lnTo>
                <a:cubicBezTo>
                  <a:pt x="1861555" y="865820"/>
                  <a:pt x="1863985" y="864833"/>
                  <a:pt x="1865252" y="863154"/>
                </a:cubicBezTo>
                <a:cubicBezTo>
                  <a:pt x="1866519" y="861475"/>
                  <a:pt x="1867152" y="857042"/>
                  <a:pt x="1867152" y="849855"/>
                </a:cubicBezTo>
                <a:lnTo>
                  <a:pt x="1867152" y="804170"/>
                </a:lnTo>
                <a:cubicBezTo>
                  <a:pt x="1867152" y="799457"/>
                  <a:pt x="1866916" y="796452"/>
                  <a:pt x="1866445" y="795156"/>
                </a:cubicBezTo>
                <a:cubicBezTo>
                  <a:pt x="1865856" y="793506"/>
                  <a:pt x="1865002" y="792299"/>
                  <a:pt x="1863882" y="791533"/>
                </a:cubicBezTo>
                <a:cubicBezTo>
                  <a:pt x="1862763" y="790767"/>
                  <a:pt x="1860789" y="790237"/>
                  <a:pt x="1857962" y="789943"/>
                </a:cubicBezTo>
                <a:lnTo>
                  <a:pt x="1857962" y="786673"/>
                </a:lnTo>
                <a:lnTo>
                  <a:pt x="1891718" y="786673"/>
                </a:lnTo>
                <a:lnTo>
                  <a:pt x="1891718" y="805407"/>
                </a:lnTo>
                <a:cubicBezTo>
                  <a:pt x="1897196" y="796865"/>
                  <a:pt x="1901998" y="791195"/>
                  <a:pt x="1906121" y="788396"/>
                </a:cubicBezTo>
                <a:cubicBezTo>
                  <a:pt x="1910245" y="785598"/>
                  <a:pt x="1914222" y="784199"/>
                  <a:pt x="1918051" y="784199"/>
                </a:cubicBezTo>
                <a:close/>
                <a:moveTo>
                  <a:pt x="1811472" y="784199"/>
                </a:moveTo>
                <a:cubicBezTo>
                  <a:pt x="1820014" y="784199"/>
                  <a:pt x="1826803" y="786349"/>
                  <a:pt x="1831840" y="790650"/>
                </a:cubicBezTo>
                <a:cubicBezTo>
                  <a:pt x="1836877" y="794950"/>
                  <a:pt x="1839395" y="799751"/>
                  <a:pt x="1839395" y="805053"/>
                </a:cubicBezTo>
                <a:cubicBezTo>
                  <a:pt x="1839395" y="808411"/>
                  <a:pt x="1838379" y="811092"/>
                  <a:pt x="1836347" y="813095"/>
                </a:cubicBezTo>
                <a:cubicBezTo>
                  <a:pt x="1834314" y="815098"/>
                  <a:pt x="1831649" y="816099"/>
                  <a:pt x="1828349" y="816099"/>
                </a:cubicBezTo>
                <a:cubicBezTo>
                  <a:pt x="1824874" y="816099"/>
                  <a:pt x="1822002" y="814950"/>
                  <a:pt x="1819734" y="812653"/>
                </a:cubicBezTo>
                <a:cubicBezTo>
                  <a:pt x="1817466" y="810355"/>
                  <a:pt x="1816067" y="806261"/>
                  <a:pt x="1815537" y="800370"/>
                </a:cubicBezTo>
                <a:cubicBezTo>
                  <a:pt x="1815183" y="796659"/>
                  <a:pt x="1814329" y="794066"/>
                  <a:pt x="1812974" y="792594"/>
                </a:cubicBezTo>
                <a:cubicBezTo>
                  <a:pt x="1811619" y="791121"/>
                  <a:pt x="1810028" y="790385"/>
                  <a:pt x="1808202" y="790385"/>
                </a:cubicBezTo>
                <a:cubicBezTo>
                  <a:pt x="1805374" y="790385"/>
                  <a:pt x="1802959" y="791887"/>
                  <a:pt x="1800956" y="794891"/>
                </a:cubicBezTo>
                <a:cubicBezTo>
                  <a:pt x="1797892" y="799427"/>
                  <a:pt x="1796361" y="806379"/>
                  <a:pt x="1796361" y="815746"/>
                </a:cubicBezTo>
                <a:cubicBezTo>
                  <a:pt x="1796361" y="823522"/>
                  <a:pt x="1797598" y="830959"/>
                  <a:pt x="1800072" y="838058"/>
                </a:cubicBezTo>
                <a:cubicBezTo>
                  <a:pt x="1802546" y="845157"/>
                  <a:pt x="1805934" y="850445"/>
                  <a:pt x="1810234" y="853920"/>
                </a:cubicBezTo>
                <a:cubicBezTo>
                  <a:pt x="1813475" y="856453"/>
                  <a:pt x="1817304" y="857720"/>
                  <a:pt x="1821722" y="857720"/>
                </a:cubicBezTo>
                <a:cubicBezTo>
                  <a:pt x="1824608" y="857720"/>
                  <a:pt x="1827348" y="857042"/>
                  <a:pt x="1829940" y="855687"/>
                </a:cubicBezTo>
                <a:cubicBezTo>
                  <a:pt x="1832532" y="854333"/>
                  <a:pt x="1835596" y="851770"/>
                  <a:pt x="1839130" y="848000"/>
                </a:cubicBezTo>
                <a:lnTo>
                  <a:pt x="1841870" y="850120"/>
                </a:lnTo>
                <a:cubicBezTo>
                  <a:pt x="1837981" y="857425"/>
                  <a:pt x="1833136" y="862860"/>
                  <a:pt x="1827333" y="866424"/>
                </a:cubicBezTo>
                <a:cubicBezTo>
                  <a:pt x="1821531" y="869988"/>
                  <a:pt x="1815360" y="871770"/>
                  <a:pt x="1808821" y="871770"/>
                </a:cubicBezTo>
                <a:cubicBezTo>
                  <a:pt x="1797804" y="871770"/>
                  <a:pt x="1788997" y="867617"/>
                  <a:pt x="1782399" y="859311"/>
                </a:cubicBezTo>
                <a:cubicBezTo>
                  <a:pt x="1775801" y="851004"/>
                  <a:pt x="1772502" y="841019"/>
                  <a:pt x="1772502" y="829354"/>
                </a:cubicBezTo>
                <a:cubicBezTo>
                  <a:pt x="1772502" y="818102"/>
                  <a:pt x="1775506" y="808205"/>
                  <a:pt x="1781515" y="799663"/>
                </a:cubicBezTo>
                <a:cubicBezTo>
                  <a:pt x="1788761" y="789353"/>
                  <a:pt x="1798747" y="784199"/>
                  <a:pt x="1811472" y="784199"/>
                </a:cubicBezTo>
                <a:close/>
                <a:moveTo>
                  <a:pt x="1717989" y="784199"/>
                </a:moveTo>
                <a:cubicBezTo>
                  <a:pt x="1725824" y="784199"/>
                  <a:pt x="1732024" y="785863"/>
                  <a:pt x="1736590" y="789191"/>
                </a:cubicBezTo>
                <a:cubicBezTo>
                  <a:pt x="1741156" y="792520"/>
                  <a:pt x="1744116" y="796128"/>
                  <a:pt x="1745471" y="800016"/>
                </a:cubicBezTo>
                <a:cubicBezTo>
                  <a:pt x="1746296" y="802491"/>
                  <a:pt x="1746708" y="808176"/>
                  <a:pt x="1746708" y="817071"/>
                </a:cubicBezTo>
                <a:lnTo>
                  <a:pt x="1746708" y="849148"/>
                </a:lnTo>
                <a:cubicBezTo>
                  <a:pt x="1746708" y="852919"/>
                  <a:pt x="1746855" y="855290"/>
                  <a:pt x="1747150" y="856262"/>
                </a:cubicBezTo>
                <a:cubicBezTo>
                  <a:pt x="1747444" y="857234"/>
                  <a:pt x="1747886" y="857955"/>
                  <a:pt x="1748475" y="858427"/>
                </a:cubicBezTo>
                <a:cubicBezTo>
                  <a:pt x="1749064" y="858898"/>
                  <a:pt x="1749742" y="859134"/>
                  <a:pt x="1750508" y="859134"/>
                </a:cubicBezTo>
                <a:cubicBezTo>
                  <a:pt x="1752039" y="859134"/>
                  <a:pt x="1753601" y="858044"/>
                  <a:pt x="1755191" y="855864"/>
                </a:cubicBezTo>
                <a:lnTo>
                  <a:pt x="1757842" y="857985"/>
                </a:lnTo>
                <a:cubicBezTo>
                  <a:pt x="1754897" y="862344"/>
                  <a:pt x="1751848" y="865511"/>
                  <a:pt x="1748697" y="867484"/>
                </a:cubicBezTo>
                <a:cubicBezTo>
                  <a:pt x="1745544" y="869458"/>
                  <a:pt x="1741966" y="870445"/>
                  <a:pt x="1737960" y="870445"/>
                </a:cubicBezTo>
                <a:cubicBezTo>
                  <a:pt x="1733247" y="870445"/>
                  <a:pt x="1729565" y="869340"/>
                  <a:pt x="1726914" y="867131"/>
                </a:cubicBezTo>
                <a:cubicBezTo>
                  <a:pt x="1724263" y="864922"/>
                  <a:pt x="1722643" y="861579"/>
                  <a:pt x="1722054" y="857102"/>
                </a:cubicBezTo>
                <a:cubicBezTo>
                  <a:pt x="1711980" y="865997"/>
                  <a:pt x="1702937" y="870445"/>
                  <a:pt x="1694925" y="870445"/>
                </a:cubicBezTo>
                <a:cubicBezTo>
                  <a:pt x="1690212" y="870445"/>
                  <a:pt x="1686295" y="868899"/>
                  <a:pt x="1683172" y="865805"/>
                </a:cubicBezTo>
                <a:cubicBezTo>
                  <a:pt x="1680050" y="862713"/>
                  <a:pt x="1678489" y="858839"/>
                  <a:pt x="1678489" y="854185"/>
                </a:cubicBezTo>
                <a:cubicBezTo>
                  <a:pt x="1678489" y="847882"/>
                  <a:pt x="1681199" y="842212"/>
                  <a:pt x="1686619" y="837175"/>
                </a:cubicBezTo>
                <a:cubicBezTo>
                  <a:pt x="1692038" y="832138"/>
                  <a:pt x="1703850" y="825436"/>
                  <a:pt x="1722054" y="817071"/>
                </a:cubicBezTo>
                <a:lnTo>
                  <a:pt x="1722054" y="808765"/>
                </a:lnTo>
                <a:cubicBezTo>
                  <a:pt x="1722054" y="802520"/>
                  <a:pt x="1721715" y="798588"/>
                  <a:pt x="1721037" y="796968"/>
                </a:cubicBezTo>
                <a:cubicBezTo>
                  <a:pt x="1720360" y="795348"/>
                  <a:pt x="1719079" y="793934"/>
                  <a:pt x="1717193" y="792726"/>
                </a:cubicBezTo>
                <a:cubicBezTo>
                  <a:pt x="1715308" y="791518"/>
                  <a:pt x="1713188" y="790915"/>
                  <a:pt x="1710831" y="790915"/>
                </a:cubicBezTo>
                <a:cubicBezTo>
                  <a:pt x="1707002" y="790915"/>
                  <a:pt x="1703850" y="791769"/>
                  <a:pt x="1701376" y="793477"/>
                </a:cubicBezTo>
                <a:cubicBezTo>
                  <a:pt x="1699844" y="794538"/>
                  <a:pt x="1699079" y="795775"/>
                  <a:pt x="1699079" y="797189"/>
                </a:cubicBezTo>
                <a:cubicBezTo>
                  <a:pt x="1699079" y="798426"/>
                  <a:pt x="1699903" y="799958"/>
                  <a:pt x="1701553" y="801784"/>
                </a:cubicBezTo>
                <a:cubicBezTo>
                  <a:pt x="1703791" y="804317"/>
                  <a:pt x="1704911" y="806762"/>
                  <a:pt x="1704911" y="809118"/>
                </a:cubicBezTo>
                <a:cubicBezTo>
                  <a:pt x="1704911" y="812005"/>
                  <a:pt x="1703835" y="814464"/>
                  <a:pt x="1701685" y="816497"/>
                </a:cubicBezTo>
                <a:cubicBezTo>
                  <a:pt x="1699535" y="818529"/>
                  <a:pt x="1696722" y="819545"/>
                  <a:pt x="1693246" y="819545"/>
                </a:cubicBezTo>
                <a:cubicBezTo>
                  <a:pt x="1689535" y="819545"/>
                  <a:pt x="1686427" y="818426"/>
                  <a:pt x="1683923" y="816188"/>
                </a:cubicBezTo>
                <a:cubicBezTo>
                  <a:pt x="1681420" y="813949"/>
                  <a:pt x="1680168" y="811328"/>
                  <a:pt x="1680168" y="808323"/>
                </a:cubicBezTo>
                <a:cubicBezTo>
                  <a:pt x="1680168" y="804081"/>
                  <a:pt x="1681847" y="800031"/>
                  <a:pt x="1685205" y="796172"/>
                </a:cubicBezTo>
                <a:cubicBezTo>
                  <a:pt x="1688563" y="792314"/>
                  <a:pt x="1693246" y="789353"/>
                  <a:pt x="1699255" y="787292"/>
                </a:cubicBezTo>
                <a:cubicBezTo>
                  <a:pt x="1705264" y="785230"/>
                  <a:pt x="1711509" y="784199"/>
                  <a:pt x="1717989" y="784199"/>
                </a:cubicBezTo>
                <a:close/>
                <a:moveTo>
                  <a:pt x="7666097" y="763602"/>
                </a:moveTo>
                <a:cubicBezTo>
                  <a:pt x="7663328" y="766607"/>
                  <a:pt x="7661237" y="769405"/>
                  <a:pt x="7659823" y="771998"/>
                </a:cubicBezTo>
                <a:cubicBezTo>
                  <a:pt x="7658409" y="774590"/>
                  <a:pt x="7657702" y="776975"/>
                  <a:pt x="7657702" y="779155"/>
                </a:cubicBezTo>
                <a:cubicBezTo>
                  <a:pt x="7657702" y="781983"/>
                  <a:pt x="7659410" y="784457"/>
                  <a:pt x="7662827" y="786578"/>
                </a:cubicBezTo>
                <a:cubicBezTo>
                  <a:pt x="7668718" y="790230"/>
                  <a:pt x="7677231" y="792057"/>
                  <a:pt x="7688365" y="792057"/>
                </a:cubicBezTo>
                <a:cubicBezTo>
                  <a:pt x="7698969" y="792057"/>
                  <a:pt x="7706790" y="790186"/>
                  <a:pt x="7711827" y="786445"/>
                </a:cubicBezTo>
                <a:cubicBezTo>
                  <a:pt x="7716864" y="782705"/>
                  <a:pt x="7719382" y="778713"/>
                  <a:pt x="7719382" y="774472"/>
                </a:cubicBezTo>
                <a:cubicBezTo>
                  <a:pt x="7719382" y="771408"/>
                  <a:pt x="7717880" y="769229"/>
                  <a:pt x="7714875" y="767933"/>
                </a:cubicBezTo>
                <a:cubicBezTo>
                  <a:pt x="7711812" y="766636"/>
                  <a:pt x="7705744" y="765871"/>
                  <a:pt x="7696672" y="765635"/>
                </a:cubicBezTo>
                <a:cubicBezTo>
                  <a:pt x="7683417" y="765281"/>
                  <a:pt x="7673225" y="764604"/>
                  <a:pt x="7666097" y="763602"/>
                </a:cubicBezTo>
                <a:close/>
                <a:moveTo>
                  <a:pt x="2839799" y="756452"/>
                </a:moveTo>
                <a:lnTo>
                  <a:pt x="2842715" y="756452"/>
                </a:lnTo>
                <a:lnTo>
                  <a:pt x="2842715" y="786673"/>
                </a:lnTo>
                <a:lnTo>
                  <a:pt x="2862333" y="786673"/>
                </a:lnTo>
                <a:lnTo>
                  <a:pt x="2862333" y="795421"/>
                </a:lnTo>
                <a:lnTo>
                  <a:pt x="2842715" y="795421"/>
                </a:lnTo>
                <a:lnTo>
                  <a:pt x="2842715" y="846409"/>
                </a:lnTo>
                <a:cubicBezTo>
                  <a:pt x="2842715" y="851181"/>
                  <a:pt x="2842936" y="854259"/>
                  <a:pt x="2843378" y="855643"/>
                </a:cubicBezTo>
                <a:cubicBezTo>
                  <a:pt x="2843820" y="857028"/>
                  <a:pt x="2844601" y="858147"/>
                  <a:pt x="2845720" y="859001"/>
                </a:cubicBezTo>
                <a:cubicBezTo>
                  <a:pt x="2846839" y="859855"/>
                  <a:pt x="2847870" y="860283"/>
                  <a:pt x="2848813" y="860283"/>
                </a:cubicBezTo>
                <a:cubicBezTo>
                  <a:pt x="2852642" y="860283"/>
                  <a:pt x="2856265" y="857367"/>
                  <a:pt x="2859682" y="851534"/>
                </a:cubicBezTo>
                <a:lnTo>
                  <a:pt x="2862333" y="853478"/>
                </a:lnTo>
                <a:cubicBezTo>
                  <a:pt x="2857561" y="864789"/>
                  <a:pt x="2849814" y="870445"/>
                  <a:pt x="2839093" y="870445"/>
                </a:cubicBezTo>
                <a:cubicBezTo>
                  <a:pt x="2833850" y="870445"/>
                  <a:pt x="2829416" y="868987"/>
                  <a:pt x="2825793" y="866070"/>
                </a:cubicBezTo>
                <a:cubicBezTo>
                  <a:pt x="2822170" y="863154"/>
                  <a:pt x="2819858" y="859900"/>
                  <a:pt x="2818856" y="856306"/>
                </a:cubicBezTo>
                <a:cubicBezTo>
                  <a:pt x="2818267" y="854303"/>
                  <a:pt x="2817973" y="848883"/>
                  <a:pt x="2817973" y="840047"/>
                </a:cubicBezTo>
                <a:lnTo>
                  <a:pt x="2817973" y="795421"/>
                </a:lnTo>
                <a:lnTo>
                  <a:pt x="2807192" y="795421"/>
                </a:lnTo>
                <a:lnTo>
                  <a:pt x="2807192" y="792329"/>
                </a:lnTo>
                <a:cubicBezTo>
                  <a:pt x="2814615" y="787085"/>
                  <a:pt x="2820933" y="781577"/>
                  <a:pt x="2826146" y="775804"/>
                </a:cubicBezTo>
                <a:cubicBezTo>
                  <a:pt x="2831360" y="770031"/>
                  <a:pt x="2835911" y="763580"/>
                  <a:pt x="2839799" y="756452"/>
                </a:cubicBezTo>
                <a:close/>
                <a:moveTo>
                  <a:pt x="2253510" y="749471"/>
                </a:moveTo>
                <a:lnTo>
                  <a:pt x="2290182" y="749471"/>
                </a:lnTo>
                <a:lnTo>
                  <a:pt x="2290182" y="844553"/>
                </a:lnTo>
                <a:cubicBezTo>
                  <a:pt x="2290182" y="850975"/>
                  <a:pt x="2290359" y="854774"/>
                  <a:pt x="2290712" y="855953"/>
                </a:cubicBezTo>
                <a:cubicBezTo>
                  <a:pt x="2291183" y="857896"/>
                  <a:pt x="2292081" y="859340"/>
                  <a:pt x="2293407" y="860283"/>
                </a:cubicBezTo>
                <a:cubicBezTo>
                  <a:pt x="2294732" y="861225"/>
                  <a:pt x="2297045" y="861814"/>
                  <a:pt x="2300344" y="862050"/>
                </a:cubicBezTo>
                <a:lnTo>
                  <a:pt x="2300344" y="864966"/>
                </a:lnTo>
                <a:lnTo>
                  <a:pt x="2265439" y="871770"/>
                </a:lnTo>
                <a:lnTo>
                  <a:pt x="2265439" y="858692"/>
                </a:lnTo>
                <a:cubicBezTo>
                  <a:pt x="2261256" y="863758"/>
                  <a:pt x="2257531" y="867205"/>
                  <a:pt x="2254261" y="869031"/>
                </a:cubicBezTo>
                <a:cubicBezTo>
                  <a:pt x="2250991" y="870857"/>
                  <a:pt x="2247295" y="871770"/>
                  <a:pt x="2243170" y="871770"/>
                </a:cubicBezTo>
                <a:cubicBezTo>
                  <a:pt x="2232625" y="871770"/>
                  <a:pt x="2224289" y="867057"/>
                  <a:pt x="2218163" y="857632"/>
                </a:cubicBezTo>
                <a:cubicBezTo>
                  <a:pt x="2213214" y="849973"/>
                  <a:pt x="2210740" y="840577"/>
                  <a:pt x="2210740" y="829442"/>
                </a:cubicBezTo>
                <a:cubicBezTo>
                  <a:pt x="2210740" y="820547"/>
                  <a:pt x="2212272" y="812579"/>
                  <a:pt x="2215335" y="805539"/>
                </a:cubicBezTo>
                <a:cubicBezTo>
                  <a:pt x="2218398" y="798499"/>
                  <a:pt x="2222596" y="793183"/>
                  <a:pt x="2227927" y="789589"/>
                </a:cubicBezTo>
                <a:cubicBezTo>
                  <a:pt x="2233259" y="785996"/>
                  <a:pt x="2238989" y="784199"/>
                  <a:pt x="2245114" y="784199"/>
                </a:cubicBezTo>
                <a:cubicBezTo>
                  <a:pt x="2249062" y="784199"/>
                  <a:pt x="2252567" y="784965"/>
                  <a:pt x="2255631" y="786496"/>
                </a:cubicBezTo>
                <a:cubicBezTo>
                  <a:pt x="2258693" y="788028"/>
                  <a:pt x="2261964" y="790708"/>
                  <a:pt x="2265439" y="794538"/>
                </a:cubicBezTo>
                <a:lnTo>
                  <a:pt x="2265439" y="769618"/>
                </a:lnTo>
                <a:cubicBezTo>
                  <a:pt x="2265439" y="763315"/>
                  <a:pt x="2265174" y="759515"/>
                  <a:pt x="2264644" y="758219"/>
                </a:cubicBezTo>
                <a:cubicBezTo>
                  <a:pt x="2263936" y="756511"/>
                  <a:pt x="2262877" y="755244"/>
                  <a:pt x="2261463" y="754419"/>
                </a:cubicBezTo>
                <a:cubicBezTo>
                  <a:pt x="2260048" y="753595"/>
                  <a:pt x="2257398" y="753182"/>
                  <a:pt x="2253510" y="753182"/>
                </a:cubicBezTo>
                <a:close/>
                <a:moveTo>
                  <a:pt x="2456097" y="746731"/>
                </a:moveTo>
                <a:cubicBezTo>
                  <a:pt x="2463343" y="746731"/>
                  <a:pt x="2468719" y="748086"/>
                  <a:pt x="2472223" y="750796"/>
                </a:cubicBezTo>
                <a:cubicBezTo>
                  <a:pt x="2475730" y="753506"/>
                  <a:pt x="2477482" y="756511"/>
                  <a:pt x="2477482" y="759809"/>
                </a:cubicBezTo>
                <a:cubicBezTo>
                  <a:pt x="2477482" y="762461"/>
                  <a:pt x="2476392" y="764758"/>
                  <a:pt x="2474213" y="766702"/>
                </a:cubicBezTo>
                <a:cubicBezTo>
                  <a:pt x="2472033" y="768646"/>
                  <a:pt x="2469145" y="769618"/>
                  <a:pt x="2465552" y="769618"/>
                </a:cubicBezTo>
                <a:cubicBezTo>
                  <a:pt x="2462489" y="769618"/>
                  <a:pt x="2460059" y="768823"/>
                  <a:pt x="2458262" y="767232"/>
                </a:cubicBezTo>
                <a:cubicBezTo>
                  <a:pt x="2456465" y="765642"/>
                  <a:pt x="2455567" y="763875"/>
                  <a:pt x="2455567" y="761931"/>
                </a:cubicBezTo>
                <a:cubicBezTo>
                  <a:pt x="2455567" y="761400"/>
                  <a:pt x="2455744" y="760310"/>
                  <a:pt x="2456097" y="758661"/>
                </a:cubicBezTo>
                <a:cubicBezTo>
                  <a:pt x="2456333" y="757659"/>
                  <a:pt x="2456451" y="756717"/>
                  <a:pt x="2456451" y="755833"/>
                </a:cubicBezTo>
                <a:cubicBezTo>
                  <a:pt x="2456451" y="754596"/>
                  <a:pt x="2456097" y="753683"/>
                  <a:pt x="2455390" y="753094"/>
                </a:cubicBezTo>
                <a:cubicBezTo>
                  <a:pt x="2454447" y="752210"/>
                  <a:pt x="2453299" y="751768"/>
                  <a:pt x="2451944" y="751768"/>
                </a:cubicBezTo>
                <a:cubicBezTo>
                  <a:pt x="2450235" y="751768"/>
                  <a:pt x="2448807" y="752475"/>
                  <a:pt x="2447658" y="753889"/>
                </a:cubicBezTo>
                <a:cubicBezTo>
                  <a:pt x="2446509" y="755303"/>
                  <a:pt x="2445935" y="757571"/>
                  <a:pt x="2445935" y="760693"/>
                </a:cubicBezTo>
                <a:lnTo>
                  <a:pt x="2446111" y="776157"/>
                </a:lnTo>
                <a:lnTo>
                  <a:pt x="2446111" y="786673"/>
                </a:lnTo>
                <a:lnTo>
                  <a:pt x="2458306" y="786673"/>
                </a:lnTo>
                <a:lnTo>
                  <a:pt x="2458306" y="795333"/>
                </a:lnTo>
                <a:lnTo>
                  <a:pt x="2446111" y="795333"/>
                </a:lnTo>
                <a:lnTo>
                  <a:pt x="2446111" y="852683"/>
                </a:lnTo>
                <a:cubicBezTo>
                  <a:pt x="2446111" y="858221"/>
                  <a:pt x="2446701" y="861697"/>
                  <a:pt x="2447879" y="863110"/>
                </a:cubicBezTo>
                <a:cubicBezTo>
                  <a:pt x="2449764" y="865290"/>
                  <a:pt x="2453240" y="866292"/>
                  <a:pt x="2458306" y="866115"/>
                </a:cubicBezTo>
                <a:lnTo>
                  <a:pt x="2458306" y="869296"/>
                </a:lnTo>
                <a:lnTo>
                  <a:pt x="2409616" y="869296"/>
                </a:lnTo>
                <a:lnTo>
                  <a:pt x="2409616" y="866115"/>
                </a:lnTo>
                <a:cubicBezTo>
                  <a:pt x="2413327" y="866056"/>
                  <a:pt x="2415964" y="865629"/>
                  <a:pt x="2417525" y="864833"/>
                </a:cubicBezTo>
                <a:cubicBezTo>
                  <a:pt x="2419087" y="864038"/>
                  <a:pt x="2420161" y="862934"/>
                  <a:pt x="2420751" y="861520"/>
                </a:cubicBezTo>
                <a:cubicBezTo>
                  <a:pt x="2421340" y="860106"/>
                  <a:pt x="2421634" y="857160"/>
                  <a:pt x="2421634" y="852683"/>
                </a:cubicBezTo>
                <a:lnTo>
                  <a:pt x="2421634" y="795333"/>
                </a:lnTo>
                <a:lnTo>
                  <a:pt x="2409616" y="795333"/>
                </a:lnTo>
                <a:lnTo>
                  <a:pt x="2409616" y="786673"/>
                </a:lnTo>
                <a:lnTo>
                  <a:pt x="2421634" y="786673"/>
                </a:lnTo>
                <a:lnTo>
                  <a:pt x="2421634" y="780576"/>
                </a:lnTo>
                <a:lnTo>
                  <a:pt x="2421546" y="776422"/>
                </a:lnTo>
                <a:cubicBezTo>
                  <a:pt x="2421546" y="767939"/>
                  <a:pt x="2424653" y="760870"/>
                  <a:pt x="2430869" y="755214"/>
                </a:cubicBezTo>
                <a:cubicBezTo>
                  <a:pt x="2437084" y="749559"/>
                  <a:pt x="2445493" y="746731"/>
                  <a:pt x="2456097" y="746731"/>
                </a:cubicBezTo>
                <a:close/>
                <a:moveTo>
                  <a:pt x="2398947" y="746731"/>
                </a:moveTo>
                <a:cubicBezTo>
                  <a:pt x="2406193" y="746731"/>
                  <a:pt x="2411569" y="748086"/>
                  <a:pt x="2415074" y="750796"/>
                </a:cubicBezTo>
                <a:cubicBezTo>
                  <a:pt x="2418579" y="753506"/>
                  <a:pt x="2420332" y="756511"/>
                  <a:pt x="2420332" y="759809"/>
                </a:cubicBezTo>
                <a:cubicBezTo>
                  <a:pt x="2420332" y="762461"/>
                  <a:pt x="2419242" y="764758"/>
                  <a:pt x="2417063" y="766702"/>
                </a:cubicBezTo>
                <a:cubicBezTo>
                  <a:pt x="2414882" y="768646"/>
                  <a:pt x="2411996" y="769618"/>
                  <a:pt x="2408402" y="769618"/>
                </a:cubicBezTo>
                <a:cubicBezTo>
                  <a:pt x="2405339" y="769618"/>
                  <a:pt x="2402909" y="768823"/>
                  <a:pt x="2401112" y="767232"/>
                </a:cubicBezTo>
                <a:cubicBezTo>
                  <a:pt x="2399315" y="765642"/>
                  <a:pt x="2398417" y="763875"/>
                  <a:pt x="2398417" y="761931"/>
                </a:cubicBezTo>
                <a:cubicBezTo>
                  <a:pt x="2398417" y="761400"/>
                  <a:pt x="2398593" y="760310"/>
                  <a:pt x="2398947" y="758661"/>
                </a:cubicBezTo>
                <a:cubicBezTo>
                  <a:pt x="2399183" y="757659"/>
                  <a:pt x="2399301" y="756717"/>
                  <a:pt x="2399301" y="755833"/>
                </a:cubicBezTo>
                <a:cubicBezTo>
                  <a:pt x="2399301" y="754596"/>
                  <a:pt x="2398947" y="753683"/>
                  <a:pt x="2398240" y="753094"/>
                </a:cubicBezTo>
                <a:cubicBezTo>
                  <a:pt x="2397297" y="752210"/>
                  <a:pt x="2396149" y="751768"/>
                  <a:pt x="2394794" y="751768"/>
                </a:cubicBezTo>
                <a:cubicBezTo>
                  <a:pt x="2393086" y="751768"/>
                  <a:pt x="2391657" y="752475"/>
                  <a:pt x="2390508" y="753889"/>
                </a:cubicBezTo>
                <a:cubicBezTo>
                  <a:pt x="2389359" y="755303"/>
                  <a:pt x="2388785" y="757571"/>
                  <a:pt x="2388785" y="760693"/>
                </a:cubicBezTo>
                <a:lnTo>
                  <a:pt x="2388962" y="776157"/>
                </a:lnTo>
                <a:lnTo>
                  <a:pt x="2388962" y="786673"/>
                </a:lnTo>
                <a:lnTo>
                  <a:pt x="2401157" y="786673"/>
                </a:lnTo>
                <a:lnTo>
                  <a:pt x="2401157" y="795333"/>
                </a:lnTo>
                <a:lnTo>
                  <a:pt x="2388962" y="795333"/>
                </a:lnTo>
                <a:lnTo>
                  <a:pt x="2388962" y="852683"/>
                </a:lnTo>
                <a:cubicBezTo>
                  <a:pt x="2388962" y="858221"/>
                  <a:pt x="2389551" y="861697"/>
                  <a:pt x="2390729" y="863110"/>
                </a:cubicBezTo>
                <a:cubicBezTo>
                  <a:pt x="2392615" y="865290"/>
                  <a:pt x="2396090" y="866292"/>
                  <a:pt x="2401157" y="866115"/>
                </a:cubicBezTo>
                <a:lnTo>
                  <a:pt x="2401157" y="869296"/>
                </a:lnTo>
                <a:lnTo>
                  <a:pt x="2352466" y="869296"/>
                </a:lnTo>
                <a:lnTo>
                  <a:pt x="2352466" y="866115"/>
                </a:lnTo>
                <a:cubicBezTo>
                  <a:pt x="2356178" y="866056"/>
                  <a:pt x="2358814" y="865629"/>
                  <a:pt x="2360375" y="864833"/>
                </a:cubicBezTo>
                <a:cubicBezTo>
                  <a:pt x="2361936" y="864038"/>
                  <a:pt x="2363011" y="862934"/>
                  <a:pt x="2363600" y="861520"/>
                </a:cubicBezTo>
                <a:cubicBezTo>
                  <a:pt x="2364189" y="860106"/>
                  <a:pt x="2364484" y="857160"/>
                  <a:pt x="2364484" y="852683"/>
                </a:cubicBezTo>
                <a:lnTo>
                  <a:pt x="2364484" y="795333"/>
                </a:lnTo>
                <a:lnTo>
                  <a:pt x="2352466" y="795333"/>
                </a:lnTo>
                <a:lnTo>
                  <a:pt x="2352466" y="786673"/>
                </a:lnTo>
                <a:lnTo>
                  <a:pt x="2364484" y="786673"/>
                </a:lnTo>
                <a:lnTo>
                  <a:pt x="2364484" y="780576"/>
                </a:lnTo>
                <a:lnTo>
                  <a:pt x="2364396" y="776422"/>
                </a:lnTo>
                <a:cubicBezTo>
                  <a:pt x="2364396" y="767939"/>
                  <a:pt x="2367504" y="760870"/>
                  <a:pt x="2373718" y="755214"/>
                </a:cubicBezTo>
                <a:cubicBezTo>
                  <a:pt x="2379934" y="749559"/>
                  <a:pt x="2388343" y="746731"/>
                  <a:pt x="2398947" y="746731"/>
                </a:cubicBezTo>
                <a:close/>
                <a:moveTo>
                  <a:pt x="2324989" y="746643"/>
                </a:moveTo>
                <a:cubicBezTo>
                  <a:pt x="2328818" y="746643"/>
                  <a:pt x="2332058" y="747983"/>
                  <a:pt x="2334709" y="750664"/>
                </a:cubicBezTo>
                <a:cubicBezTo>
                  <a:pt x="2337361" y="753344"/>
                  <a:pt x="2338686" y="756569"/>
                  <a:pt x="2338686" y="760340"/>
                </a:cubicBezTo>
                <a:cubicBezTo>
                  <a:pt x="2338686" y="764110"/>
                  <a:pt x="2337345" y="767321"/>
                  <a:pt x="2334664" y="769972"/>
                </a:cubicBezTo>
                <a:cubicBezTo>
                  <a:pt x="2331985" y="772623"/>
                  <a:pt x="2328759" y="773948"/>
                  <a:pt x="2324989" y="773948"/>
                </a:cubicBezTo>
                <a:cubicBezTo>
                  <a:pt x="2321219" y="773948"/>
                  <a:pt x="2318008" y="772623"/>
                  <a:pt x="2315357" y="769972"/>
                </a:cubicBezTo>
                <a:cubicBezTo>
                  <a:pt x="2312706" y="767321"/>
                  <a:pt x="2311380" y="764110"/>
                  <a:pt x="2311380" y="760340"/>
                </a:cubicBezTo>
                <a:cubicBezTo>
                  <a:pt x="2311380" y="756569"/>
                  <a:pt x="2312706" y="753344"/>
                  <a:pt x="2315357" y="750664"/>
                </a:cubicBezTo>
                <a:cubicBezTo>
                  <a:pt x="2318008" y="747983"/>
                  <a:pt x="2321219" y="746643"/>
                  <a:pt x="2324989" y="746643"/>
                </a:cubicBezTo>
                <a:close/>
                <a:moveTo>
                  <a:pt x="5153190" y="715585"/>
                </a:moveTo>
                <a:cubicBezTo>
                  <a:pt x="5144294" y="719119"/>
                  <a:pt x="5138551" y="721623"/>
                  <a:pt x="5135958" y="723096"/>
                </a:cubicBezTo>
                <a:cubicBezTo>
                  <a:pt x="5131304" y="725688"/>
                  <a:pt x="5127976" y="728398"/>
                  <a:pt x="5125973" y="731226"/>
                </a:cubicBezTo>
                <a:cubicBezTo>
                  <a:pt x="5123970" y="734053"/>
                  <a:pt x="5122969" y="737146"/>
                  <a:pt x="5122969" y="740504"/>
                </a:cubicBezTo>
                <a:cubicBezTo>
                  <a:pt x="5122969" y="744745"/>
                  <a:pt x="5124235" y="748265"/>
                  <a:pt x="5126768" y="751064"/>
                </a:cubicBezTo>
                <a:cubicBezTo>
                  <a:pt x="5129302" y="753862"/>
                  <a:pt x="5132218" y="755261"/>
                  <a:pt x="5135517" y="755261"/>
                </a:cubicBezTo>
                <a:cubicBezTo>
                  <a:pt x="5139994" y="755261"/>
                  <a:pt x="5145885" y="752316"/>
                  <a:pt x="5153190" y="746424"/>
                </a:cubicBezTo>
                <a:close/>
                <a:moveTo>
                  <a:pt x="4162590" y="715585"/>
                </a:moveTo>
                <a:cubicBezTo>
                  <a:pt x="4153694" y="719119"/>
                  <a:pt x="4147951" y="721623"/>
                  <a:pt x="4145359" y="723096"/>
                </a:cubicBezTo>
                <a:cubicBezTo>
                  <a:pt x="4140705" y="725688"/>
                  <a:pt x="4137376" y="728398"/>
                  <a:pt x="4135373" y="731226"/>
                </a:cubicBezTo>
                <a:cubicBezTo>
                  <a:pt x="4133370" y="734053"/>
                  <a:pt x="4132369" y="737146"/>
                  <a:pt x="4132369" y="740504"/>
                </a:cubicBezTo>
                <a:cubicBezTo>
                  <a:pt x="4132369" y="744745"/>
                  <a:pt x="4133635" y="748265"/>
                  <a:pt x="4136168" y="751064"/>
                </a:cubicBezTo>
                <a:cubicBezTo>
                  <a:pt x="4138702" y="753862"/>
                  <a:pt x="4141618" y="755261"/>
                  <a:pt x="4144917" y="755261"/>
                </a:cubicBezTo>
                <a:cubicBezTo>
                  <a:pt x="4149394" y="755261"/>
                  <a:pt x="4155285" y="752316"/>
                  <a:pt x="4162590" y="746424"/>
                </a:cubicBezTo>
                <a:close/>
                <a:moveTo>
                  <a:pt x="4739108" y="693316"/>
                </a:moveTo>
                <a:cubicBezTo>
                  <a:pt x="4736281" y="693316"/>
                  <a:pt x="4733482" y="694023"/>
                  <a:pt x="4730713" y="695437"/>
                </a:cubicBezTo>
                <a:cubicBezTo>
                  <a:pt x="4728593" y="696497"/>
                  <a:pt x="4725087" y="699678"/>
                  <a:pt x="4720198" y="704981"/>
                </a:cubicBezTo>
                <a:lnTo>
                  <a:pt x="4720198" y="735202"/>
                </a:lnTo>
                <a:cubicBezTo>
                  <a:pt x="4720198" y="741741"/>
                  <a:pt x="4720463" y="746042"/>
                  <a:pt x="4720993" y="748103"/>
                </a:cubicBezTo>
                <a:cubicBezTo>
                  <a:pt x="4721818" y="751520"/>
                  <a:pt x="4723836" y="754525"/>
                  <a:pt x="4727046" y="757117"/>
                </a:cubicBezTo>
                <a:cubicBezTo>
                  <a:pt x="4730257" y="759709"/>
                  <a:pt x="4734307" y="761005"/>
                  <a:pt x="4739197" y="761005"/>
                </a:cubicBezTo>
                <a:cubicBezTo>
                  <a:pt x="4745088" y="761005"/>
                  <a:pt x="4749860" y="758708"/>
                  <a:pt x="4753512" y="754113"/>
                </a:cubicBezTo>
                <a:cubicBezTo>
                  <a:pt x="4758284" y="748103"/>
                  <a:pt x="4760670" y="739650"/>
                  <a:pt x="4760670" y="728751"/>
                </a:cubicBezTo>
                <a:cubicBezTo>
                  <a:pt x="4760670" y="716380"/>
                  <a:pt x="4757960" y="706866"/>
                  <a:pt x="4752540" y="700209"/>
                </a:cubicBezTo>
                <a:cubicBezTo>
                  <a:pt x="4748770" y="695614"/>
                  <a:pt x="4744292" y="693316"/>
                  <a:pt x="4739108" y="693316"/>
                </a:cubicBezTo>
                <a:close/>
                <a:moveTo>
                  <a:pt x="4062038" y="693051"/>
                </a:moveTo>
                <a:cubicBezTo>
                  <a:pt x="4058916" y="693051"/>
                  <a:pt x="4055794" y="693846"/>
                  <a:pt x="4052671" y="695437"/>
                </a:cubicBezTo>
                <a:cubicBezTo>
                  <a:pt x="4050315" y="696615"/>
                  <a:pt x="4047310" y="698972"/>
                  <a:pt x="4043658" y="702506"/>
                </a:cubicBezTo>
                <a:lnTo>
                  <a:pt x="4043658" y="750931"/>
                </a:lnTo>
                <a:cubicBezTo>
                  <a:pt x="4046662" y="753877"/>
                  <a:pt x="4049770" y="756101"/>
                  <a:pt x="4052980" y="757603"/>
                </a:cubicBezTo>
                <a:cubicBezTo>
                  <a:pt x="4056191" y="759105"/>
                  <a:pt x="4059475" y="759856"/>
                  <a:pt x="4062833" y="759856"/>
                </a:cubicBezTo>
                <a:cubicBezTo>
                  <a:pt x="4068194" y="759856"/>
                  <a:pt x="4073187" y="756911"/>
                  <a:pt x="4077812" y="751019"/>
                </a:cubicBezTo>
                <a:cubicBezTo>
                  <a:pt x="4082436" y="745129"/>
                  <a:pt x="4084748" y="736557"/>
                  <a:pt x="4084748" y="725305"/>
                </a:cubicBezTo>
                <a:cubicBezTo>
                  <a:pt x="4084748" y="714936"/>
                  <a:pt x="4082436" y="706969"/>
                  <a:pt x="4077812" y="701402"/>
                </a:cubicBezTo>
                <a:cubicBezTo>
                  <a:pt x="4073187" y="695835"/>
                  <a:pt x="4067929" y="693051"/>
                  <a:pt x="4062038" y="693051"/>
                </a:cubicBezTo>
                <a:close/>
                <a:moveTo>
                  <a:pt x="7333466" y="692821"/>
                </a:moveTo>
                <a:cubicBezTo>
                  <a:pt x="7330344" y="692821"/>
                  <a:pt x="7327221" y="693616"/>
                  <a:pt x="7324099" y="695207"/>
                </a:cubicBezTo>
                <a:cubicBezTo>
                  <a:pt x="7321743" y="696385"/>
                  <a:pt x="7318738" y="698741"/>
                  <a:pt x="7315086" y="702276"/>
                </a:cubicBezTo>
                <a:lnTo>
                  <a:pt x="7315086" y="750701"/>
                </a:lnTo>
                <a:cubicBezTo>
                  <a:pt x="7318090" y="753647"/>
                  <a:pt x="7321198" y="755871"/>
                  <a:pt x="7324408" y="757373"/>
                </a:cubicBezTo>
                <a:cubicBezTo>
                  <a:pt x="7327619" y="758875"/>
                  <a:pt x="7330903" y="759626"/>
                  <a:pt x="7334261" y="759626"/>
                </a:cubicBezTo>
                <a:cubicBezTo>
                  <a:pt x="7339622" y="759626"/>
                  <a:pt x="7344615" y="756680"/>
                  <a:pt x="7349239" y="750789"/>
                </a:cubicBezTo>
                <a:cubicBezTo>
                  <a:pt x="7353864" y="744898"/>
                  <a:pt x="7356176" y="736327"/>
                  <a:pt x="7356176" y="725075"/>
                </a:cubicBezTo>
                <a:cubicBezTo>
                  <a:pt x="7356176" y="714706"/>
                  <a:pt x="7353864" y="706739"/>
                  <a:pt x="7349239" y="701171"/>
                </a:cubicBezTo>
                <a:cubicBezTo>
                  <a:pt x="7344615" y="695604"/>
                  <a:pt x="7339357" y="692821"/>
                  <a:pt x="7333466" y="692821"/>
                </a:cubicBezTo>
                <a:close/>
                <a:moveTo>
                  <a:pt x="5293219" y="686689"/>
                </a:moveTo>
                <a:cubicBezTo>
                  <a:pt x="5288329" y="686689"/>
                  <a:pt x="5283955" y="688588"/>
                  <a:pt x="5280096" y="692388"/>
                </a:cubicBezTo>
                <a:cubicBezTo>
                  <a:pt x="5276238" y="696188"/>
                  <a:pt x="5273984" y="701475"/>
                  <a:pt x="5273336" y="708250"/>
                </a:cubicBezTo>
                <a:lnTo>
                  <a:pt x="5310804" y="708250"/>
                </a:lnTo>
                <a:cubicBezTo>
                  <a:pt x="5310509" y="703066"/>
                  <a:pt x="5309890" y="699413"/>
                  <a:pt x="5308948" y="697293"/>
                </a:cubicBezTo>
                <a:cubicBezTo>
                  <a:pt x="5307475" y="693993"/>
                  <a:pt x="5305281" y="691402"/>
                  <a:pt x="5302365" y="689516"/>
                </a:cubicBezTo>
                <a:cubicBezTo>
                  <a:pt x="5299449" y="687631"/>
                  <a:pt x="5296400" y="686689"/>
                  <a:pt x="5293219" y="686689"/>
                </a:cubicBezTo>
                <a:close/>
                <a:moveTo>
                  <a:pt x="4302619" y="686689"/>
                </a:moveTo>
                <a:cubicBezTo>
                  <a:pt x="4297729" y="686689"/>
                  <a:pt x="4293355" y="688588"/>
                  <a:pt x="4289497" y="692388"/>
                </a:cubicBezTo>
                <a:cubicBezTo>
                  <a:pt x="4285638" y="696188"/>
                  <a:pt x="4283384" y="701475"/>
                  <a:pt x="4282736" y="708250"/>
                </a:cubicBezTo>
                <a:lnTo>
                  <a:pt x="4320204" y="708250"/>
                </a:lnTo>
                <a:cubicBezTo>
                  <a:pt x="4319909" y="703066"/>
                  <a:pt x="4319291" y="699413"/>
                  <a:pt x="4318348" y="697293"/>
                </a:cubicBezTo>
                <a:cubicBezTo>
                  <a:pt x="4316875" y="693993"/>
                  <a:pt x="4314681" y="691402"/>
                  <a:pt x="4311765" y="689516"/>
                </a:cubicBezTo>
                <a:cubicBezTo>
                  <a:pt x="4308849" y="687631"/>
                  <a:pt x="4305800" y="686689"/>
                  <a:pt x="4302619" y="686689"/>
                </a:cubicBezTo>
                <a:close/>
                <a:moveTo>
                  <a:pt x="7964572" y="686458"/>
                </a:moveTo>
                <a:cubicBezTo>
                  <a:pt x="7959682" y="686458"/>
                  <a:pt x="7955308" y="688358"/>
                  <a:pt x="7951449" y="692158"/>
                </a:cubicBezTo>
                <a:cubicBezTo>
                  <a:pt x="7947590" y="695958"/>
                  <a:pt x="7945337" y="701245"/>
                  <a:pt x="7944689" y="708020"/>
                </a:cubicBezTo>
                <a:lnTo>
                  <a:pt x="7982157" y="708020"/>
                </a:lnTo>
                <a:cubicBezTo>
                  <a:pt x="7981862" y="702836"/>
                  <a:pt x="7981243" y="699183"/>
                  <a:pt x="7980301" y="697063"/>
                </a:cubicBezTo>
                <a:cubicBezTo>
                  <a:pt x="7978828" y="693763"/>
                  <a:pt x="7976634" y="691171"/>
                  <a:pt x="7973718" y="689286"/>
                </a:cubicBezTo>
                <a:cubicBezTo>
                  <a:pt x="7970801" y="687401"/>
                  <a:pt x="7967753" y="686458"/>
                  <a:pt x="7964572" y="686458"/>
                </a:cubicBezTo>
                <a:close/>
                <a:moveTo>
                  <a:pt x="4506002" y="686247"/>
                </a:moveTo>
                <a:cubicBezTo>
                  <a:pt x="4502879" y="686247"/>
                  <a:pt x="4499743" y="687175"/>
                  <a:pt x="4496591" y="689030"/>
                </a:cubicBezTo>
                <a:cubicBezTo>
                  <a:pt x="4493439" y="690886"/>
                  <a:pt x="4490891" y="694141"/>
                  <a:pt x="4488947" y="698795"/>
                </a:cubicBezTo>
                <a:cubicBezTo>
                  <a:pt x="4487003" y="703449"/>
                  <a:pt x="4486031" y="709428"/>
                  <a:pt x="4486031" y="716733"/>
                </a:cubicBezTo>
                <a:cubicBezTo>
                  <a:pt x="4486031" y="728515"/>
                  <a:pt x="4488372" y="738678"/>
                  <a:pt x="4493056" y="747220"/>
                </a:cubicBezTo>
                <a:cubicBezTo>
                  <a:pt x="4497739" y="755762"/>
                  <a:pt x="4503910" y="760033"/>
                  <a:pt x="4511569" y="760033"/>
                </a:cubicBezTo>
                <a:cubicBezTo>
                  <a:pt x="4517283" y="760033"/>
                  <a:pt x="4521996" y="757676"/>
                  <a:pt x="4525707" y="752964"/>
                </a:cubicBezTo>
                <a:cubicBezTo>
                  <a:pt x="4529419" y="748251"/>
                  <a:pt x="4531274" y="740151"/>
                  <a:pt x="4531274" y="728663"/>
                </a:cubicBezTo>
                <a:cubicBezTo>
                  <a:pt x="4531274" y="714289"/>
                  <a:pt x="4528182" y="702977"/>
                  <a:pt x="4521996" y="694730"/>
                </a:cubicBezTo>
                <a:cubicBezTo>
                  <a:pt x="4517813" y="689075"/>
                  <a:pt x="4512482" y="686247"/>
                  <a:pt x="4506002" y="686247"/>
                </a:cubicBezTo>
                <a:close/>
                <a:moveTo>
                  <a:pt x="7005905" y="686016"/>
                </a:moveTo>
                <a:cubicBezTo>
                  <a:pt x="7002782" y="686016"/>
                  <a:pt x="6999645" y="686945"/>
                  <a:pt x="6996494" y="688800"/>
                </a:cubicBezTo>
                <a:cubicBezTo>
                  <a:pt x="6993342" y="690656"/>
                  <a:pt x="6990794" y="693911"/>
                  <a:pt x="6988850" y="698565"/>
                </a:cubicBezTo>
                <a:cubicBezTo>
                  <a:pt x="6986906" y="703219"/>
                  <a:pt x="6985934" y="709198"/>
                  <a:pt x="6985934" y="716503"/>
                </a:cubicBezTo>
                <a:cubicBezTo>
                  <a:pt x="6985934" y="728285"/>
                  <a:pt x="6988275" y="738448"/>
                  <a:pt x="6992959" y="746990"/>
                </a:cubicBezTo>
                <a:cubicBezTo>
                  <a:pt x="6997642" y="755532"/>
                  <a:pt x="7003813" y="759803"/>
                  <a:pt x="7011472" y="759803"/>
                </a:cubicBezTo>
                <a:cubicBezTo>
                  <a:pt x="7017186" y="759803"/>
                  <a:pt x="7021899" y="757446"/>
                  <a:pt x="7025610" y="752734"/>
                </a:cubicBezTo>
                <a:cubicBezTo>
                  <a:pt x="7029322" y="748021"/>
                  <a:pt x="7031178" y="739920"/>
                  <a:pt x="7031178" y="728433"/>
                </a:cubicBezTo>
                <a:cubicBezTo>
                  <a:pt x="7031178" y="714058"/>
                  <a:pt x="7028085" y="702747"/>
                  <a:pt x="7021899" y="694500"/>
                </a:cubicBezTo>
                <a:cubicBezTo>
                  <a:pt x="7017716" y="688844"/>
                  <a:pt x="7012385" y="686016"/>
                  <a:pt x="7005905" y="686016"/>
                </a:cubicBezTo>
                <a:close/>
                <a:moveTo>
                  <a:pt x="4383767" y="685893"/>
                </a:moveTo>
                <a:cubicBezTo>
                  <a:pt x="4378583" y="685893"/>
                  <a:pt x="4373959" y="688220"/>
                  <a:pt x="4369894" y="692874"/>
                </a:cubicBezTo>
                <a:cubicBezTo>
                  <a:pt x="4364533" y="699001"/>
                  <a:pt x="4361852" y="707956"/>
                  <a:pt x="4361852" y="719738"/>
                </a:cubicBezTo>
                <a:cubicBezTo>
                  <a:pt x="4361852" y="731638"/>
                  <a:pt x="4364444" y="740754"/>
                  <a:pt x="4369629" y="747087"/>
                </a:cubicBezTo>
                <a:cubicBezTo>
                  <a:pt x="4374813" y="753420"/>
                  <a:pt x="4380586" y="756587"/>
                  <a:pt x="4386948" y="756587"/>
                </a:cubicBezTo>
                <a:cubicBezTo>
                  <a:pt x="4392309" y="756587"/>
                  <a:pt x="4397493" y="753906"/>
                  <a:pt x="4402501" y="748545"/>
                </a:cubicBezTo>
                <a:lnTo>
                  <a:pt x="4402501" y="706836"/>
                </a:lnTo>
                <a:cubicBezTo>
                  <a:pt x="4402147" y="702830"/>
                  <a:pt x="4401087" y="699178"/>
                  <a:pt x="4399320" y="695879"/>
                </a:cubicBezTo>
                <a:cubicBezTo>
                  <a:pt x="4397552" y="692580"/>
                  <a:pt x="4395211" y="690091"/>
                  <a:pt x="4392295" y="688412"/>
                </a:cubicBezTo>
                <a:cubicBezTo>
                  <a:pt x="4389378" y="686733"/>
                  <a:pt x="4386536" y="685893"/>
                  <a:pt x="4383767" y="685893"/>
                </a:cubicBezTo>
                <a:close/>
                <a:moveTo>
                  <a:pt x="7682356" y="684514"/>
                </a:moveTo>
                <a:cubicBezTo>
                  <a:pt x="7677997" y="684514"/>
                  <a:pt x="7674344" y="686252"/>
                  <a:pt x="7671399" y="689728"/>
                </a:cubicBezTo>
                <a:cubicBezTo>
                  <a:pt x="7668453" y="693204"/>
                  <a:pt x="7666981" y="698535"/>
                  <a:pt x="7666981" y="705722"/>
                </a:cubicBezTo>
                <a:cubicBezTo>
                  <a:pt x="7666981" y="715030"/>
                  <a:pt x="7668983" y="722247"/>
                  <a:pt x="7672989" y="727372"/>
                </a:cubicBezTo>
                <a:cubicBezTo>
                  <a:pt x="7676053" y="731260"/>
                  <a:pt x="7679941" y="733204"/>
                  <a:pt x="7684654" y="733204"/>
                </a:cubicBezTo>
                <a:cubicBezTo>
                  <a:pt x="7689131" y="733204"/>
                  <a:pt x="7692813" y="731526"/>
                  <a:pt x="7695700" y="728168"/>
                </a:cubicBezTo>
                <a:cubicBezTo>
                  <a:pt x="7698586" y="724810"/>
                  <a:pt x="7700030" y="719537"/>
                  <a:pt x="7700030" y="712350"/>
                </a:cubicBezTo>
                <a:cubicBezTo>
                  <a:pt x="7700030" y="702983"/>
                  <a:pt x="7697997" y="695649"/>
                  <a:pt x="7693932" y="690346"/>
                </a:cubicBezTo>
                <a:cubicBezTo>
                  <a:pt x="7690928" y="686458"/>
                  <a:pt x="7687069" y="684514"/>
                  <a:pt x="7682356" y="684514"/>
                </a:cubicBezTo>
                <a:close/>
                <a:moveTo>
                  <a:pt x="4787524" y="682889"/>
                </a:moveTo>
                <a:lnTo>
                  <a:pt x="4815890" y="682889"/>
                </a:lnTo>
                <a:lnTo>
                  <a:pt x="4815890" y="737058"/>
                </a:lnTo>
                <a:cubicBezTo>
                  <a:pt x="4815890" y="744598"/>
                  <a:pt x="4817200" y="749547"/>
                  <a:pt x="4819822" y="751903"/>
                </a:cubicBezTo>
                <a:cubicBezTo>
                  <a:pt x="4822444" y="754260"/>
                  <a:pt x="4825610" y="755438"/>
                  <a:pt x="4829321" y="755438"/>
                </a:cubicBezTo>
                <a:cubicBezTo>
                  <a:pt x="4831855" y="755438"/>
                  <a:pt x="4834727" y="754643"/>
                  <a:pt x="4837938" y="753052"/>
                </a:cubicBezTo>
                <a:cubicBezTo>
                  <a:pt x="4841148" y="751461"/>
                  <a:pt x="4844962" y="748428"/>
                  <a:pt x="4849381" y="743950"/>
                </a:cubicBezTo>
                <a:lnTo>
                  <a:pt x="4849381" y="698088"/>
                </a:lnTo>
                <a:cubicBezTo>
                  <a:pt x="4849381" y="693493"/>
                  <a:pt x="4848541" y="690385"/>
                  <a:pt x="4846862" y="688765"/>
                </a:cubicBezTo>
                <a:cubicBezTo>
                  <a:pt x="4845183" y="687145"/>
                  <a:pt x="4841693" y="686276"/>
                  <a:pt x="4836391" y="686159"/>
                </a:cubicBezTo>
                <a:lnTo>
                  <a:pt x="4836391" y="682889"/>
                </a:lnTo>
                <a:lnTo>
                  <a:pt x="4863961" y="682889"/>
                </a:lnTo>
                <a:lnTo>
                  <a:pt x="4863961" y="731933"/>
                </a:lnTo>
                <a:cubicBezTo>
                  <a:pt x="4863961" y="741299"/>
                  <a:pt x="4864182" y="747028"/>
                  <a:pt x="4864624" y="749120"/>
                </a:cubicBezTo>
                <a:cubicBezTo>
                  <a:pt x="4865066" y="751211"/>
                  <a:pt x="4865773" y="752669"/>
                  <a:pt x="4866745" y="753494"/>
                </a:cubicBezTo>
                <a:cubicBezTo>
                  <a:pt x="4867717" y="754319"/>
                  <a:pt x="4868851" y="754731"/>
                  <a:pt x="4870147" y="754731"/>
                </a:cubicBezTo>
                <a:cubicBezTo>
                  <a:pt x="4871973" y="754731"/>
                  <a:pt x="4874035" y="754230"/>
                  <a:pt x="4876332" y="753229"/>
                </a:cubicBezTo>
                <a:lnTo>
                  <a:pt x="4877570" y="756322"/>
                </a:lnTo>
                <a:lnTo>
                  <a:pt x="4853357" y="766307"/>
                </a:lnTo>
                <a:lnTo>
                  <a:pt x="4849381" y="766307"/>
                </a:lnTo>
                <a:lnTo>
                  <a:pt x="4849381" y="749164"/>
                </a:lnTo>
                <a:cubicBezTo>
                  <a:pt x="4842429" y="756704"/>
                  <a:pt x="4837127" y="761447"/>
                  <a:pt x="4833475" y="763391"/>
                </a:cubicBezTo>
                <a:cubicBezTo>
                  <a:pt x="4829822" y="765335"/>
                  <a:pt x="4825963" y="766307"/>
                  <a:pt x="4821899" y="766307"/>
                </a:cubicBezTo>
                <a:cubicBezTo>
                  <a:pt x="4817362" y="766307"/>
                  <a:pt x="4813430" y="764996"/>
                  <a:pt x="4810102" y="762375"/>
                </a:cubicBezTo>
                <a:cubicBezTo>
                  <a:pt x="4806773" y="759753"/>
                  <a:pt x="4804461" y="756381"/>
                  <a:pt x="4803165" y="752257"/>
                </a:cubicBezTo>
                <a:cubicBezTo>
                  <a:pt x="4801869" y="748133"/>
                  <a:pt x="4801221" y="742301"/>
                  <a:pt x="4801221" y="734760"/>
                </a:cubicBezTo>
                <a:lnTo>
                  <a:pt x="4801221" y="698618"/>
                </a:lnTo>
                <a:cubicBezTo>
                  <a:pt x="4801221" y="694789"/>
                  <a:pt x="4800808" y="692138"/>
                  <a:pt x="4799984" y="690665"/>
                </a:cubicBezTo>
                <a:cubicBezTo>
                  <a:pt x="4799159" y="689193"/>
                  <a:pt x="4797936" y="688058"/>
                  <a:pt x="4796316" y="687263"/>
                </a:cubicBezTo>
                <a:cubicBezTo>
                  <a:pt x="4794696" y="686468"/>
                  <a:pt x="4791766" y="686099"/>
                  <a:pt x="4787524" y="686159"/>
                </a:cubicBezTo>
                <a:close/>
                <a:moveTo>
                  <a:pt x="7382677" y="682659"/>
                </a:moveTo>
                <a:lnTo>
                  <a:pt x="7411043" y="682659"/>
                </a:lnTo>
                <a:lnTo>
                  <a:pt x="7411043" y="736827"/>
                </a:lnTo>
                <a:cubicBezTo>
                  <a:pt x="7411043" y="744368"/>
                  <a:pt x="7412353" y="749316"/>
                  <a:pt x="7414975" y="751673"/>
                </a:cubicBezTo>
                <a:cubicBezTo>
                  <a:pt x="7417597" y="754029"/>
                  <a:pt x="7420763" y="755208"/>
                  <a:pt x="7424474" y="755208"/>
                </a:cubicBezTo>
                <a:cubicBezTo>
                  <a:pt x="7427008" y="755208"/>
                  <a:pt x="7429880" y="754412"/>
                  <a:pt x="7433090" y="752822"/>
                </a:cubicBezTo>
                <a:cubicBezTo>
                  <a:pt x="7436301" y="751231"/>
                  <a:pt x="7440115" y="748197"/>
                  <a:pt x="7444534" y="743720"/>
                </a:cubicBezTo>
                <a:lnTo>
                  <a:pt x="7444534" y="697858"/>
                </a:lnTo>
                <a:cubicBezTo>
                  <a:pt x="7444534" y="693263"/>
                  <a:pt x="7443694" y="690155"/>
                  <a:pt x="7442015" y="688535"/>
                </a:cubicBezTo>
                <a:cubicBezTo>
                  <a:pt x="7440336" y="686915"/>
                  <a:pt x="7436846" y="686046"/>
                  <a:pt x="7431544" y="685928"/>
                </a:cubicBezTo>
                <a:lnTo>
                  <a:pt x="7431544" y="682659"/>
                </a:lnTo>
                <a:lnTo>
                  <a:pt x="7459114" y="682659"/>
                </a:lnTo>
                <a:lnTo>
                  <a:pt x="7459114" y="731702"/>
                </a:lnTo>
                <a:cubicBezTo>
                  <a:pt x="7459114" y="741069"/>
                  <a:pt x="7459335" y="746798"/>
                  <a:pt x="7459777" y="748889"/>
                </a:cubicBezTo>
                <a:cubicBezTo>
                  <a:pt x="7460219" y="750981"/>
                  <a:pt x="7460926" y="752439"/>
                  <a:pt x="7461898" y="753264"/>
                </a:cubicBezTo>
                <a:cubicBezTo>
                  <a:pt x="7462870" y="754089"/>
                  <a:pt x="7464004" y="754501"/>
                  <a:pt x="7465300" y="754501"/>
                </a:cubicBezTo>
                <a:cubicBezTo>
                  <a:pt x="7467126" y="754501"/>
                  <a:pt x="7469188" y="754000"/>
                  <a:pt x="7471485" y="752999"/>
                </a:cubicBezTo>
                <a:lnTo>
                  <a:pt x="7472723" y="756091"/>
                </a:lnTo>
                <a:lnTo>
                  <a:pt x="7448510" y="766077"/>
                </a:lnTo>
                <a:lnTo>
                  <a:pt x="7444534" y="766077"/>
                </a:lnTo>
                <a:lnTo>
                  <a:pt x="7444534" y="748934"/>
                </a:lnTo>
                <a:cubicBezTo>
                  <a:pt x="7437582" y="756474"/>
                  <a:pt x="7432280" y="761217"/>
                  <a:pt x="7428628" y="763161"/>
                </a:cubicBezTo>
                <a:cubicBezTo>
                  <a:pt x="7424975" y="765105"/>
                  <a:pt x="7421116" y="766077"/>
                  <a:pt x="7417052" y="766077"/>
                </a:cubicBezTo>
                <a:cubicBezTo>
                  <a:pt x="7412515" y="766077"/>
                  <a:pt x="7408583" y="764766"/>
                  <a:pt x="7405255" y="762145"/>
                </a:cubicBezTo>
                <a:cubicBezTo>
                  <a:pt x="7401926" y="759523"/>
                  <a:pt x="7399614" y="756150"/>
                  <a:pt x="7398318" y="752027"/>
                </a:cubicBezTo>
                <a:cubicBezTo>
                  <a:pt x="7397022" y="747903"/>
                  <a:pt x="7396374" y="742070"/>
                  <a:pt x="7396374" y="734530"/>
                </a:cubicBezTo>
                <a:lnTo>
                  <a:pt x="7396374" y="698388"/>
                </a:lnTo>
                <a:cubicBezTo>
                  <a:pt x="7396374" y="694559"/>
                  <a:pt x="7395961" y="691908"/>
                  <a:pt x="7395137" y="690435"/>
                </a:cubicBezTo>
                <a:cubicBezTo>
                  <a:pt x="7394312" y="688962"/>
                  <a:pt x="7393089" y="687828"/>
                  <a:pt x="7391469" y="687033"/>
                </a:cubicBezTo>
                <a:cubicBezTo>
                  <a:pt x="7389849" y="686238"/>
                  <a:pt x="7386919" y="685869"/>
                  <a:pt x="7382677" y="685928"/>
                </a:cubicBezTo>
                <a:close/>
                <a:moveTo>
                  <a:pt x="5211275" y="680503"/>
                </a:moveTo>
                <a:cubicBezTo>
                  <a:pt x="5214457" y="680503"/>
                  <a:pt x="5218315" y="681181"/>
                  <a:pt x="5222851" y="682536"/>
                </a:cubicBezTo>
                <a:cubicBezTo>
                  <a:pt x="5225855" y="683419"/>
                  <a:pt x="5227858" y="683861"/>
                  <a:pt x="5228860" y="683861"/>
                </a:cubicBezTo>
                <a:cubicBezTo>
                  <a:pt x="5229802" y="683861"/>
                  <a:pt x="5230539" y="683655"/>
                  <a:pt x="5231069" y="683242"/>
                </a:cubicBezTo>
                <a:cubicBezTo>
                  <a:pt x="5231599" y="682830"/>
                  <a:pt x="5232218" y="681917"/>
                  <a:pt x="5232925" y="680503"/>
                </a:cubicBezTo>
                <a:lnTo>
                  <a:pt x="5235841" y="680503"/>
                </a:lnTo>
                <a:lnTo>
                  <a:pt x="5235841" y="708073"/>
                </a:lnTo>
                <a:lnTo>
                  <a:pt x="5232925" y="708073"/>
                </a:lnTo>
                <a:cubicBezTo>
                  <a:pt x="5230686" y="699413"/>
                  <a:pt x="5227814" y="693522"/>
                  <a:pt x="5224309" y="690400"/>
                </a:cubicBezTo>
                <a:cubicBezTo>
                  <a:pt x="5220804" y="687278"/>
                  <a:pt x="5216341" y="685717"/>
                  <a:pt x="5210921" y="685717"/>
                </a:cubicBezTo>
                <a:cubicBezTo>
                  <a:pt x="5206798" y="685717"/>
                  <a:pt x="5203469" y="686806"/>
                  <a:pt x="5200936" y="688986"/>
                </a:cubicBezTo>
                <a:cubicBezTo>
                  <a:pt x="5198403" y="691166"/>
                  <a:pt x="5197136" y="693581"/>
                  <a:pt x="5197136" y="696232"/>
                </a:cubicBezTo>
                <a:cubicBezTo>
                  <a:pt x="5197136" y="699531"/>
                  <a:pt x="5198079" y="702359"/>
                  <a:pt x="5199964" y="704716"/>
                </a:cubicBezTo>
                <a:cubicBezTo>
                  <a:pt x="5201790" y="707131"/>
                  <a:pt x="5205502" y="709693"/>
                  <a:pt x="5211098" y="712403"/>
                </a:cubicBezTo>
                <a:lnTo>
                  <a:pt x="5224000" y="718677"/>
                </a:lnTo>
                <a:cubicBezTo>
                  <a:pt x="5235959" y="724510"/>
                  <a:pt x="5241938" y="732198"/>
                  <a:pt x="5241938" y="741741"/>
                </a:cubicBezTo>
                <a:cubicBezTo>
                  <a:pt x="5241938" y="749105"/>
                  <a:pt x="5239155" y="755040"/>
                  <a:pt x="5233587" y="759547"/>
                </a:cubicBezTo>
                <a:cubicBezTo>
                  <a:pt x="5228020" y="764054"/>
                  <a:pt x="5221790" y="766307"/>
                  <a:pt x="5214899" y="766307"/>
                </a:cubicBezTo>
                <a:cubicBezTo>
                  <a:pt x="5209949" y="766307"/>
                  <a:pt x="5204294" y="765423"/>
                  <a:pt x="5197931" y="763656"/>
                </a:cubicBezTo>
                <a:cubicBezTo>
                  <a:pt x="5195987" y="763067"/>
                  <a:pt x="5194397" y="762772"/>
                  <a:pt x="5193160" y="762772"/>
                </a:cubicBezTo>
                <a:cubicBezTo>
                  <a:pt x="5191805" y="762772"/>
                  <a:pt x="5190744" y="763538"/>
                  <a:pt x="5189978" y="765070"/>
                </a:cubicBezTo>
                <a:lnTo>
                  <a:pt x="5187062" y="765070"/>
                </a:lnTo>
                <a:lnTo>
                  <a:pt x="5187062" y="736174"/>
                </a:lnTo>
                <a:lnTo>
                  <a:pt x="5189978" y="736174"/>
                </a:lnTo>
                <a:cubicBezTo>
                  <a:pt x="5191628" y="744422"/>
                  <a:pt x="5194780" y="750637"/>
                  <a:pt x="5199434" y="754820"/>
                </a:cubicBezTo>
                <a:cubicBezTo>
                  <a:pt x="5204088" y="759002"/>
                  <a:pt x="5209301" y="761094"/>
                  <a:pt x="5215075" y="761094"/>
                </a:cubicBezTo>
                <a:cubicBezTo>
                  <a:pt x="5219139" y="761094"/>
                  <a:pt x="5222453" y="759900"/>
                  <a:pt x="5225016" y="757514"/>
                </a:cubicBezTo>
                <a:cubicBezTo>
                  <a:pt x="5227579" y="755129"/>
                  <a:pt x="5228860" y="752257"/>
                  <a:pt x="5228860" y="748899"/>
                </a:cubicBezTo>
                <a:cubicBezTo>
                  <a:pt x="5228860" y="744834"/>
                  <a:pt x="5227431" y="741417"/>
                  <a:pt x="5224574" y="738648"/>
                </a:cubicBezTo>
                <a:cubicBezTo>
                  <a:pt x="5221717" y="735879"/>
                  <a:pt x="5216017" y="732374"/>
                  <a:pt x="5207475" y="728132"/>
                </a:cubicBezTo>
                <a:cubicBezTo>
                  <a:pt x="5198933" y="723891"/>
                  <a:pt x="5193336" y="720062"/>
                  <a:pt x="5190685" y="716645"/>
                </a:cubicBezTo>
                <a:cubicBezTo>
                  <a:pt x="5188034" y="713287"/>
                  <a:pt x="5186709" y="709046"/>
                  <a:pt x="5186709" y="703920"/>
                </a:cubicBezTo>
                <a:cubicBezTo>
                  <a:pt x="5186709" y="697263"/>
                  <a:pt x="5188992" y="691696"/>
                  <a:pt x="5193557" y="687219"/>
                </a:cubicBezTo>
                <a:cubicBezTo>
                  <a:pt x="5198123" y="682741"/>
                  <a:pt x="5204029" y="680503"/>
                  <a:pt x="5211275" y="680503"/>
                </a:cubicBezTo>
                <a:close/>
                <a:moveTo>
                  <a:pt x="5140819" y="680503"/>
                </a:moveTo>
                <a:cubicBezTo>
                  <a:pt x="5148006" y="680503"/>
                  <a:pt x="5153897" y="681711"/>
                  <a:pt x="5158492" y="684126"/>
                </a:cubicBezTo>
                <a:cubicBezTo>
                  <a:pt x="5161968" y="685952"/>
                  <a:pt x="5164530" y="688810"/>
                  <a:pt x="5166180" y="692697"/>
                </a:cubicBezTo>
                <a:cubicBezTo>
                  <a:pt x="5167240" y="695231"/>
                  <a:pt x="5167771" y="700415"/>
                  <a:pt x="5167771" y="708250"/>
                </a:cubicBezTo>
                <a:lnTo>
                  <a:pt x="5167771" y="735732"/>
                </a:lnTo>
                <a:cubicBezTo>
                  <a:pt x="5167771" y="743450"/>
                  <a:pt x="5167918" y="748177"/>
                  <a:pt x="5168212" y="749915"/>
                </a:cubicBezTo>
                <a:cubicBezTo>
                  <a:pt x="5168507" y="751653"/>
                  <a:pt x="5168993" y="752816"/>
                  <a:pt x="5169670" y="753406"/>
                </a:cubicBezTo>
                <a:cubicBezTo>
                  <a:pt x="5170348" y="753995"/>
                  <a:pt x="5171128" y="754289"/>
                  <a:pt x="5172012" y="754289"/>
                </a:cubicBezTo>
                <a:cubicBezTo>
                  <a:pt x="5172955" y="754289"/>
                  <a:pt x="5173779" y="754083"/>
                  <a:pt x="5174486" y="753671"/>
                </a:cubicBezTo>
                <a:cubicBezTo>
                  <a:pt x="5175724" y="752905"/>
                  <a:pt x="5178110" y="750754"/>
                  <a:pt x="5181644" y="747220"/>
                </a:cubicBezTo>
                <a:lnTo>
                  <a:pt x="5181644" y="752169"/>
                </a:lnTo>
                <a:cubicBezTo>
                  <a:pt x="5175046" y="761005"/>
                  <a:pt x="5168743" y="765423"/>
                  <a:pt x="5162734" y="765423"/>
                </a:cubicBezTo>
                <a:cubicBezTo>
                  <a:pt x="5159847" y="765423"/>
                  <a:pt x="5157549" y="764422"/>
                  <a:pt x="5155841" y="762419"/>
                </a:cubicBezTo>
                <a:cubicBezTo>
                  <a:pt x="5154133" y="760416"/>
                  <a:pt x="5153249" y="756999"/>
                  <a:pt x="5153190" y="752169"/>
                </a:cubicBezTo>
                <a:cubicBezTo>
                  <a:pt x="5144884" y="758590"/>
                  <a:pt x="5139670" y="762301"/>
                  <a:pt x="5137549" y="763303"/>
                </a:cubicBezTo>
                <a:cubicBezTo>
                  <a:pt x="5134368" y="764775"/>
                  <a:pt x="5130980" y="765512"/>
                  <a:pt x="5127387" y="765512"/>
                </a:cubicBezTo>
                <a:cubicBezTo>
                  <a:pt x="5121790" y="765512"/>
                  <a:pt x="5117181" y="763597"/>
                  <a:pt x="5113557" y="759768"/>
                </a:cubicBezTo>
                <a:cubicBezTo>
                  <a:pt x="5109934" y="755939"/>
                  <a:pt x="5108123" y="750902"/>
                  <a:pt x="5108123" y="744657"/>
                </a:cubicBezTo>
                <a:cubicBezTo>
                  <a:pt x="5108123" y="740710"/>
                  <a:pt x="5109007" y="737293"/>
                  <a:pt x="5110774" y="734407"/>
                </a:cubicBezTo>
                <a:cubicBezTo>
                  <a:pt x="5113189" y="730401"/>
                  <a:pt x="5117387" y="726630"/>
                  <a:pt x="5123366" y="723096"/>
                </a:cubicBezTo>
                <a:cubicBezTo>
                  <a:pt x="5129346" y="719561"/>
                  <a:pt x="5139287" y="715261"/>
                  <a:pt x="5153190" y="710194"/>
                </a:cubicBezTo>
                <a:lnTo>
                  <a:pt x="5153190" y="707013"/>
                </a:lnTo>
                <a:cubicBezTo>
                  <a:pt x="5153190" y="698942"/>
                  <a:pt x="5151909" y="693404"/>
                  <a:pt x="5149346" y="690400"/>
                </a:cubicBezTo>
                <a:cubicBezTo>
                  <a:pt x="5146783" y="687396"/>
                  <a:pt x="5143057" y="685893"/>
                  <a:pt x="5138168" y="685893"/>
                </a:cubicBezTo>
                <a:cubicBezTo>
                  <a:pt x="5134456" y="685893"/>
                  <a:pt x="5131511" y="686895"/>
                  <a:pt x="5129331" y="688898"/>
                </a:cubicBezTo>
                <a:cubicBezTo>
                  <a:pt x="5127092" y="690901"/>
                  <a:pt x="5125973" y="693198"/>
                  <a:pt x="5125973" y="695790"/>
                </a:cubicBezTo>
                <a:lnTo>
                  <a:pt x="5126150" y="700916"/>
                </a:lnTo>
                <a:cubicBezTo>
                  <a:pt x="5126150" y="703626"/>
                  <a:pt x="5125458" y="705717"/>
                  <a:pt x="5124073" y="707190"/>
                </a:cubicBezTo>
                <a:cubicBezTo>
                  <a:pt x="5122689" y="708662"/>
                  <a:pt x="5120877" y="709399"/>
                  <a:pt x="5118639" y="709399"/>
                </a:cubicBezTo>
                <a:cubicBezTo>
                  <a:pt x="5116459" y="709399"/>
                  <a:pt x="5114677" y="708633"/>
                  <a:pt x="5113292" y="707101"/>
                </a:cubicBezTo>
                <a:cubicBezTo>
                  <a:pt x="5111908" y="705570"/>
                  <a:pt x="5111216" y="703478"/>
                  <a:pt x="5111216" y="700827"/>
                </a:cubicBezTo>
                <a:cubicBezTo>
                  <a:pt x="5111216" y="695761"/>
                  <a:pt x="5113808" y="691107"/>
                  <a:pt x="5118992" y="686865"/>
                </a:cubicBezTo>
                <a:cubicBezTo>
                  <a:pt x="5124176" y="682624"/>
                  <a:pt x="5131452" y="680503"/>
                  <a:pt x="5140819" y="680503"/>
                </a:cubicBezTo>
                <a:close/>
                <a:moveTo>
                  <a:pt x="4975024" y="680503"/>
                </a:moveTo>
                <a:cubicBezTo>
                  <a:pt x="4982977" y="680503"/>
                  <a:pt x="4989516" y="682609"/>
                  <a:pt x="4994641" y="686821"/>
                </a:cubicBezTo>
                <a:cubicBezTo>
                  <a:pt x="4999767" y="691033"/>
                  <a:pt x="5002329" y="695407"/>
                  <a:pt x="5002329" y="699944"/>
                </a:cubicBezTo>
                <a:cubicBezTo>
                  <a:pt x="5002329" y="702182"/>
                  <a:pt x="5001608" y="703994"/>
                  <a:pt x="5000164" y="705378"/>
                </a:cubicBezTo>
                <a:cubicBezTo>
                  <a:pt x="4998721" y="706762"/>
                  <a:pt x="4996703" y="707455"/>
                  <a:pt x="4994111" y="707455"/>
                </a:cubicBezTo>
                <a:cubicBezTo>
                  <a:pt x="4990636" y="707455"/>
                  <a:pt x="4988014" y="706335"/>
                  <a:pt x="4986247" y="704097"/>
                </a:cubicBezTo>
                <a:cubicBezTo>
                  <a:pt x="4985246" y="702860"/>
                  <a:pt x="4984582" y="700503"/>
                  <a:pt x="4984258" y="697027"/>
                </a:cubicBezTo>
                <a:cubicBezTo>
                  <a:pt x="4983934" y="693552"/>
                  <a:pt x="4982741" y="690901"/>
                  <a:pt x="4980680" y="689075"/>
                </a:cubicBezTo>
                <a:cubicBezTo>
                  <a:pt x="4978618" y="687307"/>
                  <a:pt x="4975761" y="686424"/>
                  <a:pt x="4972108" y="686424"/>
                </a:cubicBezTo>
                <a:cubicBezTo>
                  <a:pt x="4966217" y="686424"/>
                  <a:pt x="4961475" y="688603"/>
                  <a:pt x="4957881" y="692963"/>
                </a:cubicBezTo>
                <a:cubicBezTo>
                  <a:pt x="4953110" y="698736"/>
                  <a:pt x="4950723" y="706365"/>
                  <a:pt x="4950723" y="715850"/>
                </a:cubicBezTo>
                <a:cubicBezTo>
                  <a:pt x="4950723" y="725511"/>
                  <a:pt x="4953094" y="734039"/>
                  <a:pt x="4957837" y="741432"/>
                </a:cubicBezTo>
                <a:cubicBezTo>
                  <a:pt x="4962579" y="748825"/>
                  <a:pt x="4968986" y="752522"/>
                  <a:pt x="4977057" y="752522"/>
                </a:cubicBezTo>
                <a:cubicBezTo>
                  <a:pt x="4982830" y="752522"/>
                  <a:pt x="4988014" y="750548"/>
                  <a:pt x="4992609" y="746601"/>
                </a:cubicBezTo>
                <a:cubicBezTo>
                  <a:pt x="4995849" y="743891"/>
                  <a:pt x="4999001" y="738972"/>
                  <a:pt x="5002064" y="731844"/>
                </a:cubicBezTo>
                <a:lnTo>
                  <a:pt x="5004627" y="733081"/>
                </a:lnTo>
                <a:cubicBezTo>
                  <a:pt x="5002447" y="743744"/>
                  <a:pt x="4998176" y="751948"/>
                  <a:pt x="4991814" y="757691"/>
                </a:cubicBezTo>
                <a:cubicBezTo>
                  <a:pt x="4985451" y="763435"/>
                  <a:pt x="4978412" y="766307"/>
                  <a:pt x="4970694" y="766307"/>
                </a:cubicBezTo>
                <a:cubicBezTo>
                  <a:pt x="4961504" y="766307"/>
                  <a:pt x="4953492" y="762448"/>
                  <a:pt x="4946658" y="754731"/>
                </a:cubicBezTo>
                <a:cubicBezTo>
                  <a:pt x="4939825" y="747014"/>
                  <a:pt x="4936408" y="736586"/>
                  <a:pt x="4936408" y="723449"/>
                </a:cubicBezTo>
                <a:cubicBezTo>
                  <a:pt x="4936408" y="710724"/>
                  <a:pt x="4940193" y="700385"/>
                  <a:pt x="4947763" y="692432"/>
                </a:cubicBezTo>
                <a:cubicBezTo>
                  <a:pt x="4955333" y="684480"/>
                  <a:pt x="4964420" y="680503"/>
                  <a:pt x="4975024" y="680503"/>
                </a:cubicBezTo>
                <a:close/>
                <a:moveTo>
                  <a:pt x="4898699" y="680503"/>
                </a:moveTo>
                <a:lnTo>
                  <a:pt x="4902411" y="680503"/>
                </a:lnTo>
                <a:lnTo>
                  <a:pt x="4902411" y="698706"/>
                </a:lnTo>
                <a:cubicBezTo>
                  <a:pt x="4909185" y="686571"/>
                  <a:pt x="4916136" y="680503"/>
                  <a:pt x="4923264" y="680503"/>
                </a:cubicBezTo>
                <a:cubicBezTo>
                  <a:pt x="4926505" y="680503"/>
                  <a:pt x="4929185" y="681490"/>
                  <a:pt x="4931306" y="683463"/>
                </a:cubicBezTo>
                <a:cubicBezTo>
                  <a:pt x="4933427" y="685437"/>
                  <a:pt x="4934487" y="687719"/>
                  <a:pt x="4934487" y="690312"/>
                </a:cubicBezTo>
                <a:cubicBezTo>
                  <a:pt x="4934487" y="692609"/>
                  <a:pt x="4933721" y="694553"/>
                  <a:pt x="4932190" y="696144"/>
                </a:cubicBezTo>
                <a:cubicBezTo>
                  <a:pt x="4930658" y="697734"/>
                  <a:pt x="4928832" y="698530"/>
                  <a:pt x="4926711" y="698530"/>
                </a:cubicBezTo>
                <a:cubicBezTo>
                  <a:pt x="4924649" y="698530"/>
                  <a:pt x="4922337" y="697514"/>
                  <a:pt x="4919774" y="695481"/>
                </a:cubicBezTo>
                <a:cubicBezTo>
                  <a:pt x="4917211" y="693449"/>
                  <a:pt x="4915311" y="692432"/>
                  <a:pt x="4914074" y="692432"/>
                </a:cubicBezTo>
                <a:cubicBezTo>
                  <a:pt x="4913014" y="692432"/>
                  <a:pt x="4911865" y="693021"/>
                  <a:pt x="4910628" y="694200"/>
                </a:cubicBezTo>
                <a:cubicBezTo>
                  <a:pt x="4907977" y="696615"/>
                  <a:pt x="4905238" y="700592"/>
                  <a:pt x="4902411" y="706129"/>
                </a:cubicBezTo>
                <a:lnTo>
                  <a:pt x="4902411" y="744922"/>
                </a:lnTo>
                <a:cubicBezTo>
                  <a:pt x="4902411" y="749400"/>
                  <a:pt x="4902970" y="752787"/>
                  <a:pt x="4904089" y="755085"/>
                </a:cubicBezTo>
                <a:cubicBezTo>
                  <a:pt x="4904855" y="756675"/>
                  <a:pt x="4906210" y="758001"/>
                  <a:pt x="4908154" y="759061"/>
                </a:cubicBezTo>
                <a:cubicBezTo>
                  <a:pt x="4910098" y="760121"/>
                  <a:pt x="4912896" y="760652"/>
                  <a:pt x="4916549" y="760652"/>
                </a:cubicBezTo>
                <a:lnTo>
                  <a:pt x="4916549" y="763833"/>
                </a:lnTo>
                <a:lnTo>
                  <a:pt x="4875105" y="763833"/>
                </a:lnTo>
                <a:lnTo>
                  <a:pt x="4875105" y="760652"/>
                </a:lnTo>
                <a:cubicBezTo>
                  <a:pt x="4879228" y="760652"/>
                  <a:pt x="4882292" y="760003"/>
                  <a:pt x="4884295" y="758708"/>
                </a:cubicBezTo>
                <a:cubicBezTo>
                  <a:pt x="4885768" y="757765"/>
                  <a:pt x="4886798" y="756263"/>
                  <a:pt x="4887388" y="754201"/>
                </a:cubicBezTo>
                <a:cubicBezTo>
                  <a:pt x="4887682" y="753199"/>
                  <a:pt x="4887829" y="750342"/>
                  <a:pt x="4887829" y="745629"/>
                </a:cubicBezTo>
                <a:lnTo>
                  <a:pt x="4887829" y="714259"/>
                </a:lnTo>
                <a:cubicBezTo>
                  <a:pt x="4887829" y="704833"/>
                  <a:pt x="4887638" y="699222"/>
                  <a:pt x="4887255" y="697425"/>
                </a:cubicBezTo>
                <a:cubicBezTo>
                  <a:pt x="4886872" y="695628"/>
                  <a:pt x="4886165" y="694318"/>
                  <a:pt x="4885134" y="693493"/>
                </a:cubicBezTo>
                <a:cubicBezTo>
                  <a:pt x="4884103" y="692668"/>
                  <a:pt x="4882822" y="692256"/>
                  <a:pt x="4881290" y="692256"/>
                </a:cubicBezTo>
                <a:cubicBezTo>
                  <a:pt x="4879464" y="692256"/>
                  <a:pt x="4877403" y="692697"/>
                  <a:pt x="4875105" y="693581"/>
                </a:cubicBezTo>
                <a:lnTo>
                  <a:pt x="4874221" y="690400"/>
                </a:lnTo>
                <a:close/>
                <a:moveTo>
                  <a:pt x="4746089" y="680503"/>
                </a:moveTo>
                <a:cubicBezTo>
                  <a:pt x="4754219" y="680503"/>
                  <a:pt x="4760994" y="683684"/>
                  <a:pt x="4766414" y="690047"/>
                </a:cubicBezTo>
                <a:cubicBezTo>
                  <a:pt x="4773071" y="697823"/>
                  <a:pt x="4776399" y="707956"/>
                  <a:pt x="4776399" y="720445"/>
                </a:cubicBezTo>
                <a:cubicBezTo>
                  <a:pt x="4776399" y="734407"/>
                  <a:pt x="4772393" y="745953"/>
                  <a:pt x="4764381" y="755085"/>
                </a:cubicBezTo>
                <a:cubicBezTo>
                  <a:pt x="4757783" y="762566"/>
                  <a:pt x="4749477" y="766307"/>
                  <a:pt x="4739462" y="766307"/>
                </a:cubicBezTo>
                <a:cubicBezTo>
                  <a:pt x="4735102" y="766307"/>
                  <a:pt x="4731332" y="765689"/>
                  <a:pt x="4728151" y="764451"/>
                </a:cubicBezTo>
                <a:cubicBezTo>
                  <a:pt x="4725794" y="763568"/>
                  <a:pt x="4723143" y="761800"/>
                  <a:pt x="4720198" y="759149"/>
                </a:cubicBezTo>
                <a:lnTo>
                  <a:pt x="4720198" y="783804"/>
                </a:lnTo>
                <a:cubicBezTo>
                  <a:pt x="4720198" y="789341"/>
                  <a:pt x="4720537" y="792861"/>
                  <a:pt x="4721214" y="794364"/>
                </a:cubicBezTo>
                <a:cubicBezTo>
                  <a:pt x="4721892" y="795866"/>
                  <a:pt x="4723070" y="797059"/>
                  <a:pt x="4724749" y="797942"/>
                </a:cubicBezTo>
                <a:cubicBezTo>
                  <a:pt x="4726428" y="798826"/>
                  <a:pt x="4729476" y="799268"/>
                  <a:pt x="4733895" y="799268"/>
                </a:cubicBezTo>
                <a:lnTo>
                  <a:pt x="4733895" y="802538"/>
                </a:lnTo>
                <a:lnTo>
                  <a:pt x="4691479" y="802538"/>
                </a:lnTo>
                <a:lnTo>
                  <a:pt x="4691479" y="799268"/>
                </a:lnTo>
                <a:lnTo>
                  <a:pt x="4693688" y="799268"/>
                </a:lnTo>
                <a:cubicBezTo>
                  <a:pt x="4696928" y="799327"/>
                  <a:pt x="4699697" y="798708"/>
                  <a:pt x="4701994" y="797412"/>
                </a:cubicBezTo>
                <a:cubicBezTo>
                  <a:pt x="4703114" y="796764"/>
                  <a:pt x="4703983" y="795718"/>
                  <a:pt x="4704601" y="794275"/>
                </a:cubicBezTo>
                <a:cubicBezTo>
                  <a:pt x="4705220" y="792832"/>
                  <a:pt x="4705529" y="789164"/>
                  <a:pt x="4705529" y="783274"/>
                </a:cubicBezTo>
                <a:lnTo>
                  <a:pt x="4705529" y="706748"/>
                </a:lnTo>
                <a:cubicBezTo>
                  <a:pt x="4705529" y="701505"/>
                  <a:pt x="4705293" y="698176"/>
                  <a:pt x="4704822" y="696762"/>
                </a:cubicBezTo>
                <a:cubicBezTo>
                  <a:pt x="4704351" y="695348"/>
                  <a:pt x="4703600" y="694288"/>
                  <a:pt x="4702569" y="693581"/>
                </a:cubicBezTo>
                <a:cubicBezTo>
                  <a:pt x="4701538" y="692874"/>
                  <a:pt x="4700139" y="692521"/>
                  <a:pt x="4698371" y="692521"/>
                </a:cubicBezTo>
                <a:cubicBezTo>
                  <a:pt x="4696957" y="692521"/>
                  <a:pt x="4695161" y="692933"/>
                  <a:pt x="4692981" y="693758"/>
                </a:cubicBezTo>
                <a:lnTo>
                  <a:pt x="4691920" y="690930"/>
                </a:lnTo>
                <a:lnTo>
                  <a:pt x="4716840" y="680857"/>
                </a:lnTo>
                <a:lnTo>
                  <a:pt x="4720198" y="680857"/>
                </a:lnTo>
                <a:lnTo>
                  <a:pt x="4720198" y="699767"/>
                </a:lnTo>
                <a:cubicBezTo>
                  <a:pt x="4724381" y="692639"/>
                  <a:pt x="4728578" y="687646"/>
                  <a:pt x="4732790" y="684789"/>
                </a:cubicBezTo>
                <a:cubicBezTo>
                  <a:pt x="4737002" y="681931"/>
                  <a:pt x="4741435" y="680503"/>
                  <a:pt x="4746089" y="680503"/>
                </a:cubicBezTo>
                <a:close/>
                <a:moveTo>
                  <a:pt x="4584197" y="680503"/>
                </a:moveTo>
                <a:lnTo>
                  <a:pt x="4587997" y="680503"/>
                </a:lnTo>
                <a:lnTo>
                  <a:pt x="4587997" y="697646"/>
                </a:lnTo>
                <a:cubicBezTo>
                  <a:pt x="4597481" y="686217"/>
                  <a:pt x="4606524" y="680503"/>
                  <a:pt x="4615125" y="680503"/>
                </a:cubicBezTo>
                <a:cubicBezTo>
                  <a:pt x="4619543" y="680503"/>
                  <a:pt x="4623343" y="681607"/>
                  <a:pt x="4626524" y="683817"/>
                </a:cubicBezTo>
                <a:cubicBezTo>
                  <a:pt x="4629706" y="686026"/>
                  <a:pt x="4632239" y="689664"/>
                  <a:pt x="4634124" y="694730"/>
                </a:cubicBezTo>
                <a:cubicBezTo>
                  <a:pt x="4635420" y="698265"/>
                  <a:pt x="4636068" y="703684"/>
                  <a:pt x="4636068" y="710990"/>
                </a:cubicBezTo>
                <a:lnTo>
                  <a:pt x="4636068" y="745541"/>
                </a:lnTo>
                <a:cubicBezTo>
                  <a:pt x="4636068" y="750666"/>
                  <a:pt x="4636480" y="754142"/>
                  <a:pt x="4637305" y="755968"/>
                </a:cubicBezTo>
                <a:cubicBezTo>
                  <a:pt x="4637953" y="757441"/>
                  <a:pt x="4638999" y="758590"/>
                  <a:pt x="4640442" y="759415"/>
                </a:cubicBezTo>
                <a:cubicBezTo>
                  <a:pt x="4641886" y="760239"/>
                  <a:pt x="4644551" y="760652"/>
                  <a:pt x="4648439" y="760652"/>
                </a:cubicBezTo>
                <a:lnTo>
                  <a:pt x="4648439" y="763833"/>
                </a:lnTo>
                <a:lnTo>
                  <a:pt x="4608409" y="763833"/>
                </a:lnTo>
                <a:lnTo>
                  <a:pt x="4608409" y="760652"/>
                </a:lnTo>
                <a:lnTo>
                  <a:pt x="4610088" y="760652"/>
                </a:lnTo>
                <a:cubicBezTo>
                  <a:pt x="4613859" y="760652"/>
                  <a:pt x="4616495" y="760077"/>
                  <a:pt x="4617997" y="758928"/>
                </a:cubicBezTo>
                <a:cubicBezTo>
                  <a:pt x="4619499" y="757780"/>
                  <a:pt x="4620545" y="756086"/>
                  <a:pt x="4621134" y="753847"/>
                </a:cubicBezTo>
                <a:cubicBezTo>
                  <a:pt x="4621370" y="752964"/>
                  <a:pt x="4621488" y="750195"/>
                  <a:pt x="4621488" y="745541"/>
                </a:cubicBezTo>
                <a:lnTo>
                  <a:pt x="4621488" y="712403"/>
                </a:lnTo>
                <a:cubicBezTo>
                  <a:pt x="4621488" y="705040"/>
                  <a:pt x="4620530" y="699693"/>
                  <a:pt x="4618616" y="696365"/>
                </a:cubicBezTo>
                <a:cubicBezTo>
                  <a:pt x="4616701" y="693036"/>
                  <a:pt x="4613476" y="691372"/>
                  <a:pt x="4608940" y="691372"/>
                </a:cubicBezTo>
                <a:cubicBezTo>
                  <a:pt x="4601929" y="691372"/>
                  <a:pt x="4594948" y="695201"/>
                  <a:pt x="4587997" y="702860"/>
                </a:cubicBezTo>
                <a:lnTo>
                  <a:pt x="4587997" y="745541"/>
                </a:lnTo>
                <a:cubicBezTo>
                  <a:pt x="4587997" y="751019"/>
                  <a:pt x="4588321" y="754407"/>
                  <a:pt x="4588969" y="755703"/>
                </a:cubicBezTo>
                <a:cubicBezTo>
                  <a:pt x="4589793" y="757411"/>
                  <a:pt x="4590927" y="758663"/>
                  <a:pt x="4592371" y="759459"/>
                </a:cubicBezTo>
                <a:cubicBezTo>
                  <a:pt x="4593814" y="760254"/>
                  <a:pt x="4596745" y="760652"/>
                  <a:pt x="4601163" y="760652"/>
                </a:cubicBezTo>
                <a:lnTo>
                  <a:pt x="4601163" y="763833"/>
                </a:lnTo>
                <a:lnTo>
                  <a:pt x="4561133" y="763833"/>
                </a:lnTo>
                <a:lnTo>
                  <a:pt x="4561133" y="760652"/>
                </a:lnTo>
                <a:lnTo>
                  <a:pt x="4562900" y="760652"/>
                </a:lnTo>
                <a:cubicBezTo>
                  <a:pt x="4567024" y="760652"/>
                  <a:pt x="4569808" y="759606"/>
                  <a:pt x="4571251" y="757514"/>
                </a:cubicBezTo>
                <a:cubicBezTo>
                  <a:pt x="4572694" y="755423"/>
                  <a:pt x="4573417" y="751432"/>
                  <a:pt x="4573417" y="745541"/>
                </a:cubicBezTo>
                <a:lnTo>
                  <a:pt x="4573417" y="715496"/>
                </a:lnTo>
                <a:cubicBezTo>
                  <a:pt x="4573417" y="705776"/>
                  <a:pt x="4573195" y="699855"/>
                  <a:pt x="4572753" y="697734"/>
                </a:cubicBezTo>
                <a:cubicBezTo>
                  <a:pt x="4572312" y="695614"/>
                  <a:pt x="4571634" y="694170"/>
                  <a:pt x="4570721" y="693404"/>
                </a:cubicBezTo>
                <a:cubicBezTo>
                  <a:pt x="4569808" y="692639"/>
                  <a:pt x="4568585" y="692256"/>
                  <a:pt x="4567054" y="692256"/>
                </a:cubicBezTo>
                <a:cubicBezTo>
                  <a:pt x="4565405" y="692256"/>
                  <a:pt x="4563431" y="692697"/>
                  <a:pt x="4561133" y="693581"/>
                </a:cubicBezTo>
                <a:lnTo>
                  <a:pt x="4559808" y="690400"/>
                </a:lnTo>
                <a:close/>
                <a:moveTo>
                  <a:pt x="4508741" y="680503"/>
                </a:moveTo>
                <a:cubicBezTo>
                  <a:pt x="4520994" y="680503"/>
                  <a:pt x="4530833" y="685157"/>
                  <a:pt x="4538256" y="694465"/>
                </a:cubicBezTo>
                <a:cubicBezTo>
                  <a:pt x="4544559" y="702418"/>
                  <a:pt x="4547711" y="711549"/>
                  <a:pt x="4547711" y="721859"/>
                </a:cubicBezTo>
                <a:cubicBezTo>
                  <a:pt x="4547711" y="729105"/>
                  <a:pt x="4545973" y="736439"/>
                  <a:pt x="4542497" y="743862"/>
                </a:cubicBezTo>
                <a:cubicBezTo>
                  <a:pt x="4539021" y="751285"/>
                  <a:pt x="4534235" y="756881"/>
                  <a:pt x="4528137" y="760652"/>
                </a:cubicBezTo>
                <a:cubicBezTo>
                  <a:pt x="4522040" y="764422"/>
                  <a:pt x="4515251" y="766307"/>
                  <a:pt x="4507769" y="766307"/>
                </a:cubicBezTo>
                <a:cubicBezTo>
                  <a:pt x="4495574" y="766307"/>
                  <a:pt x="4485883" y="761447"/>
                  <a:pt x="4478696" y="751726"/>
                </a:cubicBezTo>
                <a:cubicBezTo>
                  <a:pt x="4472628" y="743538"/>
                  <a:pt x="4469595" y="734348"/>
                  <a:pt x="4469595" y="724156"/>
                </a:cubicBezTo>
                <a:cubicBezTo>
                  <a:pt x="4469595" y="716733"/>
                  <a:pt x="4471435" y="709355"/>
                  <a:pt x="4475117" y="702020"/>
                </a:cubicBezTo>
                <a:cubicBezTo>
                  <a:pt x="4478799" y="694686"/>
                  <a:pt x="4483645" y="689266"/>
                  <a:pt x="4489654" y="685761"/>
                </a:cubicBezTo>
                <a:cubicBezTo>
                  <a:pt x="4495663" y="682256"/>
                  <a:pt x="4502025" y="680503"/>
                  <a:pt x="4508741" y="680503"/>
                </a:cubicBezTo>
                <a:close/>
                <a:moveTo>
                  <a:pt x="4220675" y="680503"/>
                </a:moveTo>
                <a:cubicBezTo>
                  <a:pt x="4223856" y="680503"/>
                  <a:pt x="4227715" y="681181"/>
                  <a:pt x="4232251" y="682536"/>
                </a:cubicBezTo>
                <a:cubicBezTo>
                  <a:pt x="4235255" y="683419"/>
                  <a:pt x="4237258" y="683861"/>
                  <a:pt x="4238260" y="683861"/>
                </a:cubicBezTo>
                <a:cubicBezTo>
                  <a:pt x="4239202" y="683861"/>
                  <a:pt x="4239939" y="683655"/>
                  <a:pt x="4240469" y="683242"/>
                </a:cubicBezTo>
                <a:cubicBezTo>
                  <a:pt x="4240999" y="682830"/>
                  <a:pt x="4241618" y="681917"/>
                  <a:pt x="4242325" y="680503"/>
                </a:cubicBezTo>
                <a:lnTo>
                  <a:pt x="4245241" y="680503"/>
                </a:lnTo>
                <a:lnTo>
                  <a:pt x="4245241" y="708073"/>
                </a:lnTo>
                <a:lnTo>
                  <a:pt x="4242325" y="708073"/>
                </a:lnTo>
                <a:cubicBezTo>
                  <a:pt x="4240086" y="699413"/>
                  <a:pt x="4237214" y="693522"/>
                  <a:pt x="4233709" y="690400"/>
                </a:cubicBezTo>
                <a:cubicBezTo>
                  <a:pt x="4230204" y="687278"/>
                  <a:pt x="4225741" y="685717"/>
                  <a:pt x="4220321" y="685717"/>
                </a:cubicBezTo>
                <a:cubicBezTo>
                  <a:pt x="4216198" y="685717"/>
                  <a:pt x="4212869" y="686806"/>
                  <a:pt x="4210336" y="688986"/>
                </a:cubicBezTo>
                <a:cubicBezTo>
                  <a:pt x="4207803" y="691166"/>
                  <a:pt x="4206536" y="693581"/>
                  <a:pt x="4206536" y="696232"/>
                </a:cubicBezTo>
                <a:cubicBezTo>
                  <a:pt x="4206536" y="699531"/>
                  <a:pt x="4207479" y="702359"/>
                  <a:pt x="4209364" y="704716"/>
                </a:cubicBezTo>
                <a:cubicBezTo>
                  <a:pt x="4211190" y="707131"/>
                  <a:pt x="4214902" y="709693"/>
                  <a:pt x="4220498" y="712403"/>
                </a:cubicBezTo>
                <a:lnTo>
                  <a:pt x="4233400" y="718677"/>
                </a:lnTo>
                <a:cubicBezTo>
                  <a:pt x="4245359" y="724510"/>
                  <a:pt x="4251338" y="732198"/>
                  <a:pt x="4251338" y="741741"/>
                </a:cubicBezTo>
                <a:cubicBezTo>
                  <a:pt x="4251338" y="749105"/>
                  <a:pt x="4248555" y="755040"/>
                  <a:pt x="4242987" y="759547"/>
                </a:cubicBezTo>
                <a:cubicBezTo>
                  <a:pt x="4237420" y="764054"/>
                  <a:pt x="4231191" y="766307"/>
                  <a:pt x="4224298" y="766307"/>
                </a:cubicBezTo>
                <a:cubicBezTo>
                  <a:pt x="4219349" y="766307"/>
                  <a:pt x="4213694" y="765423"/>
                  <a:pt x="4207331" y="763656"/>
                </a:cubicBezTo>
                <a:cubicBezTo>
                  <a:pt x="4205387" y="763067"/>
                  <a:pt x="4203797" y="762772"/>
                  <a:pt x="4202560" y="762772"/>
                </a:cubicBezTo>
                <a:cubicBezTo>
                  <a:pt x="4201205" y="762772"/>
                  <a:pt x="4200144" y="763538"/>
                  <a:pt x="4199378" y="765070"/>
                </a:cubicBezTo>
                <a:lnTo>
                  <a:pt x="4196462" y="765070"/>
                </a:lnTo>
                <a:lnTo>
                  <a:pt x="4196462" y="736174"/>
                </a:lnTo>
                <a:lnTo>
                  <a:pt x="4199378" y="736174"/>
                </a:lnTo>
                <a:cubicBezTo>
                  <a:pt x="4201028" y="744422"/>
                  <a:pt x="4204180" y="750637"/>
                  <a:pt x="4208834" y="754820"/>
                </a:cubicBezTo>
                <a:cubicBezTo>
                  <a:pt x="4213488" y="759002"/>
                  <a:pt x="4218701" y="761094"/>
                  <a:pt x="4224475" y="761094"/>
                </a:cubicBezTo>
                <a:cubicBezTo>
                  <a:pt x="4228540" y="761094"/>
                  <a:pt x="4231853" y="759900"/>
                  <a:pt x="4234416" y="757514"/>
                </a:cubicBezTo>
                <a:cubicBezTo>
                  <a:pt x="4236979" y="755129"/>
                  <a:pt x="4238260" y="752257"/>
                  <a:pt x="4238260" y="748899"/>
                </a:cubicBezTo>
                <a:cubicBezTo>
                  <a:pt x="4238260" y="744834"/>
                  <a:pt x="4236831" y="741417"/>
                  <a:pt x="4233974" y="738648"/>
                </a:cubicBezTo>
                <a:cubicBezTo>
                  <a:pt x="4231117" y="735879"/>
                  <a:pt x="4225418" y="732374"/>
                  <a:pt x="4216875" y="728132"/>
                </a:cubicBezTo>
                <a:cubicBezTo>
                  <a:pt x="4208333" y="723891"/>
                  <a:pt x="4202736" y="720062"/>
                  <a:pt x="4200085" y="716645"/>
                </a:cubicBezTo>
                <a:cubicBezTo>
                  <a:pt x="4197434" y="713287"/>
                  <a:pt x="4196109" y="709046"/>
                  <a:pt x="4196109" y="703920"/>
                </a:cubicBezTo>
                <a:cubicBezTo>
                  <a:pt x="4196109" y="697263"/>
                  <a:pt x="4198392" y="691696"/>
                  <a:pt x="4202957" y="687219"/>
                </a:cubicBezTo>
                <a:cubicBezTo>
                  <a:pt x="4207523" y="682741"/>
                  <a:pt x="4213429" y="680503"/>
                  <a:pt x="4220675" y="680503"/>
                </a:cubicBezTo>
                <a:close/>
                <a:moveTo>
                  <a:pt x="4150219" y="680503"/>
                </a:moveTo>
                <a:cubicBezTo>
                  <a:pt x="4157406" y="680503"/>
                  <a:pt x="4163297" y="681711"/>
                  <a:pt x="4167892" y="684126"/>
                </a:cubicBezTo>
                <a:cubicBezTo>
                  <a:pt x="4171368" y="685952"/>
                  <a:pt x="4173930" y="688810"/>
                  <a:pt x="4175580" y="692697"/>
                </a:cubicBezTo>
                <a:cubicBezTo>
                  <a:pt x="4176640" y="695231"/>
                  <a:pt x="4177171" y="700415"/>
                  <a:pt x="4177171" y="708250"/>
                </a:cubicBezTo>
                <a:lnTo>
                  <a:pt x="4177171" y="735732"/>
                </a:lnTo>
                <a:cubicBezTo>
                  <a:pt x="4177171" y="743450"/>
                  <a:pt x="4177318" y="748177"/>
                  <a:pt x="4177612" y="749915"/>
                </a:cubicBezTo>
                <a:cubicBezTo>
                  <a:pt x="4177907" y="751653"/>
                  <a:pt x="4178393" y="752816"/>
                  <a:pt x="4179070" y="753406"/>
                </a:cubicBezTo>
                <a:cubicBezTo>
                  <a:pt x="4179748" y="753995"/>
                  <a:pt x="4180529" y="754289"/>
                  <a:pt x="4181412" y="754289"/>
                </a:cubicBezTo>
                <a:cubicBezTo>
                  <a:pt x="4182355" y="754289"/>
                  <a:pt x="4183179" y="754083"/>
                  <a:pt x="4183886" y="753671"/>
                </a:cubicBezTo>
                <a:cubicBezTo>
                  <a:pt x="4185124" y="752905"/>
                  <a:pt x="4187509" y="750754"/>
                  <a:pt x="4191044" y="747220"/>
                </a:cubicBezTo>
                <a:lnTo>
                  <a:pt x="4191044" y="752169"/>
                </a:lnTo>
                <a:cubicBezTo>
                  <a:pt x="4184446" y="761005"/>
                  <a:pt x="4178143" y="765423"/>
                  <a:pt x="4172134" y="765423"/>
                </a:cubicBezTo>
                <a:cubicBezTo>
                  <a:pt x="4169247" y="765423"/>
                  <a:pt x="4166949" y="764422"/>
                  <a:pt x="4165241" y="762419"/>
                </a:cubicBezTo>
                <a:cubicBezTo>
                  <a:pt x="4163533" y="760416"/>
                  <a:pt x="4162649" y="756999"/>
                  <a:pt x="4162590" y="752169"/>
                </a:cubicBezTo>
                <a:cubicBezTo>
                  <a:pt x="4154284" y="758590"/>
                  <a:pt x="4149070" y="762301"/>
                  <a:pt x="4146949" y="763303"/>
                </a:cubicBezTo>
                <a:cubicBezTo>
                  <a:pt x="4143768" y="764775"/>
                  <a:pt x="4140381" y="765512"/>
                  <a:pt x="4136787" y="765512"/>
                </a:cubicBezTo>
                <a:cubicBezTo>
                  <a:pt x="4131190" y="765512"/>
                  <a:pt x="4126581" y="763597"/>
                  <a:pt x="4122958" y="759768"/>
                </a:cubicBezTo>
                <a:cubicBezTo>
                  <a:pt x="4119335" y="755939"/>
                  <a:pt x="4117523" y="750902"/>
                  <a:pt x="4117523" y="744657"/>
                </a:cubicBezTo>
                <a:cubicBezTo>
                  <a:pt x="4117523" y="740710"/>
                  <a:pt x="4118407" y="737293"/>
                  <a:pt x="4120174" y="734407"/>
                </a:cubicBezTo>
                <a:cubicBezTo>
                  <a:pt x="4122589" y="730401"/>
                  <a:pt x="4126787" y="726630"/>
                  <a:pt x="4132766" y="723096"/>
                </a:cubicBezTo>
                <a:cubicBezTo>
                  <a:pt x="4138746" y="719561"/>
                  <a:pt x="4148687" y="715261"/>
                  <a:pt x="4162590" y="710194"/>
                </a:cubicBezTo>
                <a:lnTo>
                  <a:pt x="4162590" y="707013"/>
                </a:lnTo>
                <a:cubicBezTo>
                  <a:pt x="4162590" y="698942"/>
                  <a:pt x="4161309" y="693404"/>
                  <a:pt x="4158746" y="690400"/>
                </a:cubicBezTo>
                <a:cubicBezTo>
                  <a:pt x="4156183" y="687396"/>
                  <a:pt x="4152457" y="685893"/>
                  <a:pt x="4147568" y="685893"/>
                </a:cubicBezTo>
                <a:cubicBezTo>
                  <a:pt x="4143856" y="685893"/>
                  <a:pt x="4140911" y="686895"/>
                  <a:pt x="4138731" y="688898"/>
                </a:cubicBezTo>
                <a:cubicBezTo>
                  <a:pt x="4136492" y="690901"/>
                  <a:pt x="4135373" y="693198"/>
                  <a:pt x="4135373" y="695790"/>
                </a:cubicBezTo>
                <a:lnTo>
                  <a:pt x="4135550" y="700916"/>
                </a:lnTo>
                <a:cubicBezTo>
                  <a:pt x="4135550" y="703626"/>
                  <a:pt x="4134858" y="705717"/>
                  <a:pt x="4133473" y="707190"/>
                </a:cubicBezTo>
                <a:cubicBezTo>
                  <a:pt x="4132089" y="708662"/>
                  <a:pt x="4130277" y="709399"/>
                  <a:pt x="4128039" y="709399"/>
                </a:cubicBezTo>
                <a:cubicBezTo>
                  <a:pt x="4125859" y="709399"/>
                  <a:pt x="4124077" y="708633"/>
                  <a:pt x="4122692" y="707101"/>
                </a:cubicBezTo>
                <a:cubicBezTo>
                  <a:pt x="4121308" y="705570"/>
                  <a:pt x="4120616" y="703478"/>
                  <a:pt x="4120616" y="700827"/>
                </a:cubicBezTo>
                <a:cubicBezTo>
                  <a:pt x="4120616" y="695761"/>
                  <a:pt x="4123208" y="691107"/>
                  <a:pt x="4128392" y="686865"/>
                </a:cubicBezTo>
                <a:cubicBezTo>
                  <a:pt x="4133576" y="682624"/>
                  <a:pt x="4140852" y="680503"/>
                  <a:pt x="4150219" y="680503"/>
                </a:cubicBezTo>
                <a:close/>
                <a:moveTo>
                  <a:pt x="5298168" y="680414"/>
                </a:moveTo>
                <a:cubicBezTo>
                  <a:pt x="5307239" y="680414"/>
                  <a:pt x="5314692" y="683404"/>
                  <a:pt x="5320524" y="689384"/>
                </a:cubicBezTo>
                <a:cubicBezTo>
                  <a:pt x="5326356" y="695363"/>
                  <a:pt x="5329272" y="703361"/>
                  <a:pt x="5329272" y="713375"/>
                </a:cubicBezTo>
                <a:lnTo>
                  <a:pt x="5273336" y="713375"/>
                </a:lnTo>
                <a:cubicBezTo>
                  <a:pt x="5273277" y="725393"/>
                  <a:pt x="5276193" y="734819"/>
                  <a:pt x="5282084" y="741653"/>
                </a:cubicBezTo>
                <a:cubicBezTo>
                  <a:pt x="5287976" y="748486"/>
                  <a:pt x="5294898" y="751903"/>
                  <a:pt x="5302851" y="751903"/>
                </a:cubicBezTo>
                <a:cubicBezTo>
                  <a:pt x="5308153" y="751903"/>
                  <a:pt x="5312762" y="750445"/>
                  <a:pt x="5316680" y="747529"/>
                </a:cubicBezTo>
                <a:cubicBezTo>
                  <a:pt x="5320598" y="744613"/>
                  <a:pt x="5323882" y="739620"/>
                  <a:pt x="5326533" y="732551"/>
                </a:cubicBezTo>
                <a:lnTo>
                  <a:pt x="5329272" y="734318"/>
                </a:lnTo>
                <a:cubicBezTo>
                  <a:pt x="5328035" y="742389"/>
                  <a:pt x="5324442" y="749738"/>
                  <a:pt x="5318492" y="756366"/>
                </a:cubicBezTo>
                <a:cubicBezTo>
                  <a:pt x="5312541" y="762993"/>
                  <a:pt x="5305089" y="766307"/>
                  <a:pt x="5296135" y="766307"/>
                </a:cubicBezTo>
                <a:cubicBezTo>
                  <a:pt x="5286414" y="766307"/>
                  <a:pt x="5278094" y="762522"/>
                  <a:pt x="5271171" y="754952"/>
                </a:cubicBezTo>
                <a:cubicBezTo>
                  <a:pt x="5264249" y="747382"/>
                  <a:pt x="5260788" y="737205"/>
                  <a:pt x="5260788" y="724421"/>
                </a:cubicBezTo>
                <a:cubicBezTo>
                  <a:pt x="5260788" y="710577"/>
                  <a:pt x="5264337" y="699782"/>
                  <a:pt x="5271436" y="692035"/>
                </a:cubicBezTo>
                <a:cubicBezTo>
                  <a:pt x="5278536" y="684288"/>
                  <a:pt x="5287445" y="680414"/>
                  <a:pt x="5298168" y="680414"/>
                </a:cubicBezTo>
                <a:close/>
                <a:moveTo>
                  <a:pt x="4307567" y="680414"/>
                </a:moveTo>
                <a:cubicBezTo>
                  <a:pt x="4316640" y="680414"/>
                  <a:pt x="4324092" y="683404"/>
                  <a:pt x="4329924" y="689384"/>
                </a:cubicBezTo>
                <a:cubicBezTo>
                  <a:pt x="4335756" y="695363"/>
                  <a:pt x="4338672" y="703361"/>
                  <a:pt x="4338672" y="713375"/>
                </a:cubicBezTo>
                <a:lnTo>
                  <a:pt x="4282736" y="713375"/>
                </a:lnTo>
                <a:cubicBezTo>
                  <a:pt x="4282677" y="725393"/>
                  <a:pt x="4285593" y="734819"/>
                  <a:pt x="4291484" y="741653"/>
                </a:cubicBezTo>
                <a:cubicBezTo>
                  <a:pt x="4297376" y="748486"/>
                  <a:pt x="4304298" y="751903"/>
                  <a:pt x="4312251" y="751903"/>
                </a:cubicBezTo>
                <a:cubicBezTo>
                  <a:pt x="4317553" y="751903"/>
                  <a:pt x="4322162" y="750445"/>
                  <a:pt x="4326080" y="747529"/>
                </a:cubicBezTo>
                <a:cubicBezTo>
                  <a:pt x="4329998" y="744613"/>
                  <a:pt x="4333282" y="739620"/>
                  <a:pt x="4335933" y="732551"/>
                </a:cubicBezTo>
                <a:lnTo>
                  <a:pt x="4338672" y="734318"/>
                </a:lnTo>
                <a:cubicBezTo>
                  <a:pt x="4337435" y="742389"/>
                  <a:pt x="4333842" y="749738"/>
                  <a:pt x="4327892" y="756366"/>
                </a:cubicBezTo>
                <a:cubicBezTo>
                  <a:pt x="4321942" y="762993"/>
                  <a:pt x="4314489" y="766307"/>
                  <a:pt x="4305535" y="766307"/>
                </a:cubicBezTo>
                <a:cubicBezTo>
                  <a:pt x="4295814" y="766307"/>
                  <a:pt x="4287493" y="762522"/>
                  <a:pt x="4280571" y="754952"/>
                </a:cubicBezTo>
                <a:cubicBezTo>
                  <a:pt x="4273650" y="747382"/>
                  <a:pt x="4270188" y="737205"/>
                  <a:pt x="4270188" y="724421"/>
                </a:cubicBezTo>
                <a:cubicBezTo>
                  <a:pt x="4270188" y="710577"/>
                  <a:pt x="4273738" y="699782"/>
                  <a:pt x="4280836" y="692035"/>
                </a:cubicBezTo>
                <a:cubicBezTo>
                  <a:pt x="4287935" y="684288"/>
                  <a:pt x="4296845" y="680414"/>
                  <a:pt x="4307567" y="680414"/>
                </a:cubicBezTo>
                <a:close/>
                <a:moveTo>
                  <a:pt x="7683859" y="680273"/>
                </a:moveTo>
                <a:cubicBezTo>
                  <a:pt x="7691576" y="680273"/>
                  <a:pt x="7698262" y="682158"/>
                  <a:pt x="7703918" y="685928"/>
                </a:cubicBezTo>
                <a:lnTo>
                  <a:pt x="7721061" y="685928"/>
                </a:lnTo>
                <a:cubicBezTo>
                  <a:pt x="7723594" y="685928"/>
                  <a:pt x="7725067" y="686002"/>
                  <a:pt x="7725479" y="686149"/>
                </a:cubicBezTo>
                <a:cubicBezTo>
                  <a:pt x="7725892" y="686296"/>
                  <a:pt x="7726186" y="686547"/>
                  <a:pt x="7726363" y="686900"/>
                </a:cubicBezTo>
                <a:cubicBezTo>
                  <a:pt x="7726716" y="687430"/>
                  <a:pt x="7726893" y="688373"/>
                  <a:pt x="7726893" y="689728"/>
                </a:cubicBezTo>
                <a:cubicBezTo>
                  <a:pt x="7726893" y="691260"/>
                  <a:pt x="7726746" y="692320"/>
                  <a:pt x="7726451" y="692909"/>
                </a:cubicBezTo>
                <a:cubicBezTo>
                  <a:pt x="7726275" y="693204"/>
                  <a:pt x="7725965" y="693439"/>
                  <a:pt x="7725523" y="693616"/>
                </a:cubicBezTo>
                <a:cubicBezTo>
                  <a:pt x="7725082" y="693793"/>
                  <a:pt x="7723594" y="693881"/>
                  <a:pt x="7721061" y="693881"/>
                </a:cubicBezTo>
                <a:lnTo>
                  <a:pt x="7710545" y="693881"/>
                </a:lnTo>
                <a:cubicBezTo>
                  <a:pt x="7713844" y="698123"/>
                  <a:pt x="7715494" y="703543"/>
                  <a:pt x="7715494" y="710141"/>
                </a:cubicBezTo>
                <a:cubicBezTo>
                  <a:pt x="7715494" y="717681"/>
                  <a:pt x="7712607" y="724132"/>
                  <a:pt x="7706834" y="729493"/>
                </a:cubicBezTo>
                <a:cubicBezTo>
                  <a:pt x="7701061" y="734854"/>
                  <a:pt x="7693314" y="737534"/>
                  <a:pt x="7683593" y="737534"/>
                </a:cubicBezTo>
                <a:cubicBezTo>
                  <a:pt x="7679587" y="737534"/>
                  <a:pt x="7675493" y="736945"/>
                  <a:pt x="7671310" y="735767"/>
                </a:cubicBezTo>
                <a:cubicBezTo>
                  <a:pt x="7668718" y="738006"/>
                  <a:pt x="7666966" y="739965"/>
                  <a:pt x="7666053" y="741643"/>
                </a:cubicBezTo>
                <a:cubicBezTo>
                  <a:pt x="7665139" y="743322"/>
                  <a:pt x="7664683" y="744751"/>
                  <a:pt x="7664683" y="745929"/>
                </a:cubicBezTo>
                <a:cubicBezTo>
                  <a:pt x="7664683" y="746931"/>
                  <a:pt x="7665169" y="747903"/>
                  <a:pt x="7666141" y="748845"/>
                </a:cubicBezTo>
                <a:cubicBezTo>
                  <a:pt x="7667113" y="749788"/>
                  <a:pt x="7669013" y="750465"/>
                  <a:pt x="7671841" y="750878"/>
                </a:cubicBezTo>
                <a:cubicBezTo>
                  <a:pt x="7673490" y="751113"/>
                  <a:pt x="7677614" y="751320"/>
                  <a:pt x="7684212" y="751496"/>
                </a:cubicBezTo>
                <a:cubicBezTo>
                  <a:pt x="7696348" y="751791"/>
                  <a:pt x="7704212" y="752203"/>
                  <a:pt x="7707806" y="752734"/>
                </a:cubicBezTo>
                <a:cubicBezTo>
                  <a:pt x="7713285" y="753499"/>
                  <a:pt x="7717659" y="755532"/>
                  <a:pt x="7720928" y="758831"/>
                </a:cubicBezTo>
                <a:cubicBezTo>
                  <a:pt x="7724198" y="762130"/>
                  <a:pt x="7725833" y="766195"/>
                  <a:pt x="7725833" y="771025"/>
                </a:cubicBezTo>
                <a:cubicBezTo>
                  <a:pt x="7725833" y="777682"/>
                  <a:pt x="7722710" y="783927"/>
                  <a:pt x="7716466" y="789759"/>
                </a:cubicBezTo>
                <a:cubicBezTo>
                  <a:pt x="7707276" y="798360"/>
                  <a:pt x="7695287" y="802661"/>
                  <a:pt x="7680501" y="802661"/>
                </a:cubicBezTo>
                <a:cubicBezTo>
                  <a:pt x="7669131" y="802661"/>
                  <a:pt x="7659528" y="800098"/>
                  <a:pt x="7651693" y="794973"/>
                </a:cubicBezTo>
                <a:cubicBezTo>
                  <a:pt x="7647275" y="792027"/>
                  <a:pt x="7645066" y="788964"/>
                  <a:pt x="7645066" y="785782"/>
                </a:cubicBezTo>
                <a:cubicBezTo>
                  <a:pt x="7645066" y="784369"/>
                  <a:pt x="7645390" y="782955"/>
                  <a:pt x="7646038" y="781541"/>
                </a:cubicBezTo>
                <a:cubicBezTo>
                  <a:pt x="7647039" y="779361"/>
                  <a:pt x="7649101" y="776327"/>
                  <a:pt x="7652223" y="772439"/>
                </a:cubicBezTo>
                <a:cubicBezTo>
                  <a:pt x="7652636" y="771909"/>
                  <a:pt x="7655640" y="768728"/>
                  <a:pt x="7661237" y="762896"/>
                </a:cubicBezTo>
                <a:cubicBezTo>
                  <a:pt x="7658173" y="761069"/>
                  <a:pt x="7656008" y="759434"/>
                  <a:pt x="7654742" y="757991"/>
                </a:cubicBezTo>
                <a:cubicBezTo>
                  <a:pt x="7653475" y="756548"/>
                  <a:pt x="7652842" y="754913"/>
                  <a:pt x="7652842" y="753087"/>
                </a:cubicBezTo>
                <a:cubicBezTo>
                  <a:pt x="7652842" y="751025"/>
                  <a:pt x="7653681" y="748610"/>
                  <a:pt x="7655360" y="745841"/>
                </a:cubicBezTo>
                <a:cubicBezTo>
                  <a:pt x="7657039" y="743072"/>
                  <a:pt x="7660913" y="739154"/>
                  <a:pt x="7666981" y="734088"/>
                </a:cubicBezTo>
                <a:cubicBezTo>
                  <a:pt x="7662032" y="731673"/>
                  <a:pt x="7658232" y="728300"/>
                  <a:pt x="7655581" y="723970"/>
                </a:cubicBezTo>
                <a:cubicBezTo>
                  <a:pt x="7652930" y="719640"/>
                  <a:pt x="7651605" y="714854"/>
                  <a:pt x="7651605" y="709610"/>
                </a:cubicBezTo>
                <a:cubicBezTo>
                  <a:pt x="7651605" y="701598"/>
                  <a:pt x="7654624" y="694706"/>
                  <a:pt x="7660662" y="688933"/>
                </a:cubicBezTo>
                <a:cubicBezTo>
                  <a:pt x="7666701" y="683159"/>
                  <a:pt x="7674433" y="680273"/>
                  <a:pt x="7683859" y="680273"/>
                </a:cubicBezTo>
                <a:close/>
                <a:moveTo>
                  <a:pt x="7545541" y="680273"/>
                </a:moveTo>
                <a:lnTo>
                  <a:pt x="7549430" y="680273"/>
                </a:lnTo>
                <a:lnTo>
                  <a:pt x="7549430" y="745311"/>
                </a:lnTo>
                <a:cubicBezTo>
                  <a:pt x="7549430" y="750377"/>
                  <a:pt x="7549798" y="753750"/>
                  <a:pt x="7550534" y="755429"/>
                </a:cubicBezTo>
                <a:cubicBezTo>
                  <a:pt x="7551270" y="757108"/>
                  <a:pt x="7552360" y="758360"/>
                  <a:pt x="7553804" y="759184"/>
                </a:cubicBezTo>
                <a:lnTo>
                  <a:pt x="7559164" y="760023"/>
                </a:lnTo>
                <a:lnTo>
                  <a:pt x="7566454" y="757284"/>
                </a:lnTo>
                <a:cubicBezTo>
                  <a:pt x="7567897" y="755193"/>
                  <a:pt x="7568619" y="751202"/>
                  <a:pt x="7568619" y="745311"/>
                </a:cubicBezTo>
                <a:lnTo>
                  <a:pt x="7568619" y="715266"/>
                </a:lnTo>
                <a:cubicBezTo>
                  <a:pt x="7568619" y="705546"/>
                  <a:pt x="7568398" y="699625"/>
                  <a:pt x="7567956" y="697504"/>
                </a:cubicBezTo>
                <a:cubicBezTo>
                  <a:pt x="7567514" y="695384"/>
                  <a:pt x="7566837" y="693940"/>
                  <a:pt x="7565924" y="693174"/>
                </a:cubicBezTo>
                <a:cubicBezTo>
                  <a:pt x="7565011" y="692408"/>
                  <a:pt x="7563788" y="692025"/>
                  <a:pt x="7562257" y="692025"/>
                </a:cubicBezTo>
                <a:cubicBezTo>
                  <a:pt x="7560607" y="692025"/>
                  <a:pt x="7558634" y="692467"/>
                  <a:pt x="7556336" y="693351"/>
                </a:cubicBezTo>
                <a:lnTo>
                  <a:pt x="7555011" y="690170"/>
                </a:lnTo>
                <a:lnTo>
                  <a:pt x="7579400" y="680273"/>
                </a:lnTo>
                <a:lnTo>
                  <a:pt x="7583200" y="680273"/>
                </a:lnTo>
                <a:lnTo>
                  <a:pt x="7583200" y="697416"/>
                </a:lnTo>
                <a:cubicBezTo>
                  <a:pt x="7592684" y="685987"/>
                  <a:pt x="7601727" y="680273"/>
                  <a:pt x="7610328" y="680273"/>
                </a:cubicBezTo>
                <a:cubicBezTo>
                  <a:pt x="7614746" y="680273"/>
                  <a:pt x="7618546" y="681377"/>
                  <a:pt x="7621727" y="683587"/>
                </a:cubicBezTo>
                <a:cubicBezTo>
                  <a:pt x="7624909" y="685796"/>
                  <a:pt x="7627442" y="689434"/>
                  <a:pt x="7629327" y="694500"/>
                </a:cubicBezTo>
                <a:cubicBezTo>
                  <a:pt x="7630623" y="698035"/>
                  <a:pt x="7631271" y="703454"/>
                  <a:pt x="7631271" y="710759"/>
                </a:cubicBezTo>
                <a:lnTo>
                  <a:pt x="7631271" y="745311"/>
                </a:lnTo>
                <a:cubicBezTo>
                  <a:pt x="7631271" y="750436"/>
                  <a:pt x="7631683" y="753912"/>
                  <a:pt x="7632508" y="755738"/>
                </a:cubicBezTo>
                <a:cubicBezTo>
                  <a:pt x="7633156" y="757211"/>
                  <a:pt x="7634202" y="758360"/>
                  <a:pt x="7635645" y="759184"/>
                </a:cubicBezTo>
                <a:cubicBezTo>
                  <a:pt x="7637089" y="760009"/>
                  <a:pt x="7639754" y="760421"/>
                  <a:pt x="7643642" y="760421"/>
                </a:cubicBezTo>
                <a:lnTo>
                  <a:pt x="7643642" y="763602"/>
                </a:lnTo>
                <a:lnTo>
                  <a:pt x="7603612" y="763602"/>
                </a:lnTo>
                <a:lnTo>
                  <a:pt x="7603612" y="760421"/>
                </a:lnTo>
                <a:lnTo>
                  <a:pt x="7605291" y="760421"/>
                </a:lnTo>
                <a:cubicBezTo>
                  <a:pt x="7609062" y="760421"/>
                  <a:pt x="7611698" y="759847"/>
                  <a:pt x="7613200" y="758698"/>
                </a:cubicBezTo>
                <a:cubicBezTo>
                  <a:pt x="7614702" y="757550"/>
                  <a:pt x="7615748" y="755856"/>
                  <a:pt x="7616337" y="753617"/>
                </a:cubicBezTo>
                <a:cubicBezTo>
                  <a:pt x="7616573" y="752734"/>
                  <a:pt x="7616691" y="749965"/>
                  <a:pt x="7616691" y="745311"/>
                </a:cubicBezTo>
                <a:lnTo>
                  <a:pt x="7616691" y="712173"/>
                </a:lnTo>
                <a:cubicBezTo>
                  <a:pt x="7616691" y="704809"/>
                  <a:pt x="7615733" y="699463"/>
                  <a:pt x="7613819" y="696135"/>
                </a:cubicBezTo>
                <a:cubicBezTo>
                  <a:pt x="7611904" y="692806"/>
                  <a:pt x="7608679" y="691142"/>
                  <a:pt x="7604142" y="691142"/>
                </a:cubicBezTo>
                <a:cubicBezTo>
                  <a:pt x="7597132" y="691142"/>
                  <a:pt x="7590151" y="694971"/>
                  <a:pt x="7583200" y="702630"/>
                </a:cubicBezTo>
                <a:lnTo>
                  <a:pt x="7583200" y="745311"/>
                </a:lnTo>
                <a:cubicBezTo>
                  <a:pt x="7583200" y="750789"/>
                  <a:pt x="7583524" y="754177"/>
                  <a:pt x="7584172" y="755473"/>
                </a:cubicBezTo>
                <a:cubicBezTo>
                  <a:pt x="7584996" y="757181"/>
                  <a:pt x="7586130" y="758433"/>
                  <a:pt x="7587574" y="759229"/>
                </a:cubicBezTo>
                <a:cubicBezTo>
                  <a:pt x="7589017" y="760024"/>
                  <a:pt x="7591948" y="760421"/>
                  <a:pt x="7596366" y="760421"/>
                </a:cubicBezTo>
                <a:lnTo>
                  <a:pt x="7596366" y="763602"/>
                </a:lnTo>
                <a:lnTo>
                  <a:pt x="7561713" y="763602"/>
                </a:lnTo>
                <a:lnTo>
                  <a:pt x="7556336" y="763602"/>
                </a:lnTo>
                <a:lnTo>
                  <a:pt x="7522389" y="763602"/>
                </a:lnTo>
                <a:lnTo>
                  <a:pt x="7522389" y="760421"/>
                </a:lnTo>
                <a:cubicBezTo>
                  <a:pt x="7526336" y="760421"/>
                  <a:pt x="7528987" y="760039"/>
                  <a:pt x="7530342" y="759272"/>
                </a:cubicBezTo>
                <a:cubicBezTo>
                  <a:pt x="7531697" y="758507"/>
                  <a:pt x="7532772" y="757240"/>
                  <a:pt x="7533568" y="755473"/>
                </a:cubicBezTo>
                <a:cubicBezTo>
                  <a:pt x="7534363" y="753706"/>
                  <a:pt x="7534761" y="750318"/>
                  <a:pt x="7534761" y="745311"/>
                </a:cubicBezTo>
                <a:lnTo>
                  <a:pt x="7534761" y="714117"/>
                </a:lnTo>
                <a:cubicBezTo>
                  <a:pt x="7534761" y="705339"/>
                  <a:pt x="7534496" y="699654"/>
                  <a:pt x="7533965" y="697063"/>
                </a:cubicBezTo>
                <a:cubicBezTo>
                  <a:pt x="7533553" y="695177"/>
                  <a:pt x="7532905" y="693867"/>
                  <a:pt x="7532021" y="693130"/>
                </a:cubicBezTo>
                <a:cubicBezTo>
                  <a:pt x="7531138" y="692394"/>
                  <a:pt x="7529930" y="692025"/>
                  <a:pt x="7528398" y="692025"/>
                </a:cubicBezTo>
                <a:cubicBezTo>
                  <a:pt x="7526749" y="692025"/>
                  <a:pt x="7524746" y="692467"/>
                  <a:pt x="7522389" y="693351"/>
                </a:cubicBezTo>
                <a:lnTo>
                  <a:pt x="7521152" y="690170"/>
                </a:lnTo>
                <a:close/>
                <a:moveTo>
                  <a:pt x="7278841" y="680273"/>
                </a:moveTo>
                <a:lnTo>
                  <a:pt x="7282730" y="680273"/>
                </a:lnTo>
                <a:lnTo>
                  <a:pt x="7282730" y="745311"/>
                </a:lnTo>
                <a:cubicBezTo>
                  <a:pt x="7282730" y="750377"/>
                  <a:pt x="7283098" y="753750"/>
                  <a:pt x="7283834" y="755429"/>
                </a:cubicBezTo>
                <a:cubicBezTo>
                  <a:pt x="7284571" y="757108"/>
                  <a:pt x="7285660" y="758360"/>
                  <a:pt x="7287104" y="759184"/>
                </a:cubicBezTo>
                <a:cubicBezTo>
                  <a:pt x="7288547" y="760009"/>
                  <a:pt x="7291183" y="760421"/>
                  <a:pt x="7295013" y="760421"/>
                </a:cubicBezTo>
                <a:lnTo>
                  <a:pt x="7295013" y="763602"/>
                </a:lnTo>
                <a:lnTo>
                  <a:pt x="7255689" y="763602"/>
                </a:lnTo>
                <a:lnTo>
                  <a:pt x="7255689" y="760421"/>
                </a:lnTo>
                <a:cubicBezTo>
                  <a:pt x="7259636" y="760421"/>
                  <a:pt x="7262287" y="760039"/>
                  <a:pt x="7263642" y="759272"/>
                </a:cubicBezTo>
                <a:cubicBezTo>
                  <a:pt x="7264997" y="758507"/>
                  <a:pt x="7266072" y="757240"/>
                  <a:pt x="7266868" y="755473"/>
                </a:cubicBezTo>
                <a:cubicBezTo>
                  <a:pt x="7267663" y="753706"/>
                  <a:pt x="7268061" y="750318"/>
                  <a:pt x="7268061" y="745311"/>
                </a:cubicBezTo>
                <a:lnTo>
                  <a:pt x="7268061" y="714117"/>
                </a:lnTo>
                <a:cubicBezTo>
                  <a:pt x="7268061" y="705339"/>
                  <a:pt x="7267796" y="699654"/>
                  <a:pt x="7267265" y="697063"/>
                </a:cubicBezTo>
                <a:cubicBezTo>
                  <a:pt x="7266853" y="695177"/>
                  <a:pt x="7266205" y="693867"/>
                  <a:pt x="7265321" y="693130"/>
                </a:cubicBezTo>
                <a:cubicBezTo>
                  <a:pt x="7264438" y="692394"/>
                  <a:pt x="7263230" y="692025"/>
                  <a:pt x="7261698" y="692025"/>
                </a:cubicBezTo>
                <a:cubicBezTo>
                  <a:pt x="7260049" y="692025"/>
                  <a:pt x="7258046" y="692467"/>
                  <a:pt x="7255689" y="693351"/>
                </a:cubicBezTo>
                <a:lnTo>
                  <a:pt x="7254452" y="690170"/>
                </a:lnTo>
                <a:close/>
                <a:moveTo>
                  <a:pt x="7217627" y="680273"/>
                </a:moveTo>
                <a:lnTo>
                  <a:pt x="7221338" y="680273"/>
                </a:lnTo>
                <a:lnTo>
                  <a:pt x="7221338" y="698476"/>
                </a:lnTo>
                <a:cubicBezTo>
                  <a:pt x="7228113" y="686340"/>
                  <a:pt x="7235064" y="680273"/>
                  <a:pt x="7242193" y="680273"/>
                </a:cubicBezTo>
                <a:cubicBezTo>
                  <a:pt x="7245433" y="680273"/>
                  <a:pt x="7248113" y="681260"/>
                  <a:pt x="7250234" y="683233"/>
                </a:cubicBezTo>
                <a:cubicBezTo>
                  <a:pt x="7252355" y="685206"/>
                  <a:pt x="7253415" y="687489"/>
                  <a:pt x="7253415" y="690081"/>
                </a:cubicBezTo>
                <a:cubicBezTo>
                  <a:pt x="7253415" y="692379"/>
                  <a:pt x="7252649" y="694323"/>
                  <a:pt x="7251118" y="695914"/>
                </a:cubicBezTo>
                <a:cubicBezTo>
                  <a:pt x="7249586" y="697504"/>
                  <a:pt x="7247760" y="698300"/>
                  <a:pt x="7245639" y="698300"/>
                </a:cubicBezTo>
                <a:cubicBezTo>
                  <a:pt x="7243577" y="698300"/>
                  <a:pt x="7241265" y="697283"/>
                  <a:pt x="7238702" y="695251"/>
                </a:cubicBezTo>
                <a:cubicBezTo>
                  <a:pt x="7236139" y="693219"/>
                  <a:pt x="7234240" y="692202"/>
                  <a:pt x="7233002" y="692202"/>
                </a:cubicBezTo>
                <a:cubicBezTo>
                  <a:pt x="7231942" y="692202"/>
                  <a:pt x="7230793" y="692791"/>
                  <a:pt x="7229556" y="693969"/>
                </a:cubicBezTo>
                <a:cubicBezTo>
                  <a:pt x="7226905" y="696385"/>
                  <a:pt x="7224166" y="700361"/>
                  <a:pt x="7221338" y="705899"/>
                </a:cubicBezTo>
                <a:lnTo>
                  <a:pt x="7221338" y="744692"/>
                </a:lnTo>
                <a:cubicBezTo>
                  <a:pt x="7221338" y="749169"/>
                  <a:pt x="7221898" y="752557"/>
                  <a:pt x="7223017" y="754854"/>
                </a:cubicBezTo>
                <a:cubicBezTo>
                  <a:pt x="7223783" y="756445"/>
                  <a:pt x="7225138" y="757770"/>
                  <a:pt x="7227082" y="758831"/>
                </a:cubicBezTo>
                <a:cubicBezTo>
                  <a:pt x="7229026" y="759891"/>
                  <a:pt x="7231824" y="760421"/>
                  <a:pt x="7235477" y="760421"/>
                </a:cubicBezTo>
                <a:lnTo>
                  <a:pt x="7235477" y="763602"/>
                </a:lnTo>
                <a:lnTo>
                  <a:pt x="7194033" y="763602"/>
                </a:lnTo>
                <a:lnTo>
                  <a:pt x="7194033" y="760421"/>
                </a:lnTo>
                <a:cubicBezTo>
                  <a:pt x="7198156" y="760421"/>
                  <a:pt x="7201220" y="759773"/>
                  <a:pt x="7203223" y="758477"/>
                </a:cubicBezTo>
                <a:cubicBezTo>
                  <a:pt x="7204696" y="757535"/>
                  <a:pt x="7205727" y="756033"/>
                  <a:pt x="7206316" y="753971"/>
                </a:cubicBezTo>
                <a:cubicBezTo>
                  <a:pt x="7206610" y="752969"/>
                  <a:pt x="7206757" y="750112"/>
                  <a:pt x="7206757" y="745399"/>
                </a:cubicBezTo>
                <a:lnTo>
                  <a:pt x="7206757" y="714029"/>
                </a:lnTo>
                <a:cubicBezTo>
                  <a:pt x="7206757" y="704603"/>
                  <a:pt x="7206566" y="698992"/>
                  <a:pt x="7206183" y="697195"/>
                </a:cubicBezTo>
                <a:cubicBezTo>
                  <a:pt x="7205800" y="695398"/>
                  <a:pt x="7205093" y="694087"/>
                  <a:pt x="7204062" y="693263"/>
                </a:cubicBezTo>
                <a:cubicBezTo>
                  <a:pt x="7203031" y="692438"/>
                  <a:pt x="7201750" y="692025"/>
                  <a:pt x="7200218" y="692025"/>
                </a:cubicBezTo>
                <a:cubicBezTo>
                  <a:pt x="7198392" y="692025"/>
                  <a:pt x="7196330" y="692467"/>
                  <a:pt x="7194033" y="693351"/>
                </a:cubicBezTo>
                <a:lnTo>
                  <a:pt x="7193149" y="690170"/>
                </a:lnTo>
                <a:close/>
                <a:moveTo>
                  <a:pt x="7084100" y="680273"/>
                </a:moveTo>
                <a:lnTo>
                  <a:pt x="7087900" y="680273"/>
                </a:lnTo>
                <a:lnTo>
                  <a:pt x="7087900" y="697416"/>
                </a:lnTo>
                <a:cubicBezTo>
                  <a:pt x="7097384" y="685987"/>
                  <a:pt x="7106427" y="680273"/>
                  <a:pt x="7115028" y="680273"/>
                </a:cubicBezTo>
                <a:cubicBezTo>
                  <a:pt x="7119447" y="680273"/>
                  <a:pt x="7123246" y="681377"/>
                  <a:pt x="7126428" y="683587"/>
                </a:cubicBezTo>
                <a:cubicBezTo>
                  <a:pt x="7129609" y="685796"/>
                  <a:pt x="7132142" y="689434"/>
                  <a:pt x="7134027" y="694500"/>
                </a:cubicBezTo>
                <a:cubicBezTo>
                  <a:pt x="7135323" y="698035"/>
                  <a:pt x="7135971" y="703454"/>
                  <a:pt x="7135971" y="710759"/>
                </a:cubicBezTo>
                <a:lnTo>
                  <a:pt x="7135971" y="745311"/>
                </a:lnTo>
                <a:cubicBezTo>
                  <a:pt x="7135971" y="750436"/>
                  <a:pt x="7136383" y="753912"/>
                  <a:pt x="7137208" y="755738"/>
                </a:cubicBezTo>
                <a:cubicBezTo>
                  <a:pt x="7137856" y="757211"/>
                  <a:pt x="7138902" y="758360"/>
                  <a:pt x="7140345" y="759184"/>
                </a:cubicBezTo>
                <a:cubicBezTo>
                  <a:pt x="7141789" y="760009"/>
                  <a:pt x="7144454" y="760421"/>
                  <a:pt x="7148342" y="760421"/>
                </a:cubicBezTo>
                <a:lnTo>
                  <a:pt x="7148342" y="763602"/>
                </a:lnTo>
                <a:lnTo>
                  <a:pt x="7108312" y="763602"/>
                </a:lnTo>
                <a:lnTo>
                  <a:pt x="7108312" y="760421"/>
                </a:lnTo>
                <a:lnTo>
                  <a:pt x="7109991" y="760421"/>
                </a:lnTo>
                <a:cubicBezTo>
                  <a:pt x="7113762" y="760421"/>
                  <a:pt x="7116398" y="759847"/>
                  <a:pt x="7117900" y="758698"/>
                </a:cubicBezTo>
                <a:cubicBezTo>
                  <a:pt x="7119402" y="757550"/>
                  <a:pt x="7120448" y="755856"/>
                  <a:pt x="7121037" y="753617"/>
                </a:cubicBezTo>
                <a:cubicBezTo>
                  <a:pt x="7121273" y="752734"/>
                  <a:pt x="7121391" y="749965"/>
                  <a:pt x="7121391" y="745311"/>
                </a:cubicBezTo>
                <a:lnTo>
                  <a:pt x="7121391" y="712173"/>
                </a:lnTo>
                <a:cubicBezTo>
                  <a:pt x="7121391" y="704809"/>
                  <a:pt x="7120433" y="699463"/>
                  <a:pt x="7118519" y="696135"/>
                </a:cubicBezTo>
                <a:cubicBezTo>
                  <a:pt x="7116604" y="692806"/>
                  <a:pt x="7113379" y="691142"/>
                  <a:pt x="7108843" y="691142"/>
                </a:cubicBezTo>
                <a:cubicBezTo>
                  <a:pt x="7101832" y="691142"/>
                  <a:pt x="7094851" y="694971"/>
                  <a:pt x="7087900" y="702630"/>
                </a:cubicBezTo>
                <a:lnTo>
                  <a:pt x="7087900" y="745311"/>
                </a:lnTo>
                <a:cubicBezTo>
                  <a:pt x="7087900" y="750789"/>
                  <a:pt x="7088224" y="754177"/>
                  <a:pt x="7088872" y="755473"/>
                </a:cubicBezTo>
                <a:cubicBezTo>
                  <a:pt x="7089696" y="757181"/>
                  <a:pt x="7090830" y="758433"/>
                  <a:pt x="7092274" y="759229"/>
                </a:cubicBezTo>
                <a:cubicBezTo>
                  <a:pt x="7093717" y="760024"/>
                  <a:pt x="7096648" y="760421"/>
                  <a:pt x="7101066" y="760421"/>
                </a:cubicBezTo>
                <a:lnTo>
                  <a:pt x="7101066" y="763602"/>
                </a:lnTo>
                <a:lnTo>
                  <a:pt x="7061036" y="763602"/>
                </a:lnTo>
                <a:lnTo>
                  <a:pt x="7061036" y="760421"/>
                </a:lnTo>
                <a:lnTo>
                  <a:pt x="7062803" y="760421"/>
                </a:lnTo>
                <a:cubicBezTo>
                  <a:pt x="7066927" y="760421"/>
                  <a:pt x="7069711" y="759376"/>
                  <a:pt x="7071154" y="757284"/>
                </a:cubicBezTo>
                <a:cubicBezTo>
                  <a:pt x="7072597" y="755193"/>
                  <a:pt x="7073319" y="751202"/>
                  <a:pt x="7073319" y="745311"/>
                </a:cubicBezTo>
                <a:lnTo>
                  <a:pt x="7073319" y="715266"/>
                </a:lnTo>
                <a:cubicBezTo>
                  <a:pt x="7073319" y="705546"/>
                  <a:pt x="7073098" y="699625"/>
                  <a:pt x="7072656" y="697504"/>
                </a:cubicBezTo>
                <a:cubicBezTo>
                  <a:pt x="7072215" y="695384"/>
                  <a:pt x="7071537" y="693940"/>
                  <a:pt x="7070624" y="693174"/>
                </a:cubicBezTo>
                <a:cubicBezTo>
                  <a:pt x="7069711" y="692408"/>
                  <a:pt x="7068488" y="692025"/>
                  <a:pt x="7066957" y="692025"/>
                </a:cubicBezTo>
                <a:cubicBezTo>
                  <a:pt x="7065307" y="692025"/>
                  <a:pt x="7063334" y="692467"/>
                  <a:pt x="7061036" y="693351"/>
                </a:cubicBezTo>
                <a:lnTo>
                  <a:pt x="7059711" y="690170"/>
                </a:lnTo>
                <a:close/>
                <a:moveTo>
                  <a:pt x="7008644" y="680273"/>
                </a:moveTo>
                <a:cubicBezTo>
                  <a:pt x="7020898" y="680273"/>
                  <a:pt x="7030736" y="684927"/>
                  <a:pt x="7038158" y="694234"/>
                </a:cubicBezTo>
                <a:cubicBezTo>
                  <a:pt x="7044462" y="702188"/>
                  <a:pt x="7047614" y="711319"/>
                  <a:pt x="7047614" y="721628"/>
                </a:cubicBezTo>
                <a:cubicBezTo>
                  <a:pt x="7047614" y="728875"/>
                  <a:pt x="7045876" y="736209"/>
                  <a:pt x="7042400" y="743632"/>
                </a:cubicBezTo>
                <a:cubicBezTo>
                  <a:pt x="7038924" y="751055"/>
                  <a:pt x="7034138" y="756651"/>
                  <a:pt x="7028041" y="760421"/>
                </a:cubicBezTo>
                <a:cubicBezTo>
                  <a:pt x="7021943" y="764192"/>
                  <a:pt x="7015154" y="766077"/>
                  <a:pt x="7007672" y="766077"/>
                </a:cubicBezTo>
                <a:cubicBezTo>
                  <a:pt x="6995477" y="766077"/>
                  <a:pt x="6985786" y="761217"/>
                  <a:pt x="6978599" y="751496"/>
                </a:cubicBezTo>
                <a:cubicBezTo>
                  <a:pt x="6972531" y="743308"/>
                  <a:pt x="6969498" y="734118"/>
                  <a:pt x="6969498" y="723926"/>
                </a:cubicBezTo>
                <a:cubicBezTo>
                  <a:pt x="6969498" y="716503"/>
                  <a:pt x="6971339" y="709125"/>
                  <a:pt x="6975020" y="701790"/>
                </a:cubicBezTo>
                <a:cubicBezTo>
                  <a:pt x="6978702" y="694456"/>
                  <a:pt x="6983548" y="689036"/>
                  <a:pt x="6989557" y="685531"/>
                </a:cubicBezTo>
                <a:cubicBezTo>
                  <a:pt x="6995566" y="682025"/>
                  <a:pt x="7001928" y="680273"/>
                  <a:pt x="7008644" y="680273"/>
                </a:cubicBezTo>
                <a:close/>
                <a:moveTo>
                  <a:pt x="6922477" y="680273"/>
                </a:moveTo>
                <a:cubicBezTo>
                  <a:pt x="6930430" y="680273"/>
                  <a:pt x="6936969" y="682379"/>
                  <a:pt x="6942095" y="686591"/>
                </a:cubicBezTo>
                <a:cubicBezTo>
                  <a:pt x="6947220" y="690803"/>
                  <a:pt x="6949782" y="695177"/>
                  <a:pt x="6949782" y="699714"/>
                </a:cubicBezTo>
                <a:cubicBezTo>
                  <a:pt x="6949782" y="701952"/>
                  <a:pt x="6949061" y="703764"/>
                  <a:pt x="6947618" y="705148"/>
                </a:cubicBezTo>
                <a:cubicBezTo>
                  <a:pt x="6946174" y="706532"/>
                  <a:pt x="6944156" y="707225"/>
                  <a:pt x="6941564" y="707225"/>
                </a:cubicBezTo>
                <a:cubicBezTo>
                  <a:pt x="6938089" y="707225"/>
                  <a:pt x="6935467" y="706105"/>
                  <a:pt x="6933700" y="703867"/>
                </a:cubicBezTo>
                <a:cubicBezTo>
                  <a:pt x="6932698" y="702630"/>
                  <a:pt x="6932035" y="700273"/>
                  <a:pt x="6931712" y="696797"/>
                </a:cubicBezTo>
                <a:cubicBezTo>
                  <a:pt x="6931387" y="693322"/>
                  <a:pt x="6930195" y="690671"/>
                  <a:pt x="6928133" y="688844"/>
                </a:cubicBezTo>
                <a:cubicBezTo>
                  <a:pt x="6926071" y="687077"/>
                  <a:pt x="6923214" y="686193"/>
                  <a:pt x="6919561" y="686193"/>
                </a:cubicBezTo>
                <a:cubicBezTo>
                  <a:pt x="6913670" y="686193"/>
                  <a:pt x="6908928" y="688373"/>
                  <a:pt x="6905334" y="692732"/>
                </a:cubicBezTo>
                <a:cubicBezTo>
                  <a:pt x="6900562" y="698506"/>
                  <a:pt x="6898176" y="706135"/>
                  <a:pt x="6898176" y="715619"/>
                </a:cubicBezTo>
                <a:cubicBezTo>
                  <a:pt x="6898176" y="725281"/>
                  <a:pt x="6900548" y="733808"/>
                  <a:pt x="6905290" y="741202"/>
                </a:cubicBezTo>
                <a:cubicBezTo>
                  <a:pt x="6910032" y="748595"/>
                  <a:pt x="6916439" y="752292"/>
                  <a:pt x="6924510" y="752292"/>
                </a:cubicBezTo>
                <a:cubicBezTo>
                  <a:pt x="6930283" y="752292"/>
                  <a:pt x="6935467" y="750318"/>
                  <a:pt x="6940062" y="746371"/>
                </a:cubicBezTo>
                <a:cubicBezTo>
                  <a:pt x="6943302" y="743661"/>
                  <a:pt x="6946454" y="738742"/>
                  <a:pt x="6949517" y="731614"/>
                </a:cubicBezTo>
                <a:lnTo>
                  <a:pt x="6952080" y="732851"/>
                </a:lnTo>
                <a:cubicBezTo>
                  <a:pt x="6949900" y="743514"/>
                  <a:pt x="6945629" y="751717"/>
                  <a:pt x="6939267" y="757461"/>
                </a:cubicBezTo>
                <a:cubicBezTo>
                  <a:pt x="6932904" y="763205"/>
                  <a:pt x="6925865" y="766077"/>
                  <a:pt x="6918147" y="766077"/>
                </a:cubicBezTo>
                <a:cubicBezTo>
                  <a:pt x="6908957" y="766077"/>
                  <a:pt x="6900945" y="762218"/>
                  <a:pt x="6894111" y="754501"/>
                </a:cubicBezTo>
                <a:cubicBezTo>
                  <a:pt x="6887278" y="746783"/>
                  <a:pt x="6883861" y="736356"/>
                  <a:pt x="6883861" y="723219"/>
                </a:cubicBezTo>
                <a:cubicBezTo>
                  <a:pt x="6883861" y="710494"/>
                  <a:pt x="6887646" y="700155"/>
                  <a:pt x="6895216" y="692202"/>
                </a:cubicBezTo>
                <a:cubicBezTo>
                  <a:pt x="6902786" y="684249"/>
                  <a:pt x="6911873" y="680273"/>
                  <a:pt x="6922477" y="680273"/>
                </a:cubicBezTo>
                <a:close/>
                <a:moveTo>
                  <a:pt x="7969520" y="680184"/>
                </a:moveTo>
                <a:cubicBezTo>
                  <a:pt x="7978592" y="680184"/>
                  <a:pt x="7986045" y="683174"/>
                  <a:pt x="7991877" y="689154"/>
                </a:cubicBezTo>
                <a:cubicBezTo>
                  <a:pt x="7997709" y="695133"/>
                  <a:pt x="8000625" y="703130"/>
                  <a:pt x="8000625" y="713145"/>
                </a:cubicBezTo>
                <a:lnTo>
                  <a:pt x="7944689" y="713145"/>
                </a:lnTo>
                <a:cubicBezTo>
                  <a:pt x="7944630" y="725163"/>
                  <a:pt x="7947546" y="734589"/>
                  <a:pt x="7953437" y="741422"/>
                </a:cubicBezTo>
                <a:cubicBezTo>
                  <a:pt x="7959329" y="748256"/>
                  <a:pt x="7966251" y="751673"/>
                  <a:pt x="7974204" y="751673"/>
                </a:cubicBezTo>
                <a:cubicBezTo>
                  <a:pt x="7979506" y="751673"/>
                  <a:pt x="7984115" y="750215"/>
                  <a:pt x="7988033" y="747299"/>
                </a:cubicBezTo>
                <a:cubicBezTo>
                  <a:pt x="7991951" y="744383"/>
                  <a:pt x="7995235" y="739390"/>
                  <a:pt x="7997886" y="732321"/>
                </a:cubicBezTo>
                <a:lnTo>
                  <a:pt x="8000625" y="734088"/>
                </a:lnTo>
                <a:cubicBezTo>
                  <a:pt x="7999388" y="742159"/>
                  <a:pt x="7995794" y="749508"/>
                  <a:pt x="7989844" y="756136"/>
                </a:cubicBezTo>
                <a:cubicBezTo>
                  <a:pt x="7983894" y="762763"/>
                  <a:pt x="7976442" y="766077"/>
                  <a:pt x="7967488" y="766077"/>
                </a:cubicBezTo>
                <a:cubicBezTo>
                  <a:pt x="7957767" y="766077"/>
                  <a:pt x="7949446" y="762292"/>
                  <a:pt x="7942524" y="754722"/>
                </a:cubicBezTo>
                <a:cubicBezTo>
                  <a:pt x="7935602" y="747152"/>
                  <a:pt x="7932141" y="736975"/>
                  <a:pt x="7932141" y="724191"/>
                </a:cubicBezTo>
                <a:cubicBezTo>
                  <a:pt x="7932141" y="710347"/>
                  <a:pt x="7935690" y="699552"/>
                  <a:pt x="7942789" y="691805"/>
                </a:cubicBezTo>
                <a:cubicBezTo>
                  <a:pt x="7949888" y="684058"/>
                  <a:pt x="7958798" y="680184"/>
                  <a:pt x="7969520" y="680184"/>
                </a:cubicBezTo>
                <a:close/>
                <a:moveTo>
                  <a:pt x="7818497" y="656060"/>
                </a:moveTo>
                <a:lnTo>
                  <a:pt x="7821236" y="656060"/>
                </a:lnTo>
                <a:lnTo>
                  <a:pt x="7821236" y="682659"/>
                </a:lnTo>
                <a:lnTo>
                  <a:pt x="7840147" y="682659"/>
                </a:lnTo>
                <a:lnTo>
                  <a:pt x="7840147" y="688844"/>
                </a:lnTo>
                <a:lnTo>
                  <a:pt x="7821236" y="688844"/>
                </a:lnTo>
                <a:lnTo>
                  <a:pt x="7821236" y="741334"/>
                </a:lnTo>
                <a:cubicBezTo>
                  <a:pt x="7821236" y="746577"/>
                  <a:pt x="7821987" y="750112"/>
                  <a:pt x="7823490" y="751938"/>
                </a:cubicBezTo>
                <a:cubicBezTo>
                  <a:pt x="7824992" y="753764"/>
                  <a:pt x="7826921" y="754678"/>
                  <a:pt x="7829278" y="754678"/>
                </a:cubicBezTo>
                <a:cubicBezTo>
                  <a:pt x="7831222" y="754678"/>
                  <a:pt x="7833107" y="754074"/>
                  <a:pt x="7834933" y="752866"/>
                </a:cubicBezTo>
                <a:cubicBezTo>
                  <a:pt x="7836759" y="751658"/>
                  <a:pt x="7838173" y="749876"/>
                  <a:pt x="7839175" y="747520"/>
                </a:cubicBezTo>
                <a:lnTo>
                  <a:pt x="7842621" y="747520"/>
                </a:lnTo>
                <a:cubicBezTo>
                  <a:pt x="7840559" y="753293"/>
                  <a:pt x="7837643" y="757638"/>
                  <a:pt x="7833873" y="760554"/>
                </a:cubicBezTo>
                <a:cubicBezTo>
                  <a:pt x="7830102" y="763470"/>
                  <a:pt x="7826214" y="764928"/>
                  <a:pt x="7822208" y="764928"/>
                </a:cubicBezTo>
                <a:cubicBezTo>
                  <a:pt x="7819498" y="764928"/>
                  <a:pt x="7816847" y="764177"/>
                  <a:pt x="7814255" y="762675"/>
                </a:cubicBezTo>
                <a:cubicBezTo>
                  <a:pt x="7811663" y="761173"/>
                  <a:pt x="7809749" y="759022"/>
                  <a:pt x="7808511" y="756224"/>
                </a:cubicBezTo>
                <a:cubicBezTo>
                  <a:pt x="7807274" y="753426"/>
                  <a:pt x="7806656" y="749111"/>
                  <a:pt x="7806656" y="743278"/>
                </a:cubicBezTo>
                <a:lnTo>
                  <a:pt x="7806656" y="688844"/>
                </a:lnTo>
                <a:lnTo>
                  <a:pt x="7793843" y="688844"/>
                </a:lnTo>
                <a:lnTo>
                  <a:pt x="7793843" y="685928"/>
                </a:lnTo>
                <a:cubicBezTo>
                  <a:pt x="7797083" y="684632"/>
                  <a:pt x="7800396" y="682438"/>
                  <a:pt x="7803784" y="679345"/>
                </a:cubicBezTo>
                <a:cubicBezTo>
                  <a:pt x="7807171" y="676252"/>
                  <a:pt x="7810190" y="672585"/>
                  <a:pt x="7812841" y="668343"/>
                </a:cubicBezTo>
                <a:cubicBezTo>
                  <a:pt x="7814196" y="666105"/>
                  <a:pt x="7816082" y="662010"/>
                  <a:pt x="7818497" y="656060"/>
                </a:cubicBezTo>
                <a:close/>
                <a:moveTo>
                  <a:pt x="7494647" y="656060"/>
                </a:moveTo>
                <a:lnTo>
                  <a:pt x="7497386" y="656060"/>
                </a:lnTo>
                <a:lnTo>
                  <a:pt x="7497386" y="682659"/>
                </a:lnTo>
                <a:lnTo>
                  <a:pt x="7516297" y="682659"/>
                </a:lnTo>
                <a:lnTo>
                  <a:pt x="7516297" y="688844"/>
                </a:lnTo>
                <a:lnTo>
                  <a:pt x="7497386" y="688844"/>
                </a:lnTo>
                <a:lnTo>
                  <a:pt x="7497386" y="741334"/>
                </a:lnTo>
                <a:cubicBezTo>
                  <a:pt x="7497386" y="746577"/>
                  <a:pt x="7498137" y="750112"/>
                  <a:pt x="7499640" y="751938"/>
                </a:cubicBezTo>
                <a:cubicBezTo>
                  <a:pt x="7501142" y="753764"/>
                  <a:pt x="7503071" y="754678"/>
                  <a:pt x="7505428" y="754678"/>
                </a:cubicBezTo>
                <a:cubicBezTo>
                  <a:pt x="7507372" y="754678"/>
                  <a:pt x="7509257" y="754074"/>
                  <a:pt x="7511083" y="752866"/>
                </a:cubicBezTo>
                <a:cubicBezTo>
                  <a:pt x="7512909" y="751658"/>
                  <a:pt x="7514323" y="749876"/>
                  <a:pt x="7515325" y="747520"/>
                </a:cubicBezTo>
                <a:lnTo>
                  <a:pt x="7518771" y="747520"/>
                </a:lnTo>
                <a:cubicBezTo>
                  <a:pt x="7516709" y="753293"/>
                  <a:pt x="7513793" y="757638"/>
                  <a:pt x="7510023" y="760554"/>
                </a:cubicBezTo>
                <a:cubicBezTo>
                  <a:pt x="7506252" y="763470"/>
                  <a:pt x="7502364" y="764928"/>
                  <a:pt x="7498358" y="764928"/>
                </a:cubicBezTo>
                <a:cubicBezTo>
                  <a:pt x="7495648" y="764928"/>
                  <a:pt x="7492997" y="764177"/>
                  <a:pt x="7490405" y="762675"/>
                </a:cubicBezTo>
                <a:cubicBezTo>
                  <a:pt x="7487813" y="761173"/>
                  <a:pt x="7485899" y="759022"/>
                  <a:pt x="7484661" y="756224"/>
                </a:cubicBezTo>
                <a:cubicBezTo>
                  <a:pt x="7483424" y="753426"/>
                  <a:pt x="7482806" y="749111"/>
                  <a:pt x="7482806" y="743278"/>
                </a:cubicBezTo>
                <a:lnTo>
                  <a:pt x="7482806" y="688844"/>
                </a:lnTo>
                <a:lnTo>
                  <a:pt x="7469993" y="688844"/>
                </a:lnTo>
                <a:lnTo>
                  <a:pt x="7469993" y="685928"/>
                </a:lnTo>
                <a:cubicBezTo>
                  <a:pt x="7473233" y="684632"/>
                  <a:pt x="7476546" y="682438"/>
                  <a:pt x="7479934" y="679345"/>
                </a:cubicBezTo>
                <a:cubicBezTo>
                  <a:pt x="7483321" y="676252"/>
                  <a:pt x="7486340" y="672585"/>
                  <a:pt x="7488991" y="668343"/>
                </a:cubicBezTo>
                <a:cubicBezTo>
                  <a:pt x="7490346" y="666105"/>
                  <a:pt x="7492232" y="662010"/>
                  <a:pt x="7494647" y="656060"/>
                </a:cubicBezTo>
                <a:close/>
                <a:moveTo>
                  <a:pt x="7170797" y="656060"/>
                </a:moveTo>
                <a:lnTo>
                  <a:pt x="7173536" y="656060"/>
                </a:lnTo>
                <a:lnTo>
                  <a:pt x="7173536" y="682659"/>
                </a:lnTo>
                <a:lnTo>
                  <a:pt x="7192447" y="682659"/>
                </a:lnTo>
                <a:lnTo>
                  <a:pt x="7192447" y="688844"/>
                </a:lnTo>
                <a:lnTo>
                  <a:pt x="7173536" y="688844"/>
                </a:lnTo>
                <a:lnTo>
                  <a:pt x="7173536" y="741334"/>
                </a:lnTo>
                <a:cubicBezTo>
                  <a:pt x="7173536" y="746577"/>
                  <a:pt x="7174287" y="750112"/>
                  <a:pt x="7175790" y="751938"/>
                </a:cubicBezTo>
                <a:cubicBezTo>
                  <a:pt x="7177292" y="753764"/>
                  <a:pt x="7179221" y="754678"/>
                  <a:pt x="7181578" y="754678"/>
                </a:cubicBezTo>
                <a:cubicBezTo>
                  <a:pt x="7183522" y="754678"/>
                  <a:pt x="7185407" y="754074"/>
                  <a:pt x="7187233" y="752866"/>
                </a:cubicBezTo>
                <a:cubicBezTo>
                  <a:pt x="7189059" y="751658"/>
                  <a:pt x="7190473" y="749876"/>
                  <a:pt x="7191475" y="747520"/>
                </a:cubicBezTo>
                <a:lnTo>
                  <a:pt x="7194921" y="747520"/>
                </a:lnTo>
                <a:cubicBezTo>
                  <a:pt x="7192859" y="753293"/>
                  <a:pt x="7189943" y="757638"/>
                  <a:pt x="7186173" y="760554"/>
                </a:cubicBezTo>
                <a:cubicBezTo>
                  <a:pt x="7182402" y="763470"/>
                  <a:pt x="7178514" y="764928"/>
                  <a:pt x="7174508" y="764928"/>
                </a:cubicBezTo>
                <a:cubicBezTo>
                  <a:pt x="7171798" y="764928"/>
                  <a:pt x="7169147" y="764177"/>
                  <a:pt x="7166555" y="762675"/>
                </a:cubicBezTo>
                <a:cubicBezTo>
                  <a:pt x="7163963" y="761173"/>
                  <a:pt x="7162049" y="759022"/>
                  <a:pt x="7160811" y="756224"/>
                </a:cubicBezTo>
                <a:cubicBezTo>
                  <a:pt x="7159574" y="753426"/>
                  <a:pt x="7158956" y="749111"/>
                  <a:pt x="7158956" y="743278"/>
                </a:cubicBezTo>
                <a:lnTo>
                  <a:pt x="7158956" y="688844"/>
                </a:lnTo>
                <a:lnTo>
                  <a:pt x="7146143" y="688844"/>
                </a:lnTo>
                <a:lnTo>
                  <a:pt x="7146143" y="685928"/>
                </a:lnTo>
                <a:cubicBezTo>
                  <a:pt x="7149383" y="684632"/>
                  <a:pt x="7152696" y="682438"/>
                  <a:pt x="7156084" y="679345"/>
                </a:cubicBezTo>
                <a:cubicBezTo>
                  <a:pt x="7159471" y="676252"/>
                  <a:pt x="7162490" y="672585"/>
                  <a:pt x="7165141" y="668343"/>
                </a:cubicBezTo>
                <a:cubicBezTo>
                  <a:pt x="7166496" y="666105"/>
                  <a:pt x="7168382" y="662010"/>
                  <a:pt x="7170797" y="656060"/>
                </a:cubicBezTo>
                <a:close/>
                <a:moveTo>
                  <a:pt x="5041308" y="638175"/>
                </a:moveTo>
                <a:lnTo>
                  <a:pt x="5045373" y="638175"/>
                </a:lnTo>
                <a:lnTo>
                  <a:pt x="5045373" y="697381"/>
                </a:lnTo>
                <a:cubicBezTo>
                  <a:pt x="5051912" y="690194"/>
                  <a:pt x="5057097" y="685584"/>
                  <a:pt x="5060926" y="683552"/>
                </a:cubicBezTo>
                <a:cubicBezTo>
                  <a:pt x="5064755" y="681519"/>
                  <a:pt x="5068584" y="680503"/>
                  <a:pt x="5072413" y="680503"/>
                </a:cubicBezTo>
                <a:cubicBezTo>
                  <a:pt x="5077009" y="680503"/>
                  <a:pt x="5080956" y="681769"/>
                  <a:pt x="5084255" y="684303"/>
                </a:cubicBezTo>
                <a:cubicBezTo>
                  <a:pt x="5087554" y="686836"/>
                  <a:pt x="5089998" y="690812"/>
                  <a:pt x="5091589" y="696232"/>
                </a:cubicBezTo>
                <a:cubicBezTo>
                  <a:pt x="5092708" y="700003"/>
                  <a:pt x="5093268" y="706895"/>
                  <a:pt x="5093268" y="716910"/>
                </a:cubicBezTo>
                <a:lnTo>
                  <a:pt x="5093268" y="745541"/>
                </a:lnTo>
                <a:cubicBezTo>
                  <a:pt x="5093268" y="750666"/>
                  <a:pt x="5093680" y="754171"/>
                  <a:pt x="5094505" y="756057"/>
                </a:cubicBezTo>
                <a:cubicBezTo>
                  <a:pt x="5095094" y="757470"/>
                  <a:pt x="5096096" y="758590"/>
                  <a:pt x="5097510" y="759415"/>
                </a:cubicBezTo>
                <a:cubicBezTo>
                  <a:pt x="5098924" y="760239"/>
                  <a:pt x="5101516" y="760652"/>
                  <a:pt x="5105286" y="760652"/>
                </a:cubicBezTo>
                <a:lnTo>
                  <a:pt x="5105286" y="763833"/>
                </a:lnTo>
                <a:lnTo>
                  <a:pt x="5065521" y="763833"/>
                </a:lnTo>
                <a:lnTo>
                  <a:pt x="5065521" y="760652"/>
                </a:lnTo>
                <a:lnTo>
                  <a:pt x="5067377" y="760652"/>
                </a:lnTo>
                <a:cubicBezTo>
                  <a:pt x="5071147" y="760652"/>
                  <a:pt x="5073768" y="760077"/>
                  <a:pt x="5075241" y="758928"/>
                </a:cubicBezTo>
                <a:cubicBezTo>
                  <a:pt x="5076714" y="757780"/>
                  <a:pt x="5077745" y="756086"/>
                  <a:pt x="5078335" y="753847"/>
                </a:cubicBezTo>
                <a:cubicBezTo>
                  <a:pt x="5078511" y="752905"/>
                  <a:pt x="5078599" y="750136"/>
                  <a:pt x="5078599" y="745541"/>
                </a:cubicBezTo>
                <a:lnTo>
                  <a:pt x="5078599" y="716910"/>
                </a:lnTo>
                <a:cubicBezTo>
                  <a:pt x="5078599" y="708073"/>
                  <a:pt x="5078143" y="702271"/>
                  <a:pt x="5077229" y="699502"/>
                </a:cubicBezTo>
                <a:cubicBezTo>
                  <a:pt x="5076316" y="696733"/>
                  <a:pt x="5074858" y="694656"/>
                  <a:pt x="5072855" y="693272"/>
                </a:cubicBezTo>
                <a:cubicBezTo>
                  <a:pt x="5070852" y="691887"/>
                  <a:pt x="5068437" y="691195"/>
                  <a:pt x="5065609" y="691195"/>
                </a:cubicBezTo>
                <a:cubicBezTo>
                  <a:pt x="5062723" y="691195"/>
                  <a:pt x="5059718" y="691961"/>
                  <a:pt x="5056596" y="693493"/>
                </a:cubicBezTo>
                <a:cubicBezTo>
                  <a:pt x="5053474" y="695025"/>
                  <a:pt x="5049733" y="698117"/>
                  <a:pt x="5045373" y="702771"/>
                </a:cubicBezTo>
                <a:lnTo>
                  <a:pt x="5045373" y="745541"/>
                </a:lnTo>
                <a:cubicBezTo>
                  <a:pt x="5045373" y="751079"/>
                  <a:pt x="5045683" y="754525"/>
                  <a:pt x="5046301" y="755880"/>
                </a:cubicBezTo>
                <a:cubicBezTo>
                  <a:pt x="5046920" y="757235"/>
                  <a:pt x="5048068" y="758369"/>
                  <a:pt x="5049747" y="759282"/>
                </a:cubicBezTo>
                <a:cubicBezTo>
                  <a:pt x="5051426" y="760195"/>
                  <a:pt x="5054328" y="760652"/>
                  <a:pt x="5058452" y="760652"/>
                </a:cubicBezTo>
                <a:lnTo>
                  <a:pt x="5058452" y="763833"/>
                </a:lnTo>
                <a:lnTo>
                  <a:pt x="5018333" y="763833"/>
                </a:lnTo>
                <a:lnTo>
                  <a:pt x="5018333" y="760652"/>
                </a:lnTo>
                <a:cubicBezTo>
                  <a:pt x="5021927" y="760652"/>
                  <a:pt x="5024754" y="760092"/>
                  <a:pt x="5026816" y="758973"/>
                </a:cubicBezTo>
                <a:cubicBezTo>
                  <a:pt x="5027994" y="758383"/>
                  <a:pt x="5028937" y="757264"/>
                  <a:pt x="5029645" y="755615"/>
                </a:cubicBezTo>
                <a:cubicBezTo>
                  <a:pt x="5030352" y="753965"/>
                  <a:pt x="5030704" y="750607"/>
                  <a:pt x="5030704" y="745541"/>
                </a:cubicBezTo>
                <a:lnTo>
                  <a:pt x="5030704" y="672285"/>
                </a:lnTo>
                <a:cubicBezTo>
                  <a:pt x="5030704" y="663036"/>
                  <a:pt x="5030483" y="657351"/>
                  <a:pt x="5030042" y="655230"/>
                </a:cubicBezTo>
                <a:cubicBezTo>
                  <a:pt x="5029600" y="653109"/>
                  <a:pt x="5028922" y="651666"/>
                  <a:pt x="5028009" y="650900"/>
                </a:cubicBezTo>
                <a:cubicBezTo>
                  <a:pt x="5027096" y="650134"/>
                  <a:pt x="5025874" y="649751"/>
                  <a:pt x="5024342" y="649751"/>
                </a:cubicBezTo>
                <a:cubicBezTo>
                  <a:pt x="5023105" y="649751"/>
                  <a:pt x="5021102" y="650223"/>
                  <a:pt x="5018333" y="651165"/>
                </a:cubicBezTo>
                <a:lnTo>
                  <a:pt x="5017096" y="648072"/>
                </a:lnTo>
                <a:close/>
                <a:moveTo>
                  <a:pt x="4413105" y="638175"/>
                </a:moveTo>
                <a:lnTo>
                  <a:pt x="4417081" y="638175"/>
                </a:lnTo>
                <a:lnTo>
                  <a:pt x="4417081" y="731756"/>
                </a:lnTo>
                <a:cubicBezTo>
                  <a:pt x="4417081" y="741240"/>
                  <a:pt x="4417302" y="747028"/>
                  <a:pt x="4417744" y="749120"/>
                </a:cubicBezTo>
                <a:cubicBezTo>
                  <a:pt x="4418186" y="751211"/>
                  <a:pt x="4418893" y="752669"/>
                  <a:pt x="4419865" y="753494"/>
                </a:cubicBezTo>
                <a:cubicBezTo>
                  <a:pt x="4420837" y="754319"/>
                  <a:pt x="4421971" y="754731"/>
                  <a:pt x="4423267" y="754731"/>
                </a:cubicBezTo>
                <a:cubicBezTo>
                  <a:pt x="4424858" y="754731"/>
                  <a:pt x="4426979" y="754230"/>
                  <a:pt x="4429630" y="753229"/>
                </a:cubicBezTo>
                <a:lnTo>
                  <a:pt x="4430602" y="756322"/>
                </a:lnTo>
                <a:lnTo>
                  <a:pt x="4406566" y="766307"/>
                </a:lnTo>
                <a:lnTo>
                  <a:pt x="4402501" y="766307"/>
                </a:lnTo>
                <a:lnTo>
                  <a:pt x="4402501" y="754731"/>
                </a:lnTo>
                <a:cubicBezTo>
                  <a:pt x="4398554" y="758855"/>
                  <a:pt x="4394695" y="761815"/>
                  <a:pt x="4390925" y="763612"/>
                </a:cubicBezTo>
                <a:cubicBezTo>
                  <a:pt x="4387155" y="765409"/>
                  <a:pt x="4383090" y="766307"/>
                  <a:pt x="4378730" y="766307"/>
                </a:cubicBezTo>
                <a:cubicBezTo>
                  <a:pt x="4369894" y="766307"/>
                  <a:pt x="4362176" y="762610"/>
                  <a:pt x="4355578" y="755217"/>
                </a:cubicBezTo>
                <a:cubicBezTo>
                  <a:pt x="4348980" y="747823"/>
                  <a:pt x="4345681" y="738324"/>
                  <a:pt x="4345681" y="726719"/>
                </a:cubicBezTo>
                <a:cubicBezTo>
                  <a:pt x="4345681" y="715113"/>
                  <a:pt x="4349334" y="704494"/>
                  <a:pt x="4356639" y="694863"/>
                </a:cubicBezTo>
                <a:cubicBezTo>
                  <a:pt x="4363944" y="685231"/>
                  <a:pt x="4373340" y="680414"/>
                  <a:pt x="4384828" y="680414"/>
                </a:cubicBezTo>
                <a:cubicBezTo>
                  <a:pt x="4391956" y="680414"/>
                  <a:pt x="4397847" y="682683"/>
                  <a:pt x="4402501" y="687219"/>
                </a:cubicBezTo>
                <a:lnTo>
                  <a:pt x="4402501" y="672285"/>
                </a:lnTo>
                <a:cubicBezTo>
                  <a:pt x="4402501" y="663036"/>
                  <a:pt x="4402280" y="657351"/>
                  <a:pt x="4401838" y="655230"/>
                </a:cubicBezTo>
                <a:cubicBezTo>
                  <a:pt x="4401396" y="653109"/>
                  <a:pt x="4400704" y="651666"/>
                  <a:pt x="4399762" y="650900"/>
                </a:cubicBezTo>
                <a:cubicBezTo>
                  <a:pt x="4398819" y="650134"/>
                  <a:pt x="4397641" y="649751"/>
                  <a:pt x="4396227" y="649751"/>
                </a:cubicBezTo>
                <a:cubicBezTo>
                  <a:pt x="4394695" y="649751"/>
                  <a:pt x="4392663" y="650223"/>
                  <a:pt x="4390130" y="651165"/>
                </a:cubicBezTo>
                <a:lnTo>
                  <a:pt x="4388981" y="648072"/>
                </a:lnTo>
                <a:close/>
                <a:moveTo>
                  <a:pt x="4039681" y="638175"/>
                </a:moveTo>
                <a:lnTo>
                  <a:pt x="4043658" y="638175"/>
                </a:lnTo>
                <a:lnTo>
                  <a:pt x="4043658" y="696851"/>
                </a:lnTo>
                <a:cubicBezTo>
                  <a:pt x="4051493" y="685952"/>
                  <a:pt x="4059947" y="680503"/>
                  <a:pt x="4069019" y="680503"/>
                </a:cubicBezTo>
                <a:cubicBezTo>
                  <a:pt x="4077325" y="680503"/>
                  <a:pt x="4084572" y="684052"/>
                  <a:pt x="4090757" y="691151"/>
                </a:cubicBezTo>
                <a:cubicBezTo>
                  <a:pt x="4096943" y="698250"/>
                  <a:pt x="4100036" y="707956"/>
                  <a:pt x="4100036" y="720268"/>
                </a:cubicBezTo>
                <a:cubicBezTo>
                  <a:pt x="4100036" y="734642"/>
                  <a:pt x="4095264" y="746218"/>
                  <a:pt x="4085720" y="754996"/>
                </a:cubicBezTo>
                <a:cubicBezTo>
                  <a:pt x="4077532" y="762537"/>
                  <a:pt x="4068400" y="766307"/>
                  <a:pt x="4058327" y="766307"/>
                </a:cubicBezTo>
                <a:cubicBezTo>
                  <a:pt x="4053614" y="766307"/>
                  <a:pt x="4048827" y="765453"/>
                  <a:pt x="4043967" y="763745"/>
                </a:cubicBezTo>
                <a:cubicBezTo>
                  <a:pt x="4039107" y="762036"/>
                  <a:pt x="4034144" y="759473"/>
                  <a:pt x="4029077" y="756057"/>
                </a:cubicBezTo>
                <a:lnTo>
                  <a:pt x="4029077" y="672196"/>
                </a:lnTo>
                <a:cubicBezTo>
                  <a:pt x="4029077" y="663006"/>
                  <a:pt x="4028856" y="657351"/>
                  <a:pt x="4028415" y="655230"/>
                </a:cubicBezTo>
                <a:cubicBezTo>
                  <a:pt x="4027973" y="653109"/>
                  <a:pt x="4027280" y="651666"/>
                  <a:pt x="4026338" y="650900"/>
                </a:cubicBezTo>
                <a:cubicBezTo>
                  <a:pt x="4025395" y="650134"/>
                  <a:pt x="4024217" y="649751"/>
                  <a:pt x="4022803" y="649751"/>
                </a:cubicBezTo>
                <a:cubicBezTo>
                  <a:pt x="4021154" y="649751"/>
                  <a:pt x="4019092" y="650223"/>
                  <a:pt x="4016618" y="651165"/>
                </a:cubicBezTo>
                <a:lnTo>
                  <a:pt x="4015381" y="648072"/>
                </a:lnTo>
                <a:close/>
                <a:moveTo>
                  <a:pt x="7865061" y="637945"/>
                </a:moveTo>
                <a:lnTo>
                  <a:pt x="7869126" y="637945"/>
                </a:lnTo>
                <a:lnTo>
                  <a:pt x="7869126" y="697151"/>
                </a:lnTo>
                <a:cubicBezTo>
                  <a:pt x="7875665" y="689964"/>
                  <a:pt x="7880850" y="685354"/>
                  <a:pt x="7884679" y="683322"/>
                </a:cubicBezTo>
                <a:cubicBezTo>
                  <a:pt x="7888508" y="681289"/>
                  <a:pt x="7892337" y="680273"/>
                  <a:pt x="7896166" y="680273"/>
                </a:cubicBezTo>
                <a:cubicBezTo>
                  <a:pt x="7900762" y="680273"/>
                  <a:pt x="7904709" y="681539"/>
                  <a:pt x="7908008" y="684073"/>
                </a:cubicBezTo>
                <a:cubicBezTo>
                  <a:pt x="7911307" y="686606"/>
                  <a:pt x="7913751" y="690582"/>
                  <a:pt x="7915342" y="696002"/>
                </a:cubicBezTo>
                <a:cubicBezTo>
                  <a:pt x="7916461" y="699772"/>
                  <a:pt x="7917021" y="706665"/>
                  <a:pt x="7917021" y="716680"/>
                </a:cubicBezTo>
                <a:lnTo>
                  <a:pt x="7917021" y="745311"/>
                </a:lnTo>
                <a:cubicBezTo>
                  <a:pt x="7917021" y="750436"/>
                  <a:pt x="7917433" y="753941"/>
                  <a:pt x="7918258" y="755826"/>
                </a:cubicBezTo>
                <a:cubicBezTo>
                  <a:pt x="7918847" y="757240"/>
                  <a:pt x="7919849" y="758360"/>
                  <a:pt x="7921263" y="759184"/>
                </a:cubicBezTo>
                <a:cubicBezTo>
                  <a:pt x="7922677" y="760009"/>
                  <a:pt x="7925269" y="760421"/>
                  <a:pt x="7929039" y="760421"/>
                </a:cubicBezTo>
                <a:lnTo>
                  <a:pt x="7929039" y="763602"/>
                </a:lnTo>
                <a:lnTo>
                  <a:pt x="7889274" y="763602"/>
                </a:lnTo>
                <a:lnTo>
                  <a:pt x="7889274" y="760421"/>
                </a:lnTo>
                <a:lnTo>
                  <a:pt x="7891130" y="760421"/>
                </a:lnTo>
                <a:cubicBezTo>
                  <a:pt x="7894900" y="760421"/>
                  <a:pt x="7897521" y="759847"/>
                  <a:pt x="7898994" y="758698"/>
                </a:cubicBezTo>
                <a:cubicBezTo>
                  <a:pt x="7900467" y="757550"/>
                  <a:pt x="7901498" y="755856"/>
                  <a:pt x="7902087" y="753617"/>
                </a:cubicBezTo>
                <a:cubicBezTo>
                  <a:pt x="7902264" y="752675"/>
                  <a:pt x="7902352" y="749906"/>
                  <a:pt x="7902352" y="745311"/>
                </a:cubicBezTo>
                <a:lnTo>
                  <a:pt x="7902352" y="716680"/>
                </a:lnTo>
                <a:cubicBezTo>
                  <a:pt x="7902352" y="707843"/>
                  <a:pt x="7901896" y="702041"/>
                  <a:pt x="7900982" y="699272"/>
                </a:cubicBezTo>
                <a:cubicBezTo>
                  <a:pt x="7900069" y="696503"/>
                  <a:pt x="7898611" y="694426"/>
                  <a:pt x="7896608" y="693042"/>
                </a:cubicBezTo>
                <a:cubicBezTo>
                  <a:pt x="7894605" y="691657"/>
                  <a:pt x="7892190" y="690965"/>
                  <a:pt x="7889362" y="690965"/>
                </a:cubicBezTo>
                <a:cubicBezTo>
                  <a:pt x="7886476" y="690965"/>
                  <a:pt x="7883471" y="691731"/>
                  <a:pt x="7880349" y="693263"/>
                </a:cubicBezTo>
                <a:cubicBezTo>
                  <a:pt x="7877227" y="694794"/>
                  <a:pt x="7873486" y="697887"/>
                  <a:pt x="7869126" y="702541"/>
                </a:cubicBezTo>
                <a:lnTo>
                  <a:pt x="7869126" y="745311"/>
                </a:lnTo>
                <a:cubicBezTo>
                  <a:pt x="7869126" y="750848"/>
                  <a:pt x="7869436" y="754294"/>
                  <a:pt x="7870054" y="755650"/>
                </a:cubicBezTo>
                <a:cubicBezTo>
                  <a:pt x="7870673" y="757005"/>
                  <a:pt x="7871821" y="758139"/>
                  <a:pt x="7873500" y="759052"/>
                </a:cubicBezTo>
                <a:cubicBezTo>
                  <a:pt x="7875179" y="759965"/>
                  <a:pt x="7878081" y="760421"/>
                  <a:pt x="7882205" y="760421"/>
                </a:cubicBezTo>
                <a:lnTo>
                  <a:pt x="7882205" y="763602"/>
                </a:lnTo>
                <a:lnTo>
                  <a:pt x="7842086" y="763602"/>
                </a:lnTo>
                <a:lnTo>
                  <a:pt x="7842086" y="760421"/>
                </a:lnTo>
                <a:cubicBezTo>
                  <a:pt x="7845680" y="760421"/>
                  <a:pt x="7848507" y="759862"/>
                  <a:pt x="7850569" y="758742"/>
                </a:cubicBezTo>
                <a:cubicBezTo>
                  <a:pt x="7851748" y="758153"/>
                  <a:pt x="7852690" y="757034"/>
                  <a:pt x="7853397" y="755385"/>
                </a:cubicBezTo>
                <a:cubicBezTo>
                  <a:pt x="7854104" y="753735"/>
                  <a:pt x="7854457" y="750377"/>
                  <a:pt x="7854457" y="745311"/>
                </a:cubicBezTo>
                <a:lnTo>
                  <a:pt x="7854457" y="672055"/>
                </a:lnTo>
                <a:cubicBezTo>
                  <a:pt x="7854457" y="662806"/>
                  <a:pt x="7854236" y="657121"/>
                  <a:pt x="7853795" y="655000"/>
                </a:cubicBezTo>
                <a:cubicBezTo>
                  <a:pt x="7853353" y="652879"/>
                  <a:pt x="7852675" y="651436"/>
                  <a:pt x="7851762" y="650670"/>
                </a:cubicBezTo>
                <a:cubicBezTo>
                  <a:pt x="7850849" y="649904"/>
                  <a:pt x="7849627" y="649521"/>
                  <a:pt x="7848095" y="649521"/>
                </a:cubicBezTo>
                <a:cubicBezTo>
                  <a:pt x="7846858" y="649521"/>
                  <a:pt x="7844855" y="649992"/>
                  <a:pt x="7842086" y="650935"/>
                </a:cubicBezTo>
                <a:lnTo>
                  <a:pt x="7840849" y="647842"/>
                </a:lnTo>
                <a:close/>
                <a:moveTo>
                  <a:pt x="7542095" y="637945"/>
                </a:moveTo>
                <a:cubicBezTo>
                  <a:pt x="7544569" y="637945"/>
                  <a:pt x="7546675" y="638814"/>
                  <a:pt x="7548413" y="640552"/>
                </a:cubicBezTo>
                <a:cubicBezTo>
                  <a:pt x="7550151" y="642290"/>
                  <a:pt x="7551020" y="644396"/>
                  <a:pt x="7551020" y="646870"/>
                </a:cubicBezTo>
                <a:cubicBezTo>
                  <a:pt x="7551020" y="649345"/>
                  <a:pt x="7550151" y="651465"/>
                  <a:pt x="7548413" y="653233"/>
                </a:cubicBezTo>
                <a:cubicBezTo>
                  <a:pt x="7546675" y="655000"/>
                  <a:pt x="7544569" y="655884"/>
                  <a:pt x="7542095" y="655884"/>
                </a:cubicBezTo>
                <a:cubicBezTo>
                  <a:pt x="7539621" y="655884"/>
                  <a:pt x="7537500" y="655000"/>
                  <a:pt x="7535733" y="653233"/>
                </a:cubicBezTo>
                <a:cubicBezTo>
                  <a:pt x="7533965" y="651465"/>
                  <a:pt x="7533082" y="649345"/>
                  <a:pt x="7533082" y="646870"/>
                </a:cubicBezTo>
                <a:cubicBezTo>
                  <a:pt x="7533082" y="644396"/>
                  <a:pt x="7533951" y="642290"/>
                  <a:pt x="7535689" y="640552"/>
                </a:cubicBezTo>
                <a:cubicBezTo>
                  <a:pt x="7537426" y="638814"/>
                  <a:pt x="7539562" y="637945"/>
                  <a:pt x="7542095" y="637945"/>
                </a:cubicBezTo>
                <a:close/>
                <a:moveTo>
                  <a:pt x="7311109" y="637945"/>
                </a:moveTo>
                <a:lnTo>
                  <a:pt x="7315086" y="637945"/>
                </a:lnTo>
                <a:lnTo>
                  <a:pt x="7315086" y="696621"/>
                </a:lnTo>
                <a:cubicBezTo>
                  <a:pt x="7322921" y="685722"/>
                  <a:pt x="7331375" y="680273"/>
                  <a:pt x="7340447" y="680273"/>
                </a:cubicBezTo>
                <a:cubicBezTo>
                  <a:pt x="7348753" y="680273"/>
                  <a:pt x="7355999" y="683822"/>
                  <a:pt x="7362185" y="690921"/>
                </a:cubicBezTo>
                <a:cubicBezTo>
                  <a:pt x="7368371" y="698020"/>
                  <a:pt x="7371464" y="707725"/>
                  <a:pt x="7371464" y="720038"/>
                </a:cubicBezTo>
                <a:cubicBezTo>
                  <a:pt x="7371464" y="734412"/>
                  <a:pt x="7366692" y="745988"/>
                  <a:pt x="7357148" y="754766"/>
                </a:cubicBezTo>
                <a:cubicBezTo>
                  <a:pt x="7348960" y="762307"/>
                  <a:pt x="7339828" y="766077"/>
                  <a:pt x="7329755" y="766077"/>
                </a:cubicBezTo>
                <a:cubicBezTo>
                  <a:pt x="7325042" y="766077"/>
                  <a:pt x="7320255" y="765223"/>
                  <a:pt x="7315395" y="763514"/>
                </a:cubicBezTo>
                <a:cubicBezTo>
                  <a:pt x="7310535" y="761806"/>
                  <a:pt x="7305572" y="759243"/>
                  <a:pt x="7300505" y="755826"/>
                </a:cubicBezTo>
                <a:lnTo>
                  <a:pt x="7300505" y="671966"/>
                </a:lnTo>
                <a:cubicBezTo>
                  <a:pt x="7300505" y="662776"/>
                  <a:pt x="7300284" y="657121"/>
                  <a:pt x="7299842" y="655000"/>
                </a:cubicBezTo>
                <a:cubicBezTo>
                  <a:pt x="7299401" y="652879"/>
                  <a:pt x="7298708" y="651436"/>
                  <a:pt x="7297766" y="650670"/>
                </a:cubicBezTo>
                <a:cubicBezTo>
                  <a:pt x="7296823" y="649904"/>
                  <a:pt x="7295645" y="649521"/>
                  <a:pt x="7294231" y="649521"/>
                </a:cubicBezTo>
                <a:cubicBezTo>
                  <a:pt x="7292582" y="649521"/>
                  <a:pt x="7290520" y="649992"/>
                  <a:pt x="7288046" y="650935"/>
                </a:cubicBezTo>
                <a:lnTo>
                  <a:pt x="7286808" y="647842"/>
                </a:lnTo>
                <a:close/>
                <a:moveTo>
                  <a:pt x="7275395" y="637945"/>
                </a:moveTo>
                <a:cubicBezTo>
                  <a:pt x="7277869" y="637945"/>
                  <a:pt x="7279975" y="638814"/>
                  <a:pt x="7281713" y="640552"/>
                </a:cubicBezTo>
                <a:cubicBezTo>
                  <a:pt x="7283451" y="642290"/>
                  <a:pt x="7284320" y="644396"/>
                  <a:pt x="7284320" y="646870"/>
                </a:cubicBezTo>
                <a:cubicBezTo>
                  <a:pt x="7284320" y="649345"/>
                  <a:pt x="7283451" y="651465"/>
                  <a:pt x="7281713" y="653233"/>
                </a:cubicBezTo>
                <a:cubicBezTo>
                  <a:pt x="7279975" y="655000"/>
                  <a:pt x="7277869" y="655884"/>
                  <a:pt x="7275395" y="655884"/>
                </a:cubicBezTo>
                <a:cubicBezTo>
                  <a:pt x="7272921" y="655884"/>
                  <a:pt x="7270800" y="655000"/>
                  <a:pt x="7269033" y="653233"/>
                </a:cubicBezTo>
                <a:cubicBezTo>
                  <a:pt x="7267265" y="651465"/>
                  <a:pt x="7266382" y="649345"/>
                  <a:pt x="7266382" y="646870"/>
                </a:cubicBezTo>
                <a:cubicBezTo>
                  <a:pt x="7266382" y="644396"/>
                  <a:pt x="7267251" y="642290"/>
                  <a:pt x="7268989" y="640552"/>
                </a:cubicBezTo>
                <a:cubicBezTo>
                  <a:pt x="7270726" y="638814"/>
                  <a:pt x="7272862" y="637945"/>
                  <a:pt x="7275395" y="637945"/>
                </a:cubicBezTo>
                <a:close/>
                <a:moveTo>
                  <a:pt x="2350703" y="603917"/>
                </a:moveTo>
                <a:cubicBezTo>
                  <a:pt x="2343575" y="608099"/>
                  <a:pt x="2338274" y="612577"/>
                  <a:pt x="2334797" y="617349"/>
                </a:cubicBezTo>
                <a:cubicBezTo>
                  <a:pt x="2332501" y="620530"/>
                  <a:pt x="2331352" y="623740"/>
                  <a:pt x="2331352" y="626980"/>
                </a:cubicBezTo>
                <a:cubicBezTo>
                  <a:pt x="2331352" y="629690"/>
                  <a:pt x="2332323" y="632076"/>
                  <a:pt x="2334268" y="634138"/>
                </a:cubicBezTo>
                <a:cubicBezTo>
                  <a:pt x="2335740" y="635729"/>
                  <a:pt x="2337802" y="636524"/>
                  <a:pt x="2340453" y="636524"/>
                </a:cubicBezTo>
                <a:cubicBezTo>
                  <a:pt x="2343399" y="636524"/>
                  <a:pt x="2346816" y="634874"/>
                  <a:pt x="2350703" y="631576"/>
                </a:cubicBezTo>
                <a:close/>
                <a:moveTo>
                  <a:pt x="1723115" y="575904"/>
                </a:moveTo>
                <a:cubicBezTo>
                  <a:pt x="1717164" y="575904"/>
                  <a:pt x="1712274" y="580205"/>
                  <a:pt x="1708445" y="588806"/>
                </a:cubicBezTo>
                <a:lnTo>
                  <a:pt x="1708445" y="632901"/>
                </a:lnTo>
                <a:cubicBezTo>
                  <a:pt x="1713512" y="640088"/>
                  <a:pt x="1718931" y="643682"/>
                  <a:pt x="1724705" y="643682"/>
                </a:cubicBezTo>
                <a:cubicBezTo>
                  <a:pt x="1727886" y="643682"/>
                  <a:pt x="1730507" y="642003"/>
                  <a:pt x="1732569" y="638645"/>
                </a:cubicBezTo>
                <a:cubicBezTo>
                  <a:pt x="1735633" y="633696"/>
                  <a:pt x="1737164" y="624271"/>
                  <a:pt x="1737164" y="610368"/>
                </a:cubicBezTo>
                <a:cubicBezTo>
                  <a:pt x="1737164" y="596111"/>
                  <a:pt x="1735485" y="586361"/>
                  <a:pt x="1732127" y="581118"/>
                </a:cubicBezTo>
                <a:cubicBezTo>
                  <a:pt x="1729889" y="577643"/>
                  <a:pt x="1726884" y="575904"/>
                  <a:pt x="1723115" y="575904"/>
                </a:cubicBezTo>
                <a:close/>
                <a:moveTo>
                  <a:pt x="2030105" y="571398"/>
                </a:moveTo>
                <a:cubicBezTo>
                  <a:pt x="2027100" y="571398"/>
                  <a:pt x="2024523" y="572532"/>
                  <a:pt x="2022373" y="574800"/>
                </a:cubicBezTo>
                <a:cubicBezTo>
                  <a:pt x="2020222" y="577068"/>
                  <a:pt x="2018808" y="581545"/>
                  <a:pt x="2018131" y="588232"/>
                </a:cubicBezTo>
                <a:cubicBezTo>
                  <a:pt x="2017453" y="594918"/>
                  <a:pt x="2017115" y="604211"/>
                  <a:pt x="2017115" y="616111"/>
                </a:cubicBezTo>
                <a:cubicBezTo>
                  <a:pt x="2017115" y="622415"/>
                  <a:pt x="2017527" y="628306"/>
                  <a:pt x="2018352" y="633785"/>
                </a:cubicBezTo>
                <a:cubicBezTo>
                  <a:pt x="2019000" y="637968"/>
                  <a:pt x="2020384" y="641149"/>
                  <a:pt x="2022505" y="643328"/>
                </a:cubicBezTo>
                <a:cubicBezTo>
                  <a:pt x="2024626" y="645508"/>
                  <a:pt x="2027041" y="646598"/>
                  <a:pt x="2029751" y="646598"/>
                </a:cubicBezTo>
                <a:cubicBezTo>
                  <a:pt x="2032402" y="646598"/>
                  <a:pt x="2034611" y="645862"/>
                  <a:pt x="2036379" y="644389"/>
                </a:cubicBezTo>
                <a:cubicBezTo>
                  <a:pt x="2038676" y="642386"/>
                  <a:pt x="2040208" y="639587"/>
                  <a:pt x="2040974" y="635994"/>
                </a:cubicBezTo>
                <a:cubicBezTo>
                  <a:pt x="2042152" y="630397"/>
                  <a:pt x="2042740" y="619086"/>
                  <a:pt x="2042740" y="602061"/>
                </a:cubicBezTo>
                <a:cubicBezTo>
                  <a:pt x="2042740" y="592046"/>
                  <a:pt x="2042181" y="585168"/>
                  <a:pt x="2041062" y="581427"/>
                </a:cubicBezTo>
                <a:cubicBezTo>
                  <a:pt x="2039942" y="577687"/>
                  <a:pt x="2038293" y="574962"/>
                  <a:pt x="2036114" y="573253"/>
                </a:cubicBezTo>
                <a:cubicBezTo>
                  <a:pt x="2034582" y="572016"/>
                  <a:pt x="2032579" y="571398"/>
                  <a:pt x="2030105" y="571398"/>
                </a:cubicBezTo>
                <a:close/>
                <a:moveTo>
                  <a:pt x="2618268" y="570868"/>
                </a:moveTo>
                <a:cubicBezTo>
                  <a:pt x="2615205" y="570868"/>
                  <a:pt x="2612702" y="572370"/>
                  <a:pt x="2610758" y="575374"/>
                </a:cubicBezTo>
                <a:cubicBezTo>
                  <a:pt x="2607281" y="580617"/>
                  <a:pt x="2605544" y="587804"/>
                  <a:pt x="2605544" y="596936"/>
                </a:cubicBezTo>
                <a:lnTo>
                  <a:pt x="2605544" y="600028"/>
                </a:lnTo>
                <a:lnTo>
                  <a:pt x="2629579" y="600028"/>
                </a:lnTo>
                <a:cubicBezTo>
                  <a:pt x="2629579" y="590544"/>
                  <a:pt x="2629064" y="584034"/>
                  <a:pt x="2628033" y="580499"/>
                </a:cubicBezTo>
                <a:cubicBezTo>
                  <a:pt x="2627003" y="576965"/>
                  <a:pt x="2625397" y="574285"/>
                  <a:pt x="2623217" y="572458"/>
                </a:cubicBezTo>
                <a:cubicBezTo>
                  <a:pt x="2621980" y="571398"/>
                  <a:pt x="2620331" y="570868"/>
                  <a:pt x="2618268" y="570868"/>
                </a:cubicBezTo>
                <a:close/>
                <a:moveTo>
                  <a:pt x="1808644" y="570868"/>
                </a:moveTo>
                <a:cubicBezTo>
                  <a:pt x="1805580" y="570868"/>
                  <a:pt x="1803077" y="572370"/>
                  <a:pt x="1801133" y="575374"/>
                </a:cubicBezTo>
                <a:cubicBezTo>
                  <a:pt x="1797657" y="580617"/>
                  <a:pt x="1795919" y="587804"/>
                  <a:pt x="1795919" y="596936"/>
                </a:cubicBezTo>
                <a:lnTo>
                  <a:pt x="1795919" y="600028"/>
                </a:lnTo>
                <a:lnTo>
                  <a:pt x="1819955" y="600028"/>
                </a:lnTo>
                <a:cubicBezTo>
                  <a:pt x="1819955" y="590544"/>
                  <a:pt x="1819439" y="584034"/>
                  <a:pt x="1818408" y="580499"/>
                </a:cubicBezTo>
                <a:cubicBezTo>
                  <a:pt x="1817377" y="576965"/>
                  <a:pt x="1815772" y="574285"/>
                  <a:pt x="1813592" y="572458"/>
                </a:cubicBezTo>
                <a:cubicBezTo>
                  <a:pt x="1812355" y="571398"/>
                  <a:pt x="1810706" y="570868"/>
                  <a:pt x="1808644" y="570868"/>
                </a:cubicBezTo>
                <a:close/>
                <a:moveTo>
                  <a:pt x="4540213" y="566477"/>
                </a:moveTo>
                <a:cubicBezTo>
                  <a:pt x="4534205" y="566477"/>
                  <a:pt x="4530228" y="566978"/>
                  <a:pt x="4528284" y="567980"/>
                </a:cubicBezTo>
                <a:cubicBezTo>
                  <a:pt x="4524926" y="569806"/>
                  <a:pt x="4523247" y="572280"/>
                  <a:pt x="4523247" y="575402"/>
                </a:cubicBezTo>
                <a:cubicBezTo>
                  <a:pt x="4523247" y="578407"/>
                  <a:pt x="4524985" y="581131"/>
                  <a:pt x="4528461" y="583576"/>
                </a:cubicBezTo>
                <a:cubicBezTo>
                  <a:pt x="4531936" y="586021"/>
                  <a:pt x="4538476" y="587243"/>
                  <a:pt x="4548078" y="587243"/>
                </a:cubicBezTo>
                <a:cubicBezTo>
                  <a:pt x="4556267" y="587243"/>
                  <a:pt x="4562703" y="586153"/>
                  <a:pt x="4567386" y="583974"/>
                </a:cubicBezTo>
                <a:cubicBezTo>
                  <a:pt x="4572070" y="581794"/>
                  <a:pt x="4574411" y="578731"/>
                  <a:pt x="4574411" y="574784"/>
                </a:cubicBezTo>
                <a:cubicBezTo>
                  <a:pt x="4574411" y="573311"/>
                  <a:pt x="4573970" y="572074"/>
                  <a:pt x="4573086" y="571072"/>
                </a:cubicBezTo>
                <a:cubicBezTo>
                  <a:pt x="4571495" y="569305"/>
                  <a:pt x="4569095" y="568097"/>
                  <a:pt x="4565884" y="567449"/>
                </a:cubicBezTo>
                <a:cubicBezTo>
                  <a:pt x="4562673" y="566801"/>
                  <a:pt x="4554117" y="566477"/>
                  <a:pt x="4540213" y="566477"/>
                </a:cubicBezTo>
                <a:close/>
                <a:moveTo>
                  <a:pt x="2619593" y="565124"/>
                </a:moveTo>
                <a:cubicBezTo>
                  <a:pt x="2627959" y="565124"/>
                  <a:pt x="2635220" y="568555"/>
                  <a:pt x="2641377" y="575419"/>
                </a:cubicBezTo>
                <a:cubicBezTo>
                  <a:pt x="2647533" y="582281"/>
                  <a:pt x="2650847" y="592459"/>
                  <a:pt x="2651318" y="605949"/>
                </a:cubicBezTo>
                <a:lnTo>
                  <a:pt x="2605986" y="605949"/>
                </a:lnTo>
                <a:cubicBezTo>
                  <a:pt x="2606516" y="616907"/>
                  <a:pt x="2609432" y="625567"/>
                  <a:pt x="2614734" y="631929"/>
                </a:cubicBezTo>
                <a:cubicBezTo>
                  <a:pt x="2618799" y="636819"/>
                  <a:pt x="2623689" y="639263"/>
                  <a:pt x="2629403" y="639263"/>
                </a:cubicBezTo>
                <a:cubicBezTo>
                  <a:pt x="2632938" y="639263"/>
                  <a:pt x="2636148" y="638277"/>
                  <a:pt x="2639034" y="636303"/>
                </a:cubicBezTo>
                <a:cubicBezTo>
                  <a:pt x="2641922" y="634330"/>
                  <a:pt x="2645014" y="630780"/>
                  <a:pt x="2648314" y="625655"/>
                </a:cubicBezTo>
                <a:lnTo>
                  <a:pt x="2651318" y="627599"/>
                </a:lnTo>
                <a:cubicBezTo>
                  <a:pt x="2646841" y="636730"/>
                  <a:pt x="2641891" y="643196"/>
                  <a:pt x="2636472" y="646996"/>
                </a:cubicBezTo>
                <a:cubicBezTo>
                  <a:pt x="2631052" y="650795"/>
                  <a:pt x="2624778" y="652695"/>
                  <a:pt x="2617650" y="652695"/>
                </a:cubicBezTo>
                <a:cubicBezTo>
                  <a:pt x="2605396" y="652695"/>
                  <a:pt x="2596118" y="647982"/>
                  <a:pt x="2589815" y="638557"/>
                </a:cubicBezTo>
                <a:cubicBezTo>
                  <a:pt x="2584748" y="630957"/>
                  <a:pt x="2582215" y="621531"/>
                  <a:pt x="2582215" y="610279"/>
                </a:cubicBezTo>
                <a:cubicBezTo>
                  <a:pt x="2582215" y="596494"/>
                  <a:pt x="2585941" y="585522"/>
                  <a:pt x="2593394" y="577363"/>
                </a:cubicBezTo>
                <a:cubicBezTo>
                  <a:pt x="2600846" y="569203"/>
                  <a:pt x="2609579" y="565124"/>
                  <a:pt x="2619593" y="565124"/>
                </a:cubicBezTo>
                <a:close/>
                <a:moveTo>
                  <a:pt x="2535371" y="565124"/>
                </a:moveTo>
                <a:cubicBezTo>
                  <a:pt x="2543914" y="565124"/>
                  <a:pt x="2550703" y="567274"/>
                  <a:pt x="2555740" y="571574"/>
                </a:cubicBezTo>
                <a:cubicBezTo>
                  <a:pt x="2560777" y="575875"/>
                  <a:pt x="2563295" y="580676"/>
                  <a:pt x="2563295" y="585978"/>
                </a:cubicBezTo>
                <a:cubicBezTo>
                  <a:pt x="2563295" y="589336"/>
                  <a:pt x="2562279" y="592017"/>
                  <a:pt x="2560247" y="594020"/>
                </a:cubicBezTo>
                <a:cubicBezTo>
                  <a:pt x="2558214" y="596022"/>
                  <a:pt x="2555548" y="597024"/>
                  <a:pt x="2552249" y="597024"/>
                </a:cubicBezTo>
                <a:cubicBezTo>
                  <a:pt x="2548774" y="597024"/>
                  <a:pt x="2545902" y="595875"/>
                  <a:pt x="2543634" y="593578"/>
                </a:cubicBezTo>
                <a:cubicBezTo>
                  <a:pt x="2541366" y="591280"/>
                  <a:pt x="2539967" y="587186"/>
                  <a:pt x="2539436" y="581295"/>
                </a:cubicBezTo>
                <a:cubicBezTo>
                  <a:pt x="2539083" y="577583"/>
                  <a:pt x="2538229" y="574991"/>
                  <a:pt x="2536873" y="573519"/>
                </a:cubicBezTo>
                <a:cubicBezTo>
                  <a:pt x="2535518" y="572046"/>
                  <a:pt x="2533929" y="571309"/>
                  <a:pt x="2532102" y="571309"/>
                </a:cubicBezTo>
                <a:cubicBezTo>
                  <a:pt x="2529274" y="571309"/>
                  <a:pt x="2526859" y="572812"/>
                  <a:pt x="2524856" y="575816"/>
                </a:cubicBezTo>
                <a:cubicBezTo>
                  <a:pt x="2521792" y="580352"/>
                  <a:pt x="2520260" y="587304"/>
                  <a:pt x="2520260" y="596671"/>
                </a:cubicBezTo>
                <a:cubicBezTo>
                  <a:pt x="2520260" y="604447"/>
                  <a:pt x="2521497" y="611884"/>
                  <a:pt x="2523972" y="618983"/>
                </a:cubicBezTo>
                <a:cubicBezTo>
                  <a:pt x="2526446" y="626082"/>
                  <a:pt x="2529834" y="631369"/>
                  <a:pt x="2534134" y="634845"/>
                </a:cubicBezTo>
                <a:cubicBezTo>
                  <a:pt x="2537374" y="637378"/>
                  <a:pt x="2541204" y="638645"/>
                  <a:pt x="2545622" y="638645"/>
                </a:cubicBezTo>
                <a:cubicBezTo>
                  <a:pt x="2548509" y="638645"/>
                  <a:pt x="2551248" y="637968"/>
                  <a:pt x="2553840" y="636612"/>
                </a:cubicBezTo>
                <a:cubicBezTo>
                  <a:pt x="2556432" y="635257"/>
                  <a:pt x="2559495" y="632695"/>
                  <a:pt x="2563030" y="628924"/>
                </a:cubicBezTo>
                <a:lnTo>
                  <a:pt x="2565770" y="631045"/>
                </a:lnTo>
                <a:cubicBezTo>
                  <a:pt x="2561881" y="638350"/>
                  <a:pt x="2557036" y="643785"/>
                  <a:pt x="2551233" y="647349"/>
                </a:cubicBezTo>
                <a:cubicBezTo>
                  <a:pt x="2545431" y="650913"/>
                  <a:pt x="2539260" y="652695"/>
                  <a:pt x="2532721" y="652695"/>
                </a:cubicBezTo>
                <a:cubicBezTo>
                  <a:pt x="2521704" y="652695"/>
                  <a:pt x="2512897" y="648542"/>
                  <a:pt x="2506299" y="640235"/>
                </a:cubicBezTo>
                <a:cubicBezTo>
                  <a:pt x="2499701" y="631929"/>
                  <a:pt x="2496402" y="621943"/>
                  <a:pt x="2496402" y="610279"/>
                </a:cubicBezTo>
                <a:cubicBezTo>
                  <a:pt x="2496402" y="599027"/>
                  <a:pt x="2499406" y="589130"/>
                  <a:pt x="2505415" y="580588"/>
                </a:cubicBezTo>
                <a:cubicBezTo>
                  <a:pt x="2512661" y="570279"/>
                  <a:pt x="2522647" y="565124"/>
                  <a:pt x="2535371" y="565124"/>
                </a:cubicBezTo>
                <a:close/>
                <a:moveTo>
                  <a:pt x="2458855" y="565124"/>
                </a:moveTo>
                <a:cubicBezTo>
                  <a:pt x="2464216" y="565124"/>
                  <a:pt x="2468664" y="566611"/>
                  <a:pt x="2472199" y="569586"/>
                </a:cubicBezTo>
                <a:cubicBezTo>
                  <a:pt x="2475733" y="572561"/>
                  <a:pt x="2478089" y="576258"/>
                  <a:pt x="2479268" y="580676"/>
                </a:cubicBezTo>
                <a:cubicBezTo>
                  <a:pt x="2480211" y="584034"/>
                  <a:pt x="2480682" y="590485"/>
                  <a:pt x="2480682" y="600028"/>
                </a:cubicBezTo>
                <a:lnTo>
                  <a:pt x="2480682" y="632194"/>
                </a:lnTo>
                <a:cubicBezTo>
                  <a:pt x="2480682" y="638557"/>
                  <a:pt x="2481255" y="642518"/>
                  <a:pt x="2482404" y="644079"/>
                </a:cubicBezTo>
                <a:cubicBezTo>
                  <a:pt x="2483554" y="645641"/>
                  <a:pt x="2485954" y="646627"/>
                  <a:pt x="2489606" y="647040"/>
                </a:cubicBezTo>
                <a:lnTo>
                  <a:pt x="2489606" y="650221"/>
                </a:lnTo>
                <a:lnTo>
                  <a:pt x="2447809" y="650221"/>
                </a:lnTo>
                <a:lnTo>
                  <a:pt x="2447809" y="647040"/>
                </a:lnTo>
                <a:cubicBezTo>
                  <a:pt x="2450932" y="646627"/>
                  <a:pt x="2453170" y="645332"/>
                  <a:pt x="2454525" y="643152"/>
                </a:cubicBezTo>
                <a:cubicBezTo>
                  <a:pt x="2455468" y="641679"/>
                  <a:pt x="2455939" y="638026"/>
                  <a:pt x="2455939" y="632194"/>
                </a:cubicBezTo>
                <a:lnTo>
                  <a:pt x="2455939" y="595433"/>
                </a:lnTo>
                <a:cubicBezTo>
                  <a:pt x="2455939" y="588659"/>
                  <a:pt x="2455674" y="584388"/>
                  <a:pt x="2455143" y="582621"/>
                </a:cubicBezTo>
                <a:cubicBezTo>
                  <a:pt x="2454613" y="580853"/>
                  <a:pt x="2453715" y="579483"/>
                  <a:pt x="2452449" y="578511"/>
                </a:cubicBezTo>
                <a:cubicBezTo>
                  <a:pt x="2451182" y="577539"/>
                  <a:pt x="2449783" y="577053"/>
                  <a:pt x="2448251" y="577053"/>
                </a:cubicBezTo>
                <a:cubicBezTo>
                  <a:pt x="2443185" y="577053"/>
                  <a:pt x="2438472" y="580676"/>
                  <a:pt x="2434113" y="587922"/>
                </a:cubicBezTo>
                <a:lnTo>
                  <a:pt x="2434113" y="632194"/>
                </a:lnTo>
                <a:cubicBezTo>
                  <a:pt x="2434113" y="638380"/>
                  <a:pt x="2434687" y="642297"/>
                  <a:pt x="2435836" y="643947"/>
                </a:cubicBezTo>
                <a:cubicBezTo>
                  <a:pt x="2436985" y="645597"/>
                  <a:pt x="2439120" y="646627"/>
                  <a:pt x="2442242" y="647040"/>
                </a:cubicBezTo>
                <a:lnTo>
                  <a:pt x="2442242" y="650221"/>
                </a:lnTo>
                <a:lnTo>
                  <a:pt x="2400445" y="650221"/>
                </a:lnTo>
                <a:lnTo>
                  <a:pt x="2400445" y="647040"/>
                </a:lnTo>
                <a:cubicBezTo>
                  <a:pt x="2403920" y="646686"/>
                  <a:pt x="2406395" y="645567"/>
                  <a:pt x="2407867" y="643682"/>
                </a:cubicBezTo>
                <a:cubicBezTo>
                  <a:pt x="2408869" y="642386"/>
                  <a:pt x="2409370" y="638557"/>
                  <a:pt x="2409370" y="632194"/>
                </a:cubicBezTo>
                <a:lnTo>
                  <a:pt x="2409370" y="585536"/>
                </a:lnTo>
                <a:cubicBezTo>
                  <a:pt x="2409370" y="579292"/>
                  <a:pt x="2408796" y="575404"/>
                  <a:pt x="2407646" y="573872"/>
                </a:cubicBezTo>
                <a:cubicBezTo>
                  <a:pt x="2406497" y="572340"/>
                  <a:pt x="2404097" y="571339"/>
                  <a:pt x="2400445" y="570868"/>
                </a:cubicBezTo>
                <a:lnTo>
                  <a:pt x="2400445" y="567598"/>
                </a:lnTo>
                <a:lnTo>
                  <a:pt x="2434113" y="567598"/>
                </a:lnTo>
                <a:lnTo>
                  <a:pt x="2434113" y="578290"/>
                </a:lnTo>
                <a:cubicBezTo>
                  <a:pt x="2438355" y="573695"/>
                  <a:pt x="2442419" y="570352"/>
                  <a:pt x="2446307" y="568261"/>
                </a:cubicBezTo>
                <a:cubicBezTo>
                  <a:pt x="2450195" y="566169"/>
                  <a:pt x="2454378" y="565124"/>
                  <a:pt x="2458855" y="565124"/>
                </a:cubicBezTo>
                <a:close/>
                <a:moveTo>
                  <a:pt x="2346638" y="565124"/>
                </a:moveTo>
                <a:cubicBezTo>
                  <a:pt x="2354474" y="565124"/>
                  <a:pt x="2360674" y="566788"/>
                  <a:pt x="2365240" y="570117"/>
                </a:cubicBezTo>
                <a:cubicBezTo>
                  <a:pt x="2369806" y="573445"/>
                  <a:pt x="2372766" y="577053"/>
                  <a:pt x="2374121" y="580941"/>
                </a:cubicBezTo>
                <a:cubicBezTo>
                  <a:pt x="2374946" y="583416"/>
                  <a:pt x="2375358" y="589100"/>
                  <a:pt x="2375358" y="597996"/>
                </a:cubicBezTo>
                <a:lnTo>
                  <a:pt x="2375358" y="630073"/>
                </a:lnTo>
                <a:cubicBezTo>
                  <a:pt x="2375358" y="633844"/>
                  <a:pt x="2375505" y="636215"/>
                  <a:pt x="2375799" y="637187"/>
                </a:cubicBezTo>
                <a:cubicBezTo>
                  <a:pt x="2376094" y="638159"/>
                  <a:pt x="2376536" y="638881"/>
                  <a:pt x="2377125" y="639352"/>
                </a:cubicBezTo>
                <a:cubicBezTo>
                  <a:pt x="2377715" y="639823"/>
                  <a:pt x="2378392" y="640059"/>
                  <a:pt x="2379158" y="640059"/>
                </a:cubicBezTo>
                <a:cubicBezTo>
                  <a:pt x="2380689" y="640059"/>
                  <a:pt x="2382251" y="638969"/>
                  <a:pt x="2383841" y="636789"/>
                </a:cubicBezTo>
                <a:lnTo>
                  <a:pt x="2386492" y="638910"/>
                </a:lnTo>
                <a:cubicBezTo>
                  <a:pt x="2383546" y="643270"/>
                  <a:pt x="2380497" y="646436"/>
                  <a:pt x="2377346" y="648410"/>
                </a:cubicBezTo>
                <a:cubicBezTo>
                  <a:pt x="2374194" y="650383"/>
                  <a:pt x="2370616" y="651370"/>
                  <a:pt x="2366609" y="651370"/>
                </a:cubicBezTo>
                <a:cubicBezTo>
                  <a:pt x="2361897" y="651370"/>
                  <a:pt x="2358215" y="650265"/>
                  <a:pt x="2355564" y="648056"/>
                </a:cubicBezTo>
                <a:cubicBezTo>
                  <a:pt x="2352912" y="645847"/>
                  <a:pt x="2351292" y="642503"/>
                  <a:pt x="2350703" y="638026"/>
                </a:cubicBezTo>
                <a:cubicBezTo>
                  <a:pt x="2340630" y="646922"/>
                  <a:pt x="2331587" y="651370"/>
                  <a:pt x="2323575" y="651370"/>
                </a:cubicBezTo>
                <a:cubicBezTo>
                  <a:pt x="2318862" y="651370"/>
                  <a:pt x="2314945" y="649823"/>
                  <a:pt x="2311822" y="646730"/>
                </a:cubicBezTo>
                <a:cubicBezTo>
                  <a:pt x="2308700" y="643638"/>
                  <a:pt x="2307139" y="639764"/>
                  <a:pt x="2307139" y="635110"/>
                </a:cubicBezTo>
                <a:cubicBezTo>
                  <a:pt x="2307139" y="628807"/>
                  <a:pt x="2309848" y="623137"/>
                  <a:pt x="2315269" y="618099"/>
                </a:cubicBezTo>
                <a:cubicBezTo>
                  <a:pt x="2320688" y="613062"/>
                  <a:pt x="2332501" y="606362"/>
                  <a:pt x="2350703" y="597996"/>
                </a:cubicBezTo>
                <a:lnTo>
                  <a:pt x="2350703" y="589690"/>
                </a:lnTo>
                <a:cubicBezTo>
                  <a:pt x="2350703" y="583445"/>
                  <a:pt x="2350365" y="579513"/>
                  <a:pt x="2349688" y="577893"/>
                </a:cubicBezTo>
                <a:cubicBezTo>
                  <a:pt x="2349010" y="576273"/>
                  <a:pt x="2347729" y="574859"/>
                  <a:pt x="2345844" y="573651"/>
                </a:cubicBezTo>
                <a:cubicBezTo>
                  <a:pt x="2343958" y="572443"/>
                  <a:pt x="2341838" y="571840"/>
                  <a:pt x="2339481" y="571840"/>
                </a:cubicBezTo>
                <a:cubicBezTo>
                  <a:pt x="2335651" y="571840"/>
                  <a:pt x="2332501" y="572694"/>
                  <a:pt x="2330026" y="574402"/>
                </a:cubicBezTo>
                <a:cubicBezTo>
                  <a:pt x="2328494" y="575463"/>
                  <a:pt x="2327728" y="576700"/>
                  <a:pt x="2327728" y="578114"/>
                </a:cubicBezTo>
                <a:cubicBezTo>
                  <a:pt x="2327728" y="579351"/>
                  <a:pt x="2328553" y="580882"/>
                  <a:pt x="2330203" y="582709"/>
                </a:cubicBezTo>
                <a:cubicBezTo>
                  <a:pt x="2332441" y="585242"/>
                  <a:pt x="2333561" y="587687"/>
                  <a:pt x="2333561" y="590043"/>
                </a:cubicBezTo>
                <a:cubicBezTo>
                  <a:pt x="2333561" y="592930"/>
                  <a:pt x="2332485" y="595390"/>
                  <a:pt x="2330335" y="597422"/>
                </a:cubicBezTo>
                <a:cubicBezTo>
                  <a:pt x="2328185" y="599454"/>
                  <a:pt x="2325372" y="600470"/>
                  <a:pt x="2321896" y="600470"/>
                </a:cubicBezTo>
                <a:cubicBezTo>
                  <a:pt x="2318185" y="600470"/>
                  <a:pt x="2315077" y="599351"/>
                  <a:pt x="2312573" y="597113"/>
                </a:cubicBezTo>
                <a:cubicBezTo>
                  <a:pt x="2310070" y="594874"/>
                  <a:pt x="2308818" y="592252"/>
                  <a:pt x="2308818" y="589248"/>
                </a:cubicBezTo>
                <a:cubicBezTo>
                  <a:pt x="2308818" y="585006"/>
                  <a:pt x="2310497" y="580956"/>
                  <a:pt x="2313855" y="577097"/>
                </a:cubicBezTo>
                <a:cubicBezTo>
                  <a:pt x="2317213" y="573239"/>
                  <a:pt x="2321896" y="570279"/>
                  <a:pt x="2327905" y="568217"/>
                </a:cubicBezTo>
                <a:cubicBezTo>
                  <a:pt x="2333914" y="566155"/>
                  <a:pt x="2340159" y="565124"/>
                  <a:pt x="2346638" y="565124"/>
                </a:cubicBezTo>
                <a:close/>
                <a:moveTo>
                  <a:pt x="2221791" y="565124"/>
                </a:moveTo>
                <a:cubicBezTo>
                  <a:pt x="2227092" y="565124"/>
                  <a:pt x="2231540" y="566361"/>
                  <a:pt x="2235134" y="568835"/>
                </a:cubicBezTo>
                <a:cubicBezTo>
                  <a:pt x="2238728" y="571309"/>
                  <a:pt x="2241497" y="575080"/>
                  <a:pt x="2243440" y="580146"/>
                </a:cubicBezTo>
                <a:cubicBezTo>
                  <a:pt x="2248154" y="574844"/>
                  <a:pt x="2252675" y="571015"/>
                  <a:pt x="2257004" y="568658"/>
                </a:cubicBezTo>
                <a:cubicBezTo>
                  <a:pt x="2261335" y="566302"/>
                  <a:pt x="2265856" y="565124"/>
                  <a:pt x="2270569" y="565124"/>
                </a:cubicBezTo>
                <a:cubicBezTo>
                  <a:pt x="2276283" y="565124"/>
                  <a:pt x="2280834" y="566434"/>
                  <a:pt x="2284222" y="569056"/>
                </a:cubicBezTo>
                <a:cubicBezTo>
                  <a:pt x="2287609" y="571678"/>
                  <a:pt x="2289966" y="575006"/>
                  <a:pt x="2291291" y="579041"/>
                </a:cubicBezTo>
                <a:cubicBezTo>
                  <a:pt x="2292617" y="583077"/>
                  <a:pt x="2293279" y="589513"/>
                  <a:pt x="2293279" y="598350"/>
                </a:cubicBezTo>
                <a:lnTo>
                  <a:pt x="2293279" y="632194"/>
                </a:lnTo>
                <a:cubicBezTo>
                  <a:pt x="2293279" y="638557"/>
                  <a:pt x="2293853" y="642503"/>
                  <a:pt x="2295003" y="644035"/>
                </a:cubicBezTo>
                <a:cubicBezTo>
                  <a:pt x="2296152" y="645567"/>
                  <a:pt x="2298552" y="646569"/>
                  <a:pt x="2302204" y="647040"/>
                </a:cubicBezTo>
                <a:lnTo>
                  <a:pt x="2302204" y="650221"/>
                </a:lnTo>
                <a:lnTo>
                  <a:pt x="2259523" y="650221"/>
                </a:lnTo>
                <a:lnTo>
                  <a:pt x="2259523" y="647040"/>
                </a:lnTo>
                <a:cubicBezTo>
                  <a:pt x="2262881" y="646745"/>
                  <a:pt x="2265356" y="645449"/>
                  <a:pt x="2266946" y="643152"/>
                </a:cubicBezTo>
                <a:cubicBezTo>
                  <a:pt x="2268007" y="641561"/>
                  <a:pt x="2268537" y="637908"/>
                  <a:pt x="2268537" y="632194"/>
                </a:cubicBezTo>
                <a:lnTo>
                  <a:pt x="2268537" y="596671"/>
                </a:lnTo>
                <a:cubicBezTo>
                  <a:pt x="2268537" y="589307"/>
                  <a:pt x="2268242" y="584623"/>
                  <a:pt x="2267653" y="582621"/>
                </a:cubicBezTo>
                <a:cubicBezTo>
                  <a:pt x="2267064" y="580617"/>
                  <a:pt x="2266136" y="579130"/>
                  <a:pt x="2264870" y="578158"/>
                </a:cubicBezTo>
                <a:cubicBezTo>
                  <a:pt x="2263603" y="577186"/>
                  <a:pt x="2262115" y="576700"/>
                  <a:pt x="2260407" y="576700"/>
                </a:cubicBezTo>
                <a:cubicBezTo>
                  <a:pt x="2257874" y="576700"/>
                  <a:pt x="2255312" y="577628"/>
                  <a:pt x="2252719" y="579483"/>
                </a:cubicBezTo>
                <a:cubicBezTo>
                  <a:pt x="2250127" y="581339"/>
                  <a:pt x="2247505" y="584123"/>
                  <a:pt x="2244854" y="587834"/>
                </a:cubicBezTo>
                <a:lnTo>
                  <a:pt x="2244854" y="632194"/>
                </a:lnTo>
                <a:cubicBezTo>
                  <a:pt x="2244854" y="638144"/>
                  <a:pt x="2245355" y="641885"/>
                  <a:pt x="2246356" y="643417"/>
                </a:cubicBezTo>
                <a:cubicBezTo>
                  <a:pt x="2247712" y="645597"/>
                  <a:pt x="2250304" y="646804"/>
                  <a:pt x="2254133" y="647040"/>
                </a:cubicBezTo>
                <a:lnTo>
                  <a:pt x="2254133" y="650221"/>
                </a:lnTo>
                <a:lnTo>
                  <a:pt x="2211363" y="650221"/>
                </a:lnTo>
                <a:lnTo>
                  <a:pt x="2211363" y="647040"/>
                </a:lnTo>
                <a:cubicBezTo>
                  <a:pt x="2213661" y="646922"/>
                  <a:pt x="2215472" y="646347"/>
                  <a:pt x="2216798" y="645317"/>
                </a:cubicBezTo>
                <a:cubicBezTo>
                  <a:pt x="2218123" y="644286"/>
                  <a:pt x="2219007" y="643048"/>
                  <a:pt x="2219449" y="641605"/>
                </a:cubicBezTo>
                <a:cubicBezTo>
                  <a:pt x="2219890" y="640162"/>
                  <a:pt x="2220112" y="637025"/>
                  <a:pt x="2220112" y="632194"/>
                </a:cubicBezTo>
                <a:lnTo>
                  <a:pt x="2220112" y="596671"/>
                </a:lnTo>
                <a:cubicBezTo>
                  <a:pt x="2220112" y="589189"/>
                  <a:pt x="2219817" y="584505"/>
                  <a:pt x="2219228" y="582621"/>
                </a:cubicBezTo>
                <a:cubicBezTo>
                  <a:pt x="2218639" y="580735"/>
                  <a:pt x="2217652" y="579262"/>
                  <a:pt x="2216267" y="578202"/>
                </a:cubicBezTo>
                <a:cubicBezTo>
                  <a:pt x="2214883" y="577141"/>
                  <a:pt x="2213396" y="576611"/>
                  <a:pt x="2211805" y="576611"/>
                </a:cubicBezTo>
                <a:cubicBezTo>
                  <a:pt x="2209449" y="576611"/>
                  <a:pt x="2207299" y="577230"/>
                  <a:pt x="2205355" y="578467"/>
                </a:cubicBezTo>
                <a:cubicBezTo>
                  <a:pt x="2202586" y="580293"/>
                  <a:pt x="2199640" y="583416"/>
                  <a:pt x="2196518" y="587834"/>
                </a:cubicBezTo>
                <a:lnTo>
                  <a:pt x="2196518" y="632194"/>
                </a:lnTo>
                <a:cubicBezTo>
                  <a:pt x="2196518" y="638026"/>
                  <a:pt x="2197092" y="641870"/>
                  <a:pt x="2198241" y="643726"/>
                </a:cubicBezTo>
                <a:cubicBezTo>
                  <a:pt x="2199390" y="645582"/>
                  <a:pt x="2201790" y="646686"/>
                  <a:pt x="2205442" y="647040"/>
                </a:cubicBezTo>
                <a:lnTo>
                  <a:pt x="2205442" y="650221"/>
                </a:lnTo>
                <a:lnTo>
                  <a:pt x="2162850" y="650221"/>
                </a:lnTo>
                <a:lnTo>
                  <a:pt x="2162850" y="647040"/>
                </a:lnTo>
                <a:cubicBezTo>
                  <a:pt x="2166326" y="646686"/>
                  <a:pt x="2168800" y="645567"/>
                  <a:pt x="2170273" y="643682"/>
                </a:cubicBezTo>
                <a:cubicBezTo>
                  <a:pt x="2171274" y="642386"/>
                  <a:pt x="2171775" y="638557"/>
                  <a:pt x="2171775" y="632194"/>
                </a:cubicBezTo>
                <a:lnTo>
                  <a:pt x="2171775" y="585536"/>
                </a:lnTo>
                <a:cubicBezTo>
                  <a:pt x="2171775" y="579292"/>
                  <a:pt x="2171201" y="575404"/>
                  <a:pt x="2170053" y="573872"/>
                </a:cubicBezTo>
                <a:cubicBezTo>
                  <a:pt x="2168903" y="572340"/>
                  <a:pt x="2166502" y="571339"/>
                  <a:pt x="2162850" y="570868"/>
                </a:cubicBezTo>
                <a:lnTo>
                  <a:pt x="2162850" y="567598"/>
                </a:lnTo>
                <a:lnTo>
                  <a:pt x="2196518" y="567598"/>
                </a:lnTo>
                <a:lnTo>
                  <a:pt x="2196518" y="578467"/>
                </a:lnTo>
                <a:cubicBezTo>
                  <a:pt x="2201054" y="573519"/>
                  <a:pt x="2205251" y="570058"/>
                  <a:pt x="2209110" y="568084"/>
                </a:cubicBezTo>
                <a:cubicBezTo>
                  <a:pt x="2212968" y="566111"/>
                  <a:pt x="2217196" y="565124"/>
                  <a:pt x="2221791" y="565124"/>
                </a:cubicBezTo>
                <a:close/>
                <a:moveTo>
                  <a:pt x="2146651" y="565124"/>
                </a:moveTo>
                <a:cubicBezTo>
                  <a:pt x="2149951" y="565124"/>
                  <a:pt x="2152587" y="566140"/>
                  <a:pt x="2154560" y="568172"/>
                </a:cubicBezTo>
                <a:cubicBezTo>
                  <a:pt x="2156533" y="570205"/>
                  <a:pt x="2157520" y="573077"/>
                  <a:pt x="2157520" y="576788"/>
                </a:cubicBezTo>
                <a:cubicBezTo>
                  <a:pt x="2157520" y="580735"/>
                  <a:pt x="2156563" y="583799"/>
                  <a:pt x="2154648" y="585978"/>
                </a:cubicBezTo>
                <a:cubicBezTo>
                  <a:pt x="2152733" y="588158"/>
                  <a:pt x="2150421" y="589248"/>
                  <a:pt x="2147711" y="589248"/>
                </a:cubicBezTo>
                <a:cubicBezTo>
                  <a:pt x="2144590" y="589248"/>
                  <a:pt x="2141879" y="588246"/>
                  <a:pt x="2139581" y="586243"/>
                </a:cubicBezTo>
                <a:cubicBezTo>
                  <a:pt x="2137284" y="584240"/>
                  <a:pt x="2135929" y="583121"/>
                  <a:pt x="2135517" y="582885"/>
                </a:cubicBezTo>
                <a:cubicBezTo>
                  <a:pt x="2134928" y="582532"/>
                  <a:pt x="2134250" y="582355"/>
                  <a:pt x="2133484" y="582355"/>
                </a:cubicBezTo>
                <a:cubicBezTo>
                  <a:pt x="2131776" y="582355"/>
                  <a:pt x="2130156" y="583003"/>
                  <a:pt x="2128624" y="584299"/>
                </a:cubicBezTo>
                <a:cubicBezTo>
                  <a:pt x="2126209" y="586302"/>
                  <a:pt x="2124383" y="589160"/>
                  <a:pt x="2123145" y="592871"/>
                </a:cubicBezTo>
                <a:cubicBezTo>
                  <a:pt x="2121261" y="598585"/>
                  <a:pt x="2120318" y="604889"/>
                  <a:pt x="2120318" y="611782"/>
                </a:cubicBezTo>
                <a:lnTo>
                  <a:pt x="2120318" y="630780"/>
                </a:lnTo>
                <a:lnTo>
                  <a:pt x="2120406" y="635729"/>
                </a:lnTo>
                <a:cubicBezTo>
                  <a:pt x="2120406" y="639087"/>
                  <a:pt x="2120612" y="641237"/>
                  <a:pt x="2121025" y="642179"/>
                </a:cubicBezTo>
                <a:cubicBezTo>
                  <a:pt x="2121731" y="643770"/>
                  <a:pt x="2122777" y="644934"/>
                  <a:pt x="2124162" y="645670"/>
                </a:cubicBezTo>
                <a:cubicBezTo>
                  <a:pt x="2125546" y="646406"/>
                  <a:pt x="2127888" y="646863"/>
                  <a:pt x="2131187" y="647040"/>
                </a:cubicBezTo>
                <a:lnTo>
                  <a:pt x="2131187" y="650221"/>
                </a:lnTo>
                <a:lnTo>
                  <a:pt x="2086562" y="650221"/>
                </a:lnTo>
                <a:lnTo>
                  <a:pt x="2086562" y="647040"/>
                </a:lnTo>
                <a:cubicBezTo>
                  <a:pt x="2090155" y="646745"/>
                  <a:pt x="2092586" y="645758"/>
                  <a:pt x="2093852" y="644079"/>
                </a:cubicBezTo>
                <a:cubicBezTo>
                  <a:pt x="2095118" y="642401"/>
                  <a:pt x="2095752" y="637968"/>
                  <a:pt x="2095752" y="630780"/>
                </a:cubicBezTo>
                <a:lnTo>
                  <a:pt x="2095752" y="585095"/>
                </a:lnTo>
                <a:cubicBezTo>
                  <a:pt x="2095752" y="580382"/>
                  <a:pt x="2095517" y="577377"/>
                  <a:pt x="2095045" y="576081"/>
                </a:cubicBezTo>
                <a:cubicBezTo>
                  <a:pt x="2094456" y="574432"/>
                  <a:pt x="2093602" y="573224"/>
                  <a:pt x="2092482" y="572458"/>
                </a:cubicBezTo>
                <a:cubicBezTo>
                  <a:pt x="2091363" y="571692"/>
                  <a:pt x="2089389" y="571162"/>
                  <a:pt x="2086562" y="570868"/>
                </a:cubicBezTo>
                <a:lnTo>
                  <a:pt x="2086562" y="567598"/>
                </a:lnTo>
                <a:lnTo>
                  <a:pt x="2120318" y="567598"/>
                </a:lnTo>
                <a:lnTo>
                  <a:pt x="2120318" y="586332"/>
                </a:lnTo>
                <a:cubicBezTo>
                  <a:pt x="2125796" y="577790"/>
                  <a:pt x="2130597" y="572119"/>
                  <a:pt x="2134722" y="569321"/>
                </a:cubicBezTo>
                <a:cubicBezTo>
                  <a:pt x="2138845" y="566523"/>
                  <a:pt x="2142821" y="565124"/>
                  <a:pt x="2146651" y="565124"/>
                </a:cubicBezTo>
                <a:close/>
                <a:moveTo>
                  <a:pt x="2029751" y="565124"/>
                </a:moveTo>
                <a:cubicBezTo>
                  <a:pt x="2036938" y="565124"/>
                  <a:pt x="2043625" y="566979"/>
                  <a:pt x="2049810" y="570691"/>
                </a:cubicBezTo>
                <a:cubicBezTo>
                  <a:pt x="2055997" y="574402"/>
                  <a:pt x="2060694" y="579675"/>
                  <a:pt x="2063905" y="586509"/>
                </a:cubicBezTo>
                <a:cubicBezTo>
                  <a:pt x="2067116" y="593342"/>
                  <a:pt x="2068721" y="600824"/>
                  <a:pt x="2068721" y="608954"/>
                </a:cubicBezTo>
                <a:cubicBezTo>
                  <a:pt x="2068721" y="620677"/>
                  <a:pt x="2065746" y="630486"/>
                  <a:pt x="2059796" y="638380"/>
                </a:cubicBezTo>
                <a:cubicBezTo>
                  <a:pt x="2052609" y="647923"/>
                  <a:pt x="2042682" y="652695"/>
                  <a:pt x="2030016" y="652695"/>
                </a:cubicBezTo>
                <a:cubicBezTo>
                  <a:pt x="2017586" y="652695"/>
                  <a:pt x="2008013" y="648336"/>
                  <a:pt x="2001297" y="639617"/>
                </a:cubicBezTo>
                <a:cubicBezTo>
                  <a:pt x="1994581" y="630898"/>
                  <a:pt x="1991223" y="620795"/>
                  <a:pt x="1991223" y="609307"/>
                </a:cubicBezTo>
                <a:cubicBezTo>
                  <a:pt x="1991223" y="597466"/>
                  <a:pt x="1994655" y="587142"/>
                  <a:pt x="2001518" y="578335"/>
                </a:cubicBezTo>
                <a:cubicBezTo>
                  <a:pt x="2008381" y="569527"/>
                  <a:pt x="2017792" y="565124"/>
                  <a:pt x="2029751" y="565124"/>
                </a:cubicBezTo>
                <a:close/>
                <a:moveTo>
                  <a:pt x="1918051" y="565124"/>
                </a:moveTo>
                <a:cubicBezTo>
                  <a:pt x="1921350" y="565124"/>
                  <a:pt x="1923986" y="566140"/>
                  <a:pt x="1925960" y="568172"/>
                </a:cubicBezTo>
                <a:cubicBezTo>
                  <a:pt x="1927933" y="570205"/>
                  <a:pt x="1928920" y="573077"/>
                  <a:pt x="1928920" y="576788"/>
                </a:cubicBezTo>
                <a:cubicBezTo>
                  <a:pt x="1928920" y="580735"/>
                  <a:pt x="1927963" y="583799"/>
                  <a:pt x="1926048" y="585978"/>
                </a:cubicBezTo>
                <a:cubicBezTo>
                  <a:pt x="1924133" y="588158"/>
                  <a:pt x="1921821" y="589248"/>
                  <a:pt x="1919111" y="589248"/>
                </a:cubicBezTo>
                <a:cubicBezTo>
                  <a:pt x="1915989" y="589248"/>
                  <a:pt x="1913279" y="588246"/>
                  <a:pt x="1910981" y="586243"/>
                </a:cubicBezTo>
                <a:cubicBezTo>
                  <a:pt x="1908684" y="584240"/>
                  <a:pt x="1907329" y="583121"/>
                  <a:pt x="1906917" y="582885"/>
                </a:cubicBezTo>
                <a:cubicBezTo>
                  <a:pt x="1906328" y="582532"/>
                  <a:pt x="1905650" y="582355"/>
                  <a:pt x="1904884" y="582355"/>
                </a:cubicBezTo>
                <a:cubicBezTo>
                  <a:pt x="1903176" y="582355"/>
                  <a:pt x="1901556" y="583003"/>
                  <a:pt x="1900025" y="584299"/>
                </a:cubicBezTo>
                <a:cubicBezTo>
                  <a:pt x="1897609" y="586302"/>
                  <a:pt x="1895783" y="589160"/>
                  <a:pt x="1894546" y="592871"/>
                </a:cubicBezTo>
                <a:cubicBezTo>
                  <a:pt x="1892660" y="598585"/>
                  <a:pt x="1891718" y="604889"/>
                  <a:pt x="1891718" y="611782"/>
                </a:cubicBezTo>
                <a:lnTo>
                  <a:pt x="1891718" y="630780"/>
                </a:lnTo>
                <a:lnTo>
                  <a:pt x="1891806" y="635729"/>
                </a:lnTo>
                <a:cubicBezTo>
                  <a:pt x="1891806" y="639087"/>
                  <a:pt x="1892012" y="641237"/>
                  <a:pt x="1892424" y="642179"/>
                </a:cubicBezTo>
                <a:cubicBezTo>
                  <a:pt x="1893131" y="643770"/>
                  <a:pt x="1894177" y="644934"/>
                  <a:pt x="1895562" y="645670"/>
                </a:cubicBezTo>
                <a:cubicBezTo>
                  <a:pt x="1896947" y="646406"/>
                  <a:pt x="1899287" y="646863"/>
                  <a:pt x="1902587" y="647040"/>
                </a:cubicBezTo>
                <a:lnTo>
                  <a:pt x="1902587" y="650221"/>
                </a:lnTo>
                <a:lnTo>
                  <a:pt x="1857962" y="650221"/>
                </a:lnTo>
                <a:lnTo>
                  <a:pt x="1857962" y="647040"/>
                </a:lnTo>
                <a:cubicBezTo>
                  <a:pt x="1861555" y="646745"/>
                  <a:pt x="1863985" y="645758"/>
                  <a:pt x="1865252" y="644079"/>
                </a:cubicBezTo>
                <a:cubicBezTo>
                  <a:pt x="1866519" y="642401"/>
                  <a:pt x="1867152" y="637968"/>
                  <a:pt x="1867152" y="630780"/>
                </a:cubicBezTo>
                <a:lnTo>
                  <a:pt x="1867152" y="585095"/>
                </a:lnTo>
                <a:cubicBezTo>
                  <a:pt x="1867152" y="580382"/>
                  <a:pt x="1866916" y="577377"/>
                  <a:pt x="1866445" y="576081"/>
                </a:cubicBezTo>
                <a:cubicBezTo>
                  <a:pt x="1865856" y="574432"/>
                  <a:pt x="1865002" y="573224"/>
                  <a:pt x="1863882" y="572458"/>
                </a:cubicBezTo>
                <a:cubicBezTo>
                  <a:pt x="1862763" y="571692"/>
                  <a:pt x="1860789" y="571162"/>
                  <a:pt x="1857962" y="570868"/>
                </a:cubicBezTo>
                <a:lnTo>
                  <a:pt x="1857962" y="567598"/>
                </a:lnTo>
                <a:lnTo>
                  <a:pt x="1891718" y="567598"/>
                </a:lnTo>
                <a:lnTo>
                  <a:pt x="1891718" y="586332"/>
                </a:lnTo>
                <a:cubicBezTo>
                  <a:pt x="1897196" y="577790"/>
                  <a:pt x="1901998" y="572119"/>
                  <a:pt x="1906121" y="569321"/>
                </a:cubicBezTo>
                <a:cubicBezTo>
                  <a:pt x="1910245" y="566523"/>
                  <a:pt x="1914222" y="565124"/>
                  <a:pt x="1918051" y="565124"/>
                </a:cubicBezTo>
                <a:close/>
                <a:moveTo>
                  <a:pt x="1809969" y="565124"/>
                </a:moveTo>
                <a:cubicBezTo>
                  <a:pt x="1818335" y="565124"/>
                  <a:pt x="1825595" y="568555"/>
                  <a:pt x="1831752" y="575419"/>
                </a:cubicBezTo>
                <a:cubicBezTo>
                  <a:pt x="1837908" y="582281"/>
                  <a:pt x="1841222" y="592459"/>
                  <a:pt x="1841693" y="605949"/>
                </a:cubicBezTo>
                <a:lnTo>
                  <a:pt x="1796361" y="605949"/>
                </a:lnTo>
                <a:cubicBezTo>
                  <a:pt x="1796891" y="616907"/>
                  <a:pt x="1799807" y="625567"/>
                  <a:pt x="1805109" y="631929"/>
                </a:cubicBezTo>
                <a:cubicBezTo>
                  <a:pt x="1809174" y="636819"/>
                  <a:pt x="1814064" y="639263"/>
                  <a:pt x="1819778" y="639263"/>
                </a:cubicBezTo>
                <a:cubicBezTo>
                  <a:pt x="1823313" y="639263"/>
                  <a:pt x="1826523" y="638277"/>
                  <a:pt x="1829410" y="636303"/>
                </a:cubicBezTo>
                <a:cubicBezTo>
                  <a:pt x="1832297" y="634330"/>
                  <a:pt x="1835389" y="630780"/>
                  <a:pt x="1838688" y="625655"/>
                </a:cubicBezTo>
                <a:lnTo>
                  <a:pt x="1841693" y="627599"/>
                </a:lnTo>
                <a:cubicBezTo>
                  <a:pt x="1837216" y="636730"/>
                  <a:pt x="1832267" y="643196"/>
                  <a:pt x="1826847" y="646996"/>
                </a:cubicBezTo>
                <a:cubicBezTo>
                  <a:pt x="1821427" y="650795"/>
                  <a:pt x="1815153" y="652695"/>
                  <a:pt x="1808025" y="652695"/>
                </a:cubicBezTo>
                <a:cubicBezTo>
                  <a:pt x="1795771" y="652695"/>
                  <a:pt x="1786493" y="647982"/>
                  <a:pt x="1780189" y="638557"/>
                </a:cubicBezTo>
                <a:cubicBezTo>
                  <a:pt x="1775123" y="630957"/>
                  <a:pt x="1772590" y="621531"/>
                  <a:pt x="1772590" y="610279"/>
                </a:cubicBezTo>
                <a:cubicBezTo>
                  <a:pt x="1772590" y="596494"/>
                  <a:pt x="1776316" y="585522"/>
                  <a:pt x="1783769" y="577363"/>
                </a:cubicBezTo>
                <a:cubicBezTo>
                  <a:pt x="1791221" y="569203"/>
                  <a:pt x="1799955" y="565124"/>
                  <a:pt x="1809969" y="565124"/>
                </a:cubicBezTo>
                <a:close/>
                <a:moveTo>
                  <a:pt x="1731332" y="565124"/>
                </a:moveTo>
                <a:cubicBezTo>
                  <a:pt x="1737400" y="565124"/>
                  <a:pt x="1742923" y="567038"/>
                  <a:pt x="1747901" y="570868"/>
                </a:cubicBezTo>
                <a:cubicBezTo>
                  <a:pt x="1752879" y="574697"/>
                  <a:pt x="1756664" y="579984"/>
                  <a:pt x="1759256" y="586729"/>
                </a:cubicBezTo>
                <a:cubicBezTo>
                  <a:pt x="1761848" y="593475"/>
                  <a:pt x="1763144" y="600735"/>
                  <a:pt x="1763144" y="608512"/>
                </a:cubicBezTo>
                <a:cubicBezTo>
                  <a:pt x="1763144" y="616877"/>
                  <a:pt x="1761804" y="624521"/>
                  <a:pt x="1759124" y="631443"/>
                </a:cubicBezTo>
                <a:cubicBezTo>
                  <a:pt x="1756443" y="638365"/>
                  <a:pt x="1752555" y="643638"/>
                  <a:pt x="1747459" y="647261"/>
                </a:cubicBezTo>
                <a:cubicBezTo>
                  <a:pt x="1742363" y="650884"/>
                  <a:pt x="1736693" y="652695"/>
                  <a:pt x="1730449" y="652695"/>
                </a:cubicBezTo>
                <a:cubicBezTo>
                  <a:pt x="1725913" y="652695"/>
                  <a:pt x="1721671" y="651694"/>
                  <a:pt x="1717724" y="649690"/>
                </a:cubicBezTo>
                <a:cubicBezTo>
                  <a:pt x="1714778" y="648159"/>
                  <a:pt x="1711685" y="645537"/>
                  <a:pt x="1708445" y="641826"/>
                </a:cubicBezTo>
                <a:lnTo>
                  <a:pt x="1708445" y="672578"/>
                </a:lnTo>
                <a:cubicBezTo>
                  <a:pt x="1708445" y="676820"/>
                  <a:pt x="1708784" y="679706"/>
                  <a:pt x="1709462" y="681238"/>
                </a:cubicBezTo>
                <a:cubicBezTo>
                  <a:pt x="1710139" y="682769"/>
                  <a:pt x="1711185" y="683889"/>
                  <a:pt x="1712598" y="684596"/>
                </a:cubicBezTo>
                <a:cubicBezTo>
                  <a:pt x="1714012" y="685302"/>
                  <a:pt x="1716781" y="685656"/>
                  <a:pt x="1720905" y="685656"/>
                </a:cubicBezTo>
                <a:lnTo>
                  <a:pt x="1720905" y="688926"/>
                </a:lnTo>
                <a:lnTo>
                  <a:pt x="1673805" y="688926"/>
                </a:lnTo>
                <a:lnTo>
                  <a:pt x="1673805" y="685656"/>
                </a:lnTo>
                <a:cubicBezTo>
                  <a:pt x="1677458" y="685538"/>
                  <a:pt x="1680168" y="684507"/>
                  <a:pt x="1681935" y="682563"/>
                </a:cubicBezTo>
                <a:cubicBezTo>
                  <a:pt x="1683113" y="681208"/>
                  <a:pt x="1683703" y="677703"/>
                  <a:pt x="1683703" y="672047"/>
                </a:cubicBezTo>
                <a:lnTo>
                  <a:pt x="1683703" y="584830"/>
                </a:lnTo>
                <a:cubicBezTo>
                  <a:pt x="1683703" y="578997"/>
                  <a:pt x="1683025" y="575271"/>
                  <a:pt x="1681670" y="573651"/>
                </a:cubicBezTo>
                <a:cubicBezTo>
                  <a:pt x="1680315" y="572031"/>
                  <a:pt x="1677694" y="571103"/>
                  <a:pt x="1673805" y="570868"/>
                </a:cubicBezTo>
                <a:lnTo>
                  <a:pt x="1673805" y="567598"/>
                </a:lnTo>
                <a:lnTo>
                  <a:pt x="1708445" y="567598"/>
                </a:lnTo>
                <a:lnTo>
                  <a:pt x="1708445" y="578467"/>
                </a:lnTo>
                <a:cubicBezTo>
                  <a:pt x="1711332" y="574225"/>
                  <a:pt x="1714277" y="571162"/>
                  <a:pt x="1717282" y="569277"/>
                </a:cubicBezTo>
                <a:cubicBezTo>
                  <a:pt x="1721583" y="566508"/>
                  <a:pt x="1726266" y="565124"/>
                  <a:pt x="1731332" y="565124"/>
                </a:cubicBezTo>
                <a:close/>
                <a:moveTo>
                  <a:pt x="7687816" y="556722"/>
                </a:moveTo>
                <a:cubicBezTo>
                  <a:pt x="7681808" y="556722"/>
                  <a:pt x="7677831" y="557223"/>
                  <a:pt x="7675887" y="558224"/>
                </a:cubicBezTo>
                <a:cubicBezTo>
                  <a:pt x="7672529" y="560051"/>
                  <a:pt x="7670850" y="562525"/>
                  <a:pt x="7670850" y="565647"/>
                </a:cubicBezTo>
                <a:cubicBezTo>
                  <a:pt x="7670850" y="568652"/>
                  <a:pt x="7672588" y="571376"/>
                  <a:pt x="7676064" y="573821"/>
                </a:cubicBezTo>
                <a:cubicBezTo>
                  <a:pt x="7679539" y="576266"/>
                  <a:pt x="7686079" y="577488"/>
                  <a:pt x="7695681" y="577488"/>
                </a:cubicBezTo>
                <a:cubicBezTo>
                  <a:pt x="7703870" y="577488"/>
                  <a:pt x="7710306" y="576398"/>
                  <a:pt x="7714989" y="574219"/>
                </a:cubicBezTo>
                <a:cubicBezTo>
                  <a:pt x="7719673" y="572039"/>
                  <a:pt x="7722014" y="568976"/>
                  <a:pt x="7722014" y="565029"/>
                </a:cubicBezTo>
                <a:cubicBezTo>
                  <a:pt x="7722014" y="563556"/>
                  <a:pt x="7721573" y="562319"/>
                  <a:pt x="7720689" y="561317"/>
                </a:cubicBezTo>
                <a:cubicBezTo>
                  <a:pt x="7719098" y="559550"/>
                  <a:pt x="7716698" y="558342"/>
                  <a:pt x="7713487" y="557694"/>
                </a:cubicBezTo>
                <a:cubicBezTo>
                  <a:pt x="7710276" y="557046"/>
                  <a:pt x="7701719" y="556722"/>
                  <a:pt x="7687816" y="556722"/>
                </a:cubicBezTo>
                <a:close/>
                <a:moveTo>
                  <a:pt x="1979847" y="527656"/>
                </a:moveTo>
                <a:cubicBezTo>
                  <a:pt x="1987093" y="527656"/>
                  <a:pt x="1992469" y="529011"/>
                  <a:pt x="1995974" y="531721"/>
                </a:cubicBezTo>
                <a:cubicBezTo>
                  <a:pt x="1999480" y="534431"/>
                  <a:pt x="2001232" y="537435"/>
                  <a:pt x="2001232" y="540735"/>
                </a:cubicBezTo>
                <a:cubicBezTo>
                  <a:pt x="2001232" y="543386"/>
                  <a:pt x="2000142" y="545683"/>
                  <a:pt x="1997962" y="547627"/>
                </a:cubicBezTo>
                <a:cubicBezTo>
                  <a:pt x="1995783" y="549571"/>
                  <a:pt x="1992896" y="550543"/>
                  <a:pt x="1989302" y="550543"/>
                </a:cubicBezTo>
                <a:cubicBezTo>
                  <a:pt x="1986239" y="550543"/>
                  <a:pt x="1983809" y="549748"/>
                  <a:pt x="1982012" y="548157"/>
                </a:cubicBezTo>
                <a:cubicBezTo>
                  <a:pt x="1980216" y="546567"/>
                  <a:pt x="1979317" y="544799"/>
                  <a:pt x="1979317" y="542855"/>
                </a:cubicBezTo>
                <a:cubicBezTo>
                  <a:pt x="1979317" y="542325"/>
                  <a:pt x="1979494" y="541235"/>
                  <a:pt x="1979847" y="539586"/>
                </a:cubicBezTo>
                <a:cubicBezTo>
                  <a:pt x="1980082" y="538584"/>
                  <a:pt x="1980201" y="537642"/>
                  <a:pt x="1980201" y="536758"/>
                </a:cubicBezTo>
                <a:cubicBezTo>
                  <a:pt x="1980201" y="535521"/>
                  <a:pt x="1979847" y="534608"/>
                  <a:pt x="1979140" y="534018"/>
                </a:cubicBezTo>
                <a:cubicBezTo>
                  <a:pt x="1978198" y="533135"/>
                  <a:pt x="1977049" y="532693"/>
                  <a:pt x="1975694" y="532693"/>
                </a:cubicBezTo>
                <a:cubicBezTo>
                  <a:pt x="1973986" y="532693"/>
                  <a:pt x="1972557" y="533400"/>
                  <a:pt x="1971408" y="534814"/>
                </a:cubicBezTo>
                <a:cubicBezTo>
                  <a:pt x="1970260" y="536228"/>
                  <a:pt x="1969685" y="538496"/>
                  <a:pt x="1969685" y="541618"/>
                </a:cubicBezTo>
                <a:lnTo>
                  <a:pt x="1969861" y="557082"/>
                </a:lnTo>
                <a:lnTo>
                  <a:pt x="1969861" y="567598"/>
                </a:lnTo>
                <a:lnTo>
                  <a:pt x="1982057" y="567598"/>
                </a:lnTo>
                <a:lnTo>
                  <a:pt x="1982057" y="576258"/>
                </a:lnTo>
                <a:lnTo>
                  <a:pt x="1969861" y="576258"/>
                </a:lnTo>
                <a:lnTo>
                  <a:pt x="1969861" y="633608"/>
                </a:lnTo>
                <a:cubicBezTo>
                  <a:pt x="1969861" y="639146"/>
                  <a:pt x="1970451" y="642621"/>
                  <a:pt x="1971629" y="644035"/>
                </a:cubicBezTo>
                <a:cubicBezTo>
                  <a:pt x="1973514" y="646215"/>
                  <a:pt x="1976990" y="647216"/>
                  <a:pt x="1982057" y="647040"/>
                </a:cubicBezTo>
                <a:lnTo>
                  <a:pt x="1982057" y="650221"/>
                </a:lnTo>
                <a:lnTo>
                  <a:pt x="1933367" y="650221"/>
                </a:lnTo>
                <a:lnTo>
                  <a:pt x="1933367" y="647040"/>
                </a:lnTo>
                <a:cubicBezTo>
                  <a:pt x="1937077" y="646981"/>
                  <a:pt x="1939714" y="646554"/>
                  <a:pt x="1941275" y="645758"/>
                </a:cubicBezTo>
                <a:cubicBezTo>
                  <a:pt x="1942836" y="644963"/>
                  <a:pt x="1943911" y="643859"/>
                  <a:pt x="1944500" y="642445"/>
                </a:cubicBezTo>
                <a:cubicBezTo>
                  <a:pt x="1945090" y="641031"/>
                  <a:pt x="1945384" y="638085"/>
                  <a:pt x="1945384" y="633608"/>
                </a:cubicBezTo>
                <a:lnTo>
                  <a:pt x="1945384" y="576258"/>
                </a:lnTo>
                <a:lnTo>
                  <a:pt x="1933367" y="576258"/>
                </a:lnTo>
                <a:lnTo>
                  <a:pt x="1933367" y="567598"/>
                </a:lnTo>
                <a:lnTo>
                  <a:pt x="1945384" y="567598"/>
                </a:lnTo>
                <a:lnTo>
                  <a:pt x="1945384" y="561501"/>
                </a:lnTo>
                <a:lnTo>
                  <a:pt x="1945295" y="557347"/>
                </a:lnTo>
                <a:cubicBezTo>
                  <a:pt x="1945295" y="548864"/>
                  <a:pt x="1948403" y="541795"/>
                  <a:pt x="1954619" y="536140"/>
                </a:cubicBezTo>
                <a:cubicBezTo>
                  <a:pt x="1960834" y="530484"/>
                  <a:pt x="1969243" y="527656"/>
                  <a:pt x="1979847" y="527656"/>
                </a:cubicBezTo>
                <a:close/>
                <a:moveTo>
                  <a:pt x="7843770" y="498223"/>
                </a:moveTo>
                <a:cubicBezTo>
                  <a:pt x="7836641" y="502406"/>
                  <a:pt x="7831340" y="506883"/>
                  <a:pt x="7827864" y="511655"/>
                </a:cubicBezTo>
                <a:cubicBezTo>
                  <a:pt x="7825566" y="514836"/>
                  <a:pt x="7824417" y="518047"/>
                  <a:pt x="7824417" y="521287"/>
                </a:cubicBezTo>
                <a:cubicBezTo>
                  <a:pt x="7824417" y="523997"/>
                  <a:pt x="7825389" y="526383"/>
                  <a:pt x="7827334" y="528445"/>
                </a:cubicBezTo>
                <a:cubicBezTo>
                  <a:pt x="7828806" y="530035"/>
                  <a:pt x="7830868" y="530831"/>
                  <a:pt x="7833519" y="530831"/>
                </a:cubicBezTo>
                <a:cubicBezTo>
                  <a:pt x="7836465" y="530831"/>
                  <a:pt x="7839882" y="529181"/>
                  <a:pt x="7843770" y="525882"/>
                </a:cubicBezTo>
                <a:close/>
                <a:moveTo>
                  <a:pt x="3209413" y="486326"/>
                </a:moveTo>
                <a:cubicBezTo>
                  <a:pt x="3257931" y="486326"/>
                  <a:pt x="3295138" y="502102"/>
                  <a:pt x="3321034" y="533654"/>
                </a:cubicBezTo>
                <a:cubicBezTo>
                  <a:pt x="3340680" y="557169"/>
                  <a:pt x="3350503" y="582320"/>
                  <a:pt x="3350503" y="609110"/>
                </a:cubicBezTo>
                <a:cubicBezTo>
                  <a:pt x="3350503" y="653163"/>
                  <a:pt x="3322821" y="698704"/>
                  <a:pt x="3267456" y="745734"/>
                </a:cubicBezTo>
                <a:cubicBezTo>
                  <a:pt x="3304663" y="760319"/>
                  <a:pt x="3332792" y="781155"/>
                  <a:pt x="3351842" y="808242"/>
                </a:cubicBezTo>
                <a:cubicBezTo>
                  <a:pt x="3370892" y="835328"/>
                  <a:pt x="3380417" y="867178"/>
                  <a:pt x="3380417" y="903789"/>
                </a:cubicBezTo>
                <a:cubicBezTo>
                  <a:pt x="3380417" y="956177"/>
                  <a:pt x="3363748" y="1001570"/>
                  <a:pt x="3330410" y="1039967"/>
                </a:cubicBezTo>
                <a:cubicBezTo>
                  <a:pt x="3286952" y="1089973"/>
                  <a:pt x="3223999" y="1114977"/>
                  <a:pt x="3141548" y="1114977"/>
                </a:cubicBezTo>
                <a:cubicBezTo>
                  <a:pt x="3100768" y="1114977"/>
                  <a:pt x="3073012" y="1109916"/>
                  <a:pt x="3058279" y="1099796"/>
                </a:cubicBezTo>
                <a:cubicBezTo>
                  <a:pt x="3043544" y="1089676"/>
                  <a:pt x="3036177" y="1078811"/>
                  <a:pt x="3036177" y="1067203"/>
                </a:cubicBezTo>
                <a:cubicBezTo>
                  <a:pt x="3036177" y="1058571"/>
                  <a:pt x="3039675" y="1050980"/>
                  <a:pt x="3046669" y="1044432"/>
                </a:cubicBezTo>
                <a:cubicBezTo>
                  <a:pt x="3053665" y="1037884"/>
                  <a:pt x="3062073" y="1034609"/>
                  <a:pt x="3071896" y="1034609"/>
                </a:cubicBezTo>
                <a:cubicBezTo>
                  <a:pt x="3079338" y="1034609"/>
                  <a:pt x="3086928" y="1035800"/>
                  <a:pt x="3094667" y="1038181"/>
                </a:cubicBezTo>
                <a:cubicBezTo>
                  <a:pt x="3099727" y="1039670"/>
                  <a:pt x="3111187" y="1045102"/>
                  <a:pt x="3129046" y="1054478"/>
                </a:cubicBezTo>
                <a:cubicBezTo>
                  <a:pt x="3146906" y="1063854"/>
                  <a:pt x="3159258" y="1069435"/>
                  <a:pt x="3166105" y="1071221"/>
                </a:cubicBezTo>
                <a:cubicBezTo>
                  <a:pt x="3177117" y="1074495"/>
                  <a:pt x="3188875" y="1076133"/>
                  <a:pt x="3201377" y="1076133"/>
                </a:cubicBezTo>
                <a:cubicBezTo>
                  <a:pt x="3231737" y="1076133"/>
                  <a:pt x="3258155" y="1064375"/>
                  <a:pt x="3280628" y="1040860"/>
                </a:cubicBezTo>
                <a:cubicBezTo>
                  <a:pt x="3303100" y="1017345"/>
                  <a:pt x="3314337" y="989514"/>
                  <a:pt x="3314337" y="957368"/>
                </a:cubicBezTo>
                <a:cubicBezTo>
                  <a:pt x="3314337" y="933853"/>
                  <a:pt x="3309129" y="910933"/>
                  <a:pt x="3298710" y="888609"/>
                </a:cubicBezTo>
                <a:cubicBezTo>
                  <a:pt x="3290971" y="871940"/>
                  <a:pt x="3282488" y="859290"/>
                  <a:pt x="3273261" y="850658"/>
                </a:cubicBezTo>
                <a:cubicBezTo>
                  <a:pt x="3260461" y="838752"/>
                  <a:pt x="3242900" y="827961"/>
                  <a:pt x="3220576" y="818288"/>
                </a:cubicBezTo>
                <a:cubicBezTo>
                  <a:pt x="3198251" y="808614"/>
                  <a:pt x="3175480" y="803777"/>
                  <a:pt x="3152263" y="803777"/>
                </a:cubicBezTo>
                <a:lnTo>
                  <a:pt x="3137975" y="803777"/>
                </a:lnTo>
                <a:lnTo>
                  <a:pt x="3137975" y="790382"/>
                </a:lnTo>
                <a:cubicBezTo>
                  <a:pt x="3161491" y="787406"/>
                  <a:pt x="3185080" y="778923"/>
                  <a:pt x="3208744" y="764933"/>
                </a:cubicBezTo>
                <a:cubicBezTo>
                  <a:pt x="3232407" y="750943"/>
                  <a:pt x="3249597" y="734125"/>
                  <a:pt x="3260312" y="714480"/>
                </a:cubicBezTo>
                <a:cubicBezTo>
                  <a:pt x="3271028" y="694834"/>
                  <a:pt x="3276386" y="673254"/>
                  <a:pt x="3276386" y="649739"/>
                </a:cubicBezTo>
                <a:cubicBezTo>
                  <a:pt x="3276386" y="619081"/>
                  <a:pt x="3266786" y="594301"/>
                  <a:pt x="3247588" y="575400"/>
                </a:cubicBezTo>
                <a:cubicBezTo>
                  <a:pt x="3228389" y="556499"/>
                  <a:pt x="3204502" y="547048"/>
                  <a:pt x="3175927" y="547048"/>
                </a:cubicBezTo>
                <a:cubicBezTo>
                  <a:pt x="3129790" y="547048"/>
                  <a:pt x="3091244" y="571754"/>
                  <a:pt x="3060287" y="621165"/>
                </a:cubicBezTo>
                <a:lnTo>
                  <a:pt x="3045554" y="614021"/>
                </a:lnTo>
                <a:cubicBezTo>
                  <a:pt x="3062818" y="573242"/>
                  <a:pt x="3084620" y="541765"/>
                  <a:pt x="3110963" y="519590"/>
                </a:cubicBezTo>
                <a:cubicBezTo>
                  <a:pt x="3137306" y="497414"/>
                  <a:pt x="3170122" y="486326"/>
                  <a:pt x="3209413" y="486326"/>
                </a:cubicBezTo>
                <a:close/>
                <a:moveTo>
                  <a:pt x="4897057" y="474929"/>
                </a:moveTo>
                <a:cubicBezTo>
                  <a:pt x="4893993" y="474929"/>
                  <a:pt x="4891490" y="476432"/>
                  <a:pt x="4889546" y="479436"/>
                </a:cubicBezTo>
                <a:cubicBezTo>
                  <a:pt x="4886070" y="484679"/>
                  <a:pt x="4884332" y="491866"/>
                  <a:pt x="4884332" y="500997"/>
                </a:cubicBezTo>
                <a:lnTo>
                  <a:pt x="4884332" y="504091"/>
                </a:lnTo>
                <a:lnTo>
                  <a:pt x="4908368" y="504091"/>
                </a:lnTo>
                <a:cubicBezTo>
                  <a:pt x="4908368" y="494606"/>
                  <a:pt x="4907852" y="488096"/>
                  <a:pt x="4906821" y="484562"/>
                </a:cubicBezTo>
                <a:cubicBezTo>
                  <a:pt x="4905790" y="481026"/>
                  <a:pt x="4904185" y="478346"/>
                  <a:pt x="4902005" y="476520"/>
                </a:cubicBezTo>
                <a:cubicBezTo>
                  <a:pt x="4900768" y="475459"/>
                  <a:pt x="4899119" y="474929"/>
                  <a:pt x="4897057" y="474929"/>
                </a:cubicBezTo>
                <a:close/>
                <a:moveTo>
                  <a:pt x="4639882" y="474929"/>
                </a:moveTo>
                <a:cubicBezTo>
                  <a:pt x="4636818" y="474929"/>
                  <a:pt x="4634315" y="476432"/>
                  <a:pt x="4632371" y="479436"/>
                </a:cubicBezTo>
                <a:cubicBezTo>
                  <a:pt x="4628895" y="484679"/>
                  <a:pt x="4627157" y="491866"/>
                  <a:pt x="4627157" y="500997"/>
                </a:cubicBezTo>
                <a:lnTo>
                  <a:pt x="4627157" y="504091"/>
                </a:lnTo>
                <a:lnTo>
                  <a:pt x="4651193" y="504091"/>
                </a:lnTo>
                <a:cubicBezTo>
                  <a:pt x="4651193" y="494606"/>
                  <a:pt x="4650677" y="488096"/>
                  <a:pt x="4649646" y="484562"/>
                </a:cubicBezTo>
                <a:cubicBezTo>
                  <a:pt x="4648615" y="481026"/>
                  <a:pt x="4647010" y="478346"/>
                  <a:pt x="4644830" y="476520"/>
                </a:cubicBezTo>
                <a:cubicBezTo>
                  <a:pt x="4643593" y="475459"/>
                  <a:pt x="4641944" y="474929"/>
                  <a:pt x="4639882" y="474929"/>
                </a:cubicBezTo>
                <a:close/>
                <a:moveTo>
                  <a:pt x="4545427" y="474664"/>
                </a:moveTo>
                <a:cubicBezTo>
                  <a:pt x="4542010" y="474664"/>
                  <a:pt x="4539124" y="476387"/>
                  <a:pt x="4536767" y="479834"/>
                </a:cubicBezTo>
                <a:cubicBezTo>
                  <a:pt x="4534411" y="483280"/>
                  <a:pt x="4533232" y="490423"/>
                  <a:pt x="4533232" y="501263"/>
                </a:cubicBezTo>
                <a:cubicBezTo>
                  <a:pt x="4533232" y="510040"/>
                  <a:pt x="4534396" y="516064"/>
                  <a:pt x="4536723" y="519334"/>
                </a:cubicBezTo>
                <a:cubicBezTo>
                  <a:pt x="4539050" y="522603"/>
                  <a:pt x="4541804" y="524238"/>
                  <a:pt x="4544985" y="524238"/>
                </a:cubicBezTo>
                <a:cubicBezTo>
                  <a:pt x="4548520" y="524238"/>
                  <a:pt x="4551466" y="522618"/>
                  <a:pt x="4553822" y="519378"/>
                </a:cubicBezTo>
                <a:cubicBezTo>
                  <a:pt x="4556178" y="516138"/>
                  <a:pt x="4557357" y="509834"/>
                  <a:pt x="4557357" y="500467"/>
                </a:cubicBezTo>
                <a:cubicBezTo>
                  <a:pt x="4557357" y="489922"/>
                  <a:pt x="4556031" y="482735"/>
                  <a:pt x="4553380" y="478906"/>
                </a:cubicBezTo>
                <a:cubicBezTo>
                  <a:pt x="4551495" y="476078"/>
                  <a:pt x="4548844" y="474664"/>
                  <a:pt x="4545427" y="474664"/>
                </a:cubicBezTo>
                <a:close/>
                <a:moveTo>
                  <a:pt x="4333859" y="471660"/>
                </a:moveTo>
                <a:lnTo>
                  <a:pt x="4368499" y="471660"/>
                </a:lnTo>
                <a:lnTo>
                  <a:pt x="4368499" y="537140"/>
                </a:lnTo>
                <a:cubicBezTo>
                  <a:pt x="4368499" y="542972"/>
                  <a:pt x="4369176" y="546698"/>
                  <a:pt x="4370531" y="548318"/>
                </a:cubicBezTo>
                <a:cubicBezTo>
                  <a:pt x="4371886" y="549938"/>
                  <a:pt x="4374537" y="550866"/>
                  <a:pt x="4378484" y="551101"/>
                </a:cubicBezTo>
                <a:lnTo>
                  <a:pt x="4378484" y="554283"/>
                </a:lnTo>
                <a:lnTo>
                  <a:pt x="4333859" y="554283"/>
                </a:lnTo>
                <a:lnTo>
                  <a:pt x="4333859" y="551101"/>
                </a:lnTo>
                <a:cubicBezTo>
                  <a:pt x="4337511" y="550984"/>
                  <a:pt x="4340221" y="549923"/>
                  <a:pt x="4341988" y="547920"/>
                </a:cubicBezTo>
                <a:cubicBezTo>
                  <a:pt x="4343167" y="546565"/>
                  <a:pt x="4343756" y="542972"/>
                  <a:pt x="4343756" y="537140"/>
                </a:cubicBezTo>
                <a:lnTo>
                  <a:pt x="4343756" y="488891"/>
                </a:lnTo>
                <a:cubicBezTo>
                  <a:pt x="4343756" y="483059"/>
                  <a:pt x="4343078" y="479333"/>
                  <a:pt x="4341723" y="477713"/>
                </a:cubicBezTo>
                <a:cubicBezTo>
                  <a:pt x="4340368" y="476093"/>
                  <a:pt x="4337747" y="475165"/>
                  <a:pt x="4333859" y="474929"/>
                </a:cubicBezTo>
                <a:close/>
                <a:moveTo>
                  <a:pt x="4164264" y="471660"/>
                </a:moveTo>
                <a:lnTo>
                  <a:pt x="4197932" y="471660"/>
                </a:lnTo>
                <a:lnTo>
                  <a:pt x="4197932" y="528126"/>
                </a:lnTo>
                <a:cubicBezTo>
                  <a:pt x="4197932" y="534017"/>
                  <a:pt x="4198212" y="537817"/>
                  <a:pt x="4198772" y="539525"/>
                </a:cubicBezTo>
                <a:cubicBezTo>
                  <a:pt x="4199331" y="541234"/>
                  <a:pt x="4200215" y="542530"/>
                  <a:pt x="4201423" y="543414"/>
                </a:cubicBezTo>
                <a:cubicBezTo>
                  <a:pt x="4202630" y="544297"/>
                  <a:pt x="4204029" y="544739"/>
                  <a:pt x="4205620" y="544739"/>
                </a:cubicBezTo>
                <a:cubicBezTo>
                  <a:pt x="4207741" y="544739"/>
                  <a:pt x="4209655" y="544180"/>
                  <a:pt x="4211364" y="543060"/>
                </a:cubicBezTo>
                <a:cubicBezTo>
                  <a:pt x="4213720" y="541528"/>
                  <a:pt x="4216548" y="538435"/>
                  <a:pt x="4219847" y="533782"/>
                </a:cubicBezTo>
                <a:lnTo>
                  <a:pt x="4219847" y="489598"/>
                </a:lnTo>
                <a:cubicBezTo>
                  <a:pt x="4219847" y="483354"/>
                  <a:pt x="4219273" y="479465"/>
                  <a:pt x="4218124" y="477934"/>
                </a:cubicBezTo>
                <a:cubicBezTo>
                  <a:pt x="4216975" y="476402"/>
                  <a:pt x="4214574" y="475401"/>
                  <a:pt x="4210922" y="474929"/>
                </a:cubicBezTo>
                <a:lnTo>
                  <a:pt x="4210922" y="471660"/>
                </a:lnTo>
                <a:lnTo>
                  <a:pt x="4244590" y="471660"/>
                </a:lnTo>
                <a:lnTo>
                  <a:pt x="4244590" y="536344"/>
                </a:lnTo>
                <a:cubicBezTo>
                  <a:pt x="4244590" y="542648"/>
                  <a:pt x="4245179" y="546580"/>
                  <a:pt x="4246357" y="548141"/>
                </a:cubicBezTo>
                <a:cubicBezTo>
                  <a:pt x="4247535" y="549702"/>
                  <a:pt x="4249921" y="550689"/>
                  <a:pt x="4253515" y="551101"/>
                </a:cubicBezTo>
                <a:lnTo>
                  <a:pt x="4253515" y="554283"/>
                </a:lnTo>
                <a:lnTo>
                  <a:pt x="4219847" y="554283"/>
                </a:lnTo>
                <a:lnTo>
                  <a:pt x="4219847" y="543237"/>
                </a:lnTo>
                <a:cubicBezTo>
                  <a:pt x="4215900" y="547950"/>
                  <a:pt x="4211953" y="551381"/>
                  <a:pt x="4208006" y="553532"/>
                </a:cubicBezTo>
                <a:cubicBezTo>
                  <a:pt x="4204059" y="555682"/>
                  <a:pt x="4199641" y="556757"/>
                  <a:pt x="4194751" y="556757"/>
                </a:cubicBezTo>
                <a:cubicBezTo>
                  <a:pt x="4190097" y="556757"/>
                  <a:pt x="4185958" y="555328"/>
                  <a:pt x="4182335" y="552471"/>
                </a:cubicBezTo>
                <a:cubicBezTo>
                  <a:pt x="4178712" y="549614"/>
                  <a:pt x="4176282" y="546271"/>
                  <a:pt x="4175045" y="542442"/>
                </a:cubicBezTo>
                <a:cubicBezTo>
                  <a:pt x="4173808" y="538612"/>
                  <a:pt x="4173189" y="531926"/>
                  <a:pt x="4173189" y="522382"/>
                </a:cubicBezTo>
                <a:lnTo>
                  <a:pt x="4173189" y="489598"/>
                </a:lnTo>
                <a:cubicBezTo>
                  <a:pt x="4173189" y="483354"/>
                  <a:pt x="4172615" y="479465"/>
                  <a:pt x="4171466" y="477934"/>
                </a:cubicBezTo>
                <a:cubicBezTo>
                  <a:pt x="4170317" y="476402"/>
                  <a:pt x="4167917" y="475401"/>
                  <a:pt x="4164264" y="474929"/>
                </a:cubicBezTo>
                <a:close/>
                <a:moveTo>
                  <a:pt x="6930430" y="470211"/>
                </a:moveTo>
                <a:cubicBezTo>
                  <a:pt x="6924480" y="470211"/>
                  <a:pt x="6919591" y="474512"/>
                  <a:pt x="6915761" y="483113"/>
                </a:cubicBezTo>
                <a:lnTo>
                  <a:pt x="6915761" y="527208"/>
                </a:lnTo>
                <a:cubicBezTo>
                  <a:pt x="6920828" y="534395"/>
                  <a:pt x="6926247" y="537988"/>
                  <a:pt x="6932021" y="537988"/>
                </a:cubicBezTo>
                <a:cubicBezTo>
                  <a:pt x="6935202" y="537988"/>
                  <a:pt x="6937824" y="536309"/>
                  <a:pt x="6939885" y="532951"/>
                </a:cubicBezTo>
                <a:cubicBezTo>
                  <a:pt x="6942949" y="528003"/>
                  <a:pt x="6944480" y="518577"/>
                  <a:pt x="6944480" y="504674"/>
                </a:cubicBezTo>
                <a:cubicBezTo>
                  <a:pt x="6944480" y="490418"/>
                  <a:pt x="6942802" y="480668"/>
                  <a:pt x="6939444" y="475425"/>
                </a:cubicBezTo>
                <a:cubicBezTo>
                  <a:pt x="6937205" y="471949"/>
                  <a:pt x="6934201" y="470211"/>
                  <a:pt x="6930430" y="470211"/>
                </a:cubicBezTo>
                <a:close/>
                <a:moveTo>
                  <a:pt x="4972531" y="469186"/>
                </a:moveTo>
                <a:cubicBezTo>
                  <a:pt x="4977009" y="469186"/>
                  <a:pt x="4981338" y="470275"/>
                  <a:pt x="4985521" y="472455"/>
                </a:cubicBezTo>
                <a:cubicBezTo>
                  <a:pt x="4987112" y="473339"/>
                  <a:pt x="4988408" y="473781"/>
                  <a:pt x="4989409" y="473781"/>
                </a:cubicBezTo>
                <a:cubicBezTo>
                  <a:pt x="4990470" y="473781"/>
                  <a:pt x="4991324" y="473560"/>
                  <a:pt x="4991972" y="473118"/>
                </a:cubicBezTo>
                <a:cubicBezTo>
                  <a:pt x="4992620" y="472676"/>
                  <a:pt x="4993651" y="471424"/>
                  <a:pt x="4995065" y="469362"/>
                </a:cubicBezTo>
                <a:lnTo>
                  <a:pt x="4998069" y="469362"/>
                </a:lnTo>
                <a:lnTo>
                  <a:pt x="4999395" y="497551"/>
                </a:lnTo>
                <a:lnTo>
                  <a:pt x="4996390" y="497551"/>
                </a:lnTo>
                <a:cubicBezTo>
                  <a:pt x="4992797" y="489186"/>
                  <a:pt x="4989071" y="483471"/>
                  <a:pt x="4985212" y="480408"/>
                </a:cubicBezTo>
                <a:cubicBezTo>
                  <a:pt x="4981353" y="477345"/>
                  <a:pt x="4977509" y="475813"/>
                  <a:pt x="4973680" y="475813"/>
                </a:cubicBezTo>
                <a:cubicBezTo>
                  <a:pt x="4971265" y="475813"/>
                  <a:pt x="4969203" y="476623"/>
                  <a:pt x="4967494" y="478243"/>
                </a:cubicBezTo>
                <a:cubicBezTo>
                  <a:pt x="4965786" y="479863"/>
                  <a:pt x="4964932" y="481734"/>
                  <a:pt x="4964932" y="483855"/>
                </a:cubicBezTo>
                <a:cubicBezTo>
                  <a:pt x="4964932" y="485445"/>
                  <a:pt x="4965521" y="486977"/>
                  <a:pt x="4966699" y="488449"/>
                </a:cubicBezTo>
                <a:cubicBezTo>
                  <a:pt x="4968584" y="490865"/>
                  <a:pt x="4973857" y="495003"/>
                  <a:pt x="4982517" y="500865"/>
                </a:cubicBezTo>
                <a:cubicBezTo>
                  <a:pt x="4991177" y="506727"/>
                  <a:pt x="4996876" y="511705"/>
                  <a:pt x="4999616" y="515799"/>
                </a:cubicBezTo>
                <a:cubicBezTo>
                  <a:pt x="5002355" y="519893"/>
                  <a:pt x="5003725" y="524474"/>
                  <a:pt x="5003725" y="529540"/>
                </a:cubicBezTo>
                <a:cubicBezTo>
                  <a:pt x="5003725" y="534135"/>
                  <a:pt x="5002576" y="538642"/>
                  <a:pt x="5000278" y="543060"/>
                </a:cubicBezTo>
                <a:cubicBezTo>
                  <a:pt x="4997981" y="547478"/>
                  <a:pt x="4994741" y="550866"/>
                  <a:pt x="4990558" y="553222"/>
                </a:cubicBezTo>
                <a:cubicBezTo>
                  <a:pt x="4986375" y="555579"/>
                  <a:pt x="4981751" y="556757"/>
                  <a:pt x="4976684" y="556757"/>
                </a:cubicBezTo>
                <a:cubicBezTo>
                  <a:pt x="4972737" y="556757"/>
                  <a:pt x="4967465" y="555520"/>
                  <a:pt x="4960867" y="553045"/>
                </a:cubicBezTo>
                <a:cubicBezTo>
                  <a:pt x="4959100" y="552397"/>
                  <a:pt x="4957892" y="552073"/>
                  <a:pt x="4957244" y="552073"/>
                </a:cubicBezTo>
                <a:cubicBezTo>
                  <a:pt x="4955300" y="552073"/>
                  <a:pt x="4953680" y="553546"/>
                  <a:pt x="4952384" y="556492"/>
                </a:cubicBezTo>
                <a:lnTo>
                  <a:pt x="4949468" y="556492"/>
                </a:lnTo>
                <a:lnTo>
                  <a:pt x="4948054" y="526801"/>
                </a:lnTo>
                <a:lnTo>
                  <a:pt x="4951058" y="526801"/>
                </a:lnTo>
                <a:cubicBezTo>
                  <a:pt x="4953709" y="534577"/>
                  <a:pt x="4957347" y="540409"/>
                  <a:pt x="4961971" y="544297"/>
                </a:cubicBezTo>
                <a:cubicBezTo>
                  <a:pt x="4966596" y="548185"/>
                  <a:pt x="4970970" y="550129"/>
                  <a:pt x="4975094" y="550129"/>
                </a:cubicBezTo>
                <a:cubicBezTo>
                  <a:pt x="4977922" y="550129"/>
                  <a:pt x="4980234" y="549260"/>
                  <a:pt x="4982031" y="547523"/>
                </a:cubicBezTo>
                <a:cubicBezTo>
                  <a:pt x="4983827" y="545785"/>
                  <a:pt x="4984726" y="543679"/>
                  <a:pt x="4984726" y="541204"/>
                </a:cubicBezTo>
                <a:cubicBezTo>
                  <a:pt x="4984726" y="538377"/>
                  <a:pt x="4983842" y="535932"/>
                  <a:pt x="4982075" y="533870"/>
                </a:cubicBezTo>
                <a:cubicBezTo>
                  <a:pt x="4980307" y="531808"/>
                  <a:pt x="4976360" y="528686"/>
                  <a:pt x="4970234" y="524503"/>
                </a:cubicBezTo>
                <a:cubicBezTo>
                  <a:pt x="4961220" y="518259"/>
                  <a:pt x="4955388" y="513486"/>
                  <a:pt x="4952737" y="510188"/>
                </a:cubicBezTo>
                <a:cubicBezTo>
                  <a:pt x="4948849" y="505357"/>
                  <a:pt x="4946905" y="500025"/>
                  <a:pt x="4946905" y="494193"/>
                </a:cubicBezTo>
                <a:cubicBezTo>
                  <a:pt x="4946905" y="487831"/>
                  <a:pt x="4949100" y="482072"/>
                  <a:pt x="4953488" y="476918"/>
                </a:cubicBezTo>
                <a:cubicBezTo>
                  <a:pt x="4957877" y="471763"/>
                  <a:pt x="4964225" y="469186"/>
                  <a:pt x="4972531" y="469186"/>
                </a:cubicBezTo>
                <a:close/>
                <a:moveTo>
                  <a:pt x="4898382" y="469186"/>
                </a:moveTo>
                <a:cubicBezTo>
                  <a:pt x="4906748" y="469186"/>
                  <a:pt x="4914008" y="472617"/>
                  <a:pt x="4920165" y="479480"/>
                </a:cubicBezTo>
                <a:cubicBezTo>
                  <a:pt x="4926321" y="486344"/>
                  <a:pt x="4929635" y="496520"/>
                  <a:pt x="4930106" y="510011"/>
                </a:cubicBezTo>
                <a:lnTo>
                  <a:pt x="4884774" y="510011"/>
                </a:lnTo>
                <a:cubicBezTo>
                  <a:pt x="4885304" y="520968"/>
                  <a:pt x="4888220" y="529629"/>
                  <a:pt x="4893523" y="535991"/>
                </a:cubicBezTo>
                <a:cubicBezTo>
                  <a:pt x="4897587" y="540881"/>
                  <a:pt x="4902477" y="543325"/>
                  <a:pt x="4908191" y="543325"/>
                </a:cubicBezTo>
                <a:cubicBezTo>
                  <a:pt x="4911726" y="543325"/>
                  <a:pt x="4914936" y="542338"/>
                  <a:pt x="4917824" y="540365"/>
                </a:cubicBezTo>
                <a:cubicBezTo>
                  <a:pt x="4920710" y="538392"/>
                  <a:pt x="4923802" y="534842"/>
                  <a:pt x="4927101" y="529716"/>
                </a:cubicBezTo>
                <a:lnTo>
                  <a:pt x="4930106" y="531661"/>
                </a:lnTo>
                <a:cubicBezTo>
                  <a:pt x="4925629" y="540792"/>
                  <a:pt x="4920680" y="547258"/>
                  <a:pt x="4915260" y="551057"/>
                </a:cubicBezTo>
                <a:cubicBezTo>
                  <a:pt x="4909841" y="554857"/>
                  <a:pt x="4903566" y="556757"/>
                  <a:pt x="4896438" y="556757"/>
                </a:cubicBezTo>
                <a:cubicBezTo>
                  <a:pt x="4884185" y="556757"/>
                  <a:pt x="4874906" y="552044"/>
                  <a:pt x="4868603" y="542618"/>
                </a:cubicBezTo>
                <a:cubicBezTo>
                  <a:pt x="4863536" y="535019"/>
                  <a:pt x="4861003" y="525593"/>
                  <a:pt x="4861003" y="514341"/>
                </a:cubicBezTo>
                <a:cubicBezTo>
                  <a:pt x="4861003" y="500556"/>
                  <a:pt x="4864730" y="489584"/>
                  <a:pt x="4872182" y="481424"/>
                </a:cubicBezTo>
                <a:cubicBezTo>
                  <a:pt x="4879634" y="473265"/>
                  <a:pt x="4888367" y="469186"/>
                  <a:pt x="4898382" y="469186"/>
                </a:cubicBezTo>
                <a:close/>
                <a:moveTo>
                  <a:pt x="4844539" y="469186"/>
                </a:moveTo>
                <a:cubicBezTo>
                  <a:pt x="4847838" y="469186"/>
                  <a:pt x="4850474" y="470201"/>
                  <a:pt x="4852448" y="472234"/>
                </a:cubicBezTo>
                <a:cubicBezTo>
                  <a:pt x="4854421" y="474267"/>
                  <a:pt x="4855408" y="477138"/>
                  <a:pt x="4855408" y="480850"/>
                </a:cubicBezTo>
                <a:cubicBezTo>
                  <a:pt x="4855408" y="484797"/>
                  <a:pt x="4854451" y="487861"/>
                  <a:pt x="4852536" y="490040"/>
                </a:cubicBezTo>
                <a:cubicBezTo>
                  <a:pt x="4850622" y="492220"/>
                  <a:pt x="4848309" y="493310"/>
                  <a:pt x="4845599" y="493310"/>
                </a:cubicBezTo>
                <a:cubicBezTo>
                  <a:pt x="4842477" y="493310"/>
                  <a:pt x="4839767" y="492308"/>
                  <a:pt x="4837470" y="490305"/>
                </a:cubicBezTo>
                <a:cubicBezTo>
                  <a:pt x="4835172" y="488302"/>
                  <a:pt x="4833817" y="487183"/>
                  <a:pt x="4833405" y="486947"/>
                </a:cubicBezTo>
                <a:cubicBezTo>
                  <a:pt x="4832816" y="486594"/>
                  <a:pt x="4832138" y="486417"/>
                  <a:pt x="4831372" y="486417"/>
                </a:cubicBezTo>
                <a:cubicBezTo>
                  <a:pt x="4829664" y="486417"/>
                  <a:pt x="4828044" y="487065"/>
                  <a:pt x="4826512" y="488361"/>
                </a:cubicBezTo>
                <a:cubicBezTo>
                  <a:pt x="4824097" y="490364"/>
                  <a:pt x="4822271" y="493221"/>
                  <a:pt x="4821034" y="496933"/>
                </a:cubicBezTo>
                <a:cubicBezTo>
                  <a:pt x="4819148" y="502647"/>
                  <a:pt x="4818206" y="508951"/>
                  <a:pt x="4818206" y="515843"/>
                </a:cubicBezTo>
                <a:lnTo>
                  <a:pt x="4818206" y="534842"/>
                </a:lnTo>
                <a:lnTo>
                  <a:pt x="4818294" y="539791"/>
                </a:lnTo>
                <a:cubicBezTo>
                  <a:pt x="4818294" y="543148"/>
                  <a:pt x="4818500" y="545299"/>
                  <a:pt x="4818913" y="546241"/>
                </a:cubicBezTo>
                <a:cubicBezTo>
                  <a:pt x="4819620" y="547832"/>
                  <a:pt x="4820665" y="548995"/>
                  <a:pt x="4822050" y="549732"/>
                </a:cubicBezTo>
                <a:cubicBezTo>
                  <a:pt x="4823434" y="550468"/>
                  <a:pt x="4825776" y="550925"/>
                  <a:pt x="4829075" y="551101"/>
                </a:cubicBezTo>
                <a:lnTo>
                  <a:pt x="4829075" y="554283"/>
                </a:lnTo>
                <a:lnTo>
                  <a:pt x="4784450" y="554283"/>
                </a:lnTo>
                <a:lnTo>
                  <a:pt x="4784450" y="551101"/>
                </a:lnTo>
                <a:cubicBezTo>
                  <a:pt x="4788043" y="550807"/>
                  <a:pt x="4790473" y="549820"/>
                  <a:pt x="4791740" y="548141"/>
                </a:cubicBezTo>
                <a:cubicBezTo>
                  <a:pt x="4793007" y="546462"/>
                  <a:pt x="4793640" y="542029"/>
                  <a:pt x="4793640" y="534842"/>
                </a:cubicBezTo>
                <a:lnTo>
                  <a:pt x="4793640" y="489156"/>
                </a:lnTo>
                <a:cubicBezTo>
                  <a:pt x="4793640" y="484444"/>
                  <a:pt x="4793404" y="481439"/>
                  <a:pt x="4792933" y="480143"/>
                </a:cubicBezTo>
                <a:cubicBezTo>
                  <a:pt x="4792344" y="478493"/>
                  <a:pt x="4791490" y="477286"/>
                  <a:pt x="4790370" y="476520"/>
                </a:cubicBezTo>
                <a:cubicBezTo>
                  <a:pt x="4789251" y="475754"/>
                  <a:pt x="4787277" y="475224"/>
                  <a:pt x="4784450" y="474929"/>
                </a:cubicBezTo>
                <a:lnTo>
                  <a:pt x="4784450" y="471660"/>
                </a:lnTo>
                <a:lnTo>
                  <a:pt x="4818206" y="471660"/>
                </a:lnTo>
                <a:lnTo>
                  <a:pt x="4818206" y="490394"/>
                </a:lnTo>
                <a:cubicBezTo>
                  <a:pt x="4823685" y="481851"/>
                  <a:pt x="4828486" y="476181"/>
                  <a:pt x="4832610" y="473383"/>
                </a:cubicBezTo>
                <a:cubicBezTo>
                  <a:pt x="4836733" y="470585"/>
                  <a:pt x="4840710" y="469186"/>
                  <a:pt x="4844539" y="469186"/>
                </a:cubicBezTo>
                <a:close/>
                <a:moveTo>
                  <a:pt x="4747168" y="469186"/>
                </a:moveTo>
                <a:cubicBezTo>
                  <a:pt x="4752529" y="469186"/>
                  <a:pt x="4756977" y="470673"/>
                  <a:pt x="4760512" y="473648"/>
                </a:cubicBezTo>
                <a:cubicBezTo>
                  <a:pt x="4764047" y="476623"/>
                  <a:pt x="4766403" y="480319"/>
                  <a:pt x="4767581" y="484738"/>
                </a:cubicBezTo>
                <a:cubicBezTo>
                  <a:pt x="4768523" y="488096"/>
                  <a:pt x="4768995" y="494547"/>
                  <a:pt x="4768995" y="504091"/>
                </a:cubicBezTo>
                <a:lnTo>
                  <a:pt x="4768995" y="536256"/>
                </a:lnTo>
                <a:cubicBezTo>
                  <a:pt x="4768995" y="542618"/>
                  <a:pt x="4769569" y="546580"/>
                  <a:pt x="4770718" y="548141"/>
                </a:cubicBezTo>
                <a:cubicBezTo>
                  <a:pt x="4771867" y="549702"/>
                  <a:pt x="4774267" y="550689"/>
                  <a:pt x="4777920" y="551101"/>
                </a:cubicBezTo>
                <a:lnTo>
                  <a:pt x="4777920" y="554283"/>
                </a:lnTo>
                <a:lnTo>
                  <a:pt x="4736122" y="554283"/>
                </a:lnTo>
                <a:lnTo>
                  <a:pt x="4736122" y="551101"/>
                </a:lnTo>
                <a:cubicBezTo>
                  <a:pt x="4739245" y="550689"/>
                  <a:pt x="4741483" y="549393"/>
                  <a:pt x="4742838" y="547213"/>
                </a:cubicBezTo>
                <a:cubicBezTo>
                  <a:pt x="4743781" y="545741"/>
                  <a:pt x="4744252" y="542088"/>
                  <a:pt x="4744252" y="536256"/>
                </a:cubicBezTo>
                <a:lnTo>
                  <a:pt x="4744252" y="499495"/>
                </a:lnTo>
                <a:cubicBezTo>
                  <a:pt x="4744252" y="492721"/>
                  <a:pt x="4743987" y="488449"/>
                  <a:pt x="4743457" y="486682"/>
                </a:cubicBezTo>
                <a:cubicBezTo>
                  <a:pt x="4742927" y="484915"/>
                  <a:pt x="4742028" y="483545"/>
                  <a:pt x="4740762" y="482573"/>
                </a:cubicBezTo>
                <a:cubicBezTo>
                  <a:pt x="4739495" y="481601"/>
                  <a:pt x="4738096" y="481115"/>
                  <a:pt x="4736564" y="481115"/>
                </a:cubicBezTo>
                <a:cubicBezTo>
                  <a:pt x="4731498" y="481115"/>
                  <a:pt x="4726785" y="484738"/>
                  <a:pt x="4722426" y="491984"/>
                </a:cubicBezTo>
                <a:lnTo>
                  <a:pt x="4722426" y="536256"/>
                </a:lnTo>
                <a:cubicBezTo>
                  <a:pt x="4722426" y="542442"/>
                  <a:pt x="4723000" y="546359"/>
                  <a:pt x="4724149" y="548009"/>
                </a:cubicBezTo>
                <a:cubicBezTo>
                  <a:pt x="4725298" y="549658"/>
                  <a:pt x="4727433" y="550689"/>
                  <a:pt x="4730555" y="551101"/>
                </a:cubicBezTo>
                <a:lnTo>
                  <a:pt x="4730555" y="554283"/>
                </a:lnTo>
                <a:lnTo>
                  <a:pt x="4688758" y="554283"/>
                </a:lnTo>
                <a:lnTo>
                  <a:pt x="4688758" y="551101"/>
                </a:lnTo>
                <a:cubicBezTo>
                  <a:pt x="4692234" y="550748"/>
                  <a:pt x="4694708" y="549629"/>
                  <a:pt x="4696181" y="547743"/>
                </a:cubicBezTo>
                <a:cubicBezTo>
                  <a:pt x="4697182" y="546447"/>
                  <a:pt x="4697683" y="542618"/>
                  <a:pt x="4697683" y="536256"/>
                </a:cubicBezTo>
                <a:lnTo>
                  <a:pt x="4697683" y="489598"/>
                </a:lnTo>
                <a:cubicBezTo>
                  <a:pt x="4697683" y="483354"/>
                  <a:pt x="4697109" y="479465"/>
                  <a:pt x="4695960" y="477934"/>
                </a:cubicBezTo>
                <a:cubicBezTo>
                  <a:pt x="4694811" y="476402"/>
                  <a:pt x="4692410" y="475401"/>
                  <a:pt x="4688758" y="474929"/>
                </a:cubicBezTo>
                <a:lnTo>
                  <a:pt x="4688758" y="471660"/>
                </a:lnTo>
                <a:lnTo>
                  <a:pt x="4722426" y="471660"/>
                </a:lnTo>
                <a:lnTo>
                  <a:pt x="4722426" y="482352"/>
                </a:lnTo>
                <a:cubicBezTo>
                  <a:pt x="4726667" y="477757"/>
                  <a:pt x="4730732" y="474414"/>
                  <a:pt x="4734620" y="472323"/>
                </a:cubicBezTo>
                <a:cubicBezTo>
                  <a:pt x="4738508" y="470231"/>
                  <a:pt x="4742691" y="469186"/>
                  <a:pt x="4747168" y="469186"/>
                </a:cubicBezTo>
                <a:close/>
                <a:moveTo>
                  <a:pt x="4641207" y="469186"/>
                </a:moveTo>
                <a:cubicBezTo>
                  <a:pt x="4649573" y="469186"/>
                  <a:pt x="4656833" y="472617"/>
                  <a:pt x="4662990" y="479480"/>
                </a:cubicBezTo>
                <a:cubicBezTo>
                  <a:pt x="4669146" y="486344"/>
                  <a:pt x="4672460" y="496520"/>
                  <a:pt x="4672931" y="510011"/>
                </a:cubicBezTo>
                <a:lnTo>
                  <a:pt x="4627599" y="510011"/>
                </a:lnTo>
                <a:cubicBezTo>
                  <a:pt x="4628129" y="520968"/>
                  <a:pt x="4631045" y="529629"/>
                  <a:pt x="4636347" y="535991"/>
                </a:cubicBezTo>
                <a:cubicBezTo>
                  <a:pt x="4640412" y="540881"/>
                  <a:pt x="4645302" y="543325"/>
                  <a:pt x="4651016" y="543325"/>
                </a:cubicBezTo>
                <a:cubicBezTo>
                  <a:pt x="4654551" y="543325"/>
                  <a:pt x="4657761" y="542338"/>
                  <a:pt x="4660648" y="540365"/>
                </a:cubicBezTo>
                <a:cubicBezTo>
                  <a:pt x="4663535" y="538392"/>
                  <a:pt x="4666627" y="534842"/>
                  <a:pt x="4669926" y="529716"/>
                </a:cubicBezTo>
                <a:lnTo>
                  <a:pt x="4672931" y="531661"/>
                </a:lnTo>
                <a:cubicBezTo>
                  <a:pt x="4668454" y="540792"/>
                  <a:pt x="4663505" y="547258"/>
                  <a:pt x="4658085" y="551057"/>
                </a:cubicBezTo>
                <a:cubicBezTo>
                  <a:pt x="4652666" y="554857"/>
                  <a:pt x="4646392" y="556757"/>
                  <a:pt x="4639264" y="556757"/>
                </a:cubicBezTo>
                <a:cubicBezTo>
                  <a:pt x="4627010" y="556757"/>
                  <a:pt x="4617731" y="552044"/>
                  <a:pt x="4611428" y="542618"/>
                </a:cubicBezTo>
                <a:cubicBezTo>
                  <a:pt x="4606361" y="535019"/>
                  <a:pt x="4603828" y="525593"/>
                  <a:pt x="4603828" y="514341"/>
                </a:cubicBezTo>
                <a:cubicBezTo>
                  <a:pt x="4603828" y="500556"/>
                  <a:pt x="4607554" y="489584"/>
                  <a:pt x="4615007" y="481424"/>
                </a:cubicBezTo>
                <a:cubicBezTo>
                  <a:pt x="4622459" y="473265"/>
                  <a:pt x="4631192" y="469186"/>
                  <a:pt x="4641207" y="469186"/>
                </a:cubicBezTo>
                <a:close/>
                <a:moveTo>
                  <a:pt x="4543748" y="469186"/>
                </a:moveTo>
                <a:cubicBezTo>
                  <a:pt x="4549227" y="469186"/>
                  <a:pt x="4554882" y="470334"/>
                  <a:pt x="4560715" y="472632"/>
                </a:cubicBezTo>
                <a:lnTo>
                  <a:pt x="4588550" y="472632"/>
                </a:lnTo>
                <a:lnTo>
                  <a:pt x="4588550" y="482352"/>
                </a:lnTo>
                <a:lnTo>
                  <a:pt x="4572732" y="482352"/>
                </a:lnTo>
                <a:cubicBezTo>
                  <a:pt x="4575619" y="485239"/>
                  <a:pt x="4577622" y="487861"/>
                  <a:pt x="4578741" y="490217"/>
                </a:cubicBezTo>
                <a:cubicBezTo>
                  <a:pt x="4580155" y="493398"/>
                  <a:pt x="4580862" y="496727"/>
                  <a:pt x="4580862" y="500202"/>
                </a:cubicBezTo>
                <a:cubicBezTo>
                  <a:pt x="4580862" y="506093"/>
                  <a:pt x="4579227" y="511204"/>
                  <a:pt x="4575958" y="515534"/>
                </a:cubicBezTo>
                <a:cubicBezTo>
                  <a:pt x="4572688" y="519864"/>
                  <a:pt x="4568240" y="523251"/>
                  <a:pt x="4562614" y="525696"/>
                </a:cubicBezTo>
                <a:cubicBezTo>
                  <a:pt x="4556988" y="528141"/>
                  <a:pt x="4551996" y="529363"/>
                  <a:pt x="4547636" y="529363"/>
                </a:cubicBezTo>
                <a:cubicBezTo>
                  <a:pt x="4547283" y="529363"/>
                  <a:pt x="4543748" y="529216"/>
                  <a:pt x="4537032" y="528922"/>
                </a:cubicBezTo>
                <a:cubicBezTo>
                  <a:pt x="4534381" y="528922"/>
                  <a:pt x="4532157" y="529791"/>
                  <a:pt x="4530361" y="531528"/>
                </a:cubicBezTo>
                <a:cubicBezTo>
                  <a:pt x="4528564" y="533266"/>
                  <a:pt x="4527665" y="535343"/>
                  <a:pt x="4527665" y="537758"/>
                </a:cubicBezTo>
                <a:cubicBezTo>
                  <a:pt x="4527665" y="539879"/>
                  <a:pt x="4528475" y="541617"/>
                  <a:pt x="4530095" y="542972"/>
                </a:cubicBezTo>
                <a:cubicBezTo>
                  <a:pt x="4531716" y="544327"/>
                  <a:pt x="4534352" y="545004"/>
                  <a:pt x="4538004" y="545004"/>
                </a:cubicBezTo>
                <a:lnTo>
                  <a:pt x="4553292" y="544827"/>
                </a:lnTo>
                <a:cubicBezTo>
                  <a:pt x="4565663" y="544827"/>
                  <a:pt x="4574176" y="546182"/>
                  <a:pt x="4578830" y="548892"/>
                </a:cubicBezTo>
                <a:cubicBezTo>
                  <a:pt x="4585487" y="552663"/>
                  <a:pt x="4588815" y="558465"/>
                  <a:pt x="4588815" y="566301"/>
                </a:cubicBezTo>
                <a:cubicBezTo>
                  <a:pt x="4588815" y="571308"/>
                  <a:pt x="4587283" y="575859"/>
                  <a:pt x="4584220" y="579953"/>
                </a:cubicBezTo>
                <a:cubicBezTo>
                  <a:pt x="4581157" y="584048"/>
                  <a:pt x="4577121" y="587067"/>
                  <a:pt x="4572114" y="589011"/>
                </a:cubicBezTo>
                <a:cubicBezTo>
                  <a:pt x="4564514" y="591897"/>
                  <a:pt x="4555766" y="593341"/>
                  <a:pt x="4545869" y="593341"/>
                </a:cubicBezTo>
                <a:cubicBezTo>
                  <a:pt x="4538446" y="593341"/>
                  <a:pt x="4531671" y="592619"/>
                  <a:pt x="4525545" y="591176"/>
                </a:cubicBezTo>
                <a:cubicBezTo>
                  <a:pt x="4519418" y="589732"/>
                  <a:pt x="4515029" y="587729"/>
                  <a:pt x="4512378" y="585167"/>
                </a:cubicBezTo>
                <a:cubicBezTo>
                  <a:pt x="4509727" y="582604"/>
                  <a:pt x="4508401" y="579909"/>
                  <a:pt x="4508401" y="577081"/>
                </a:cubicBezTo>
                <a:cubicBezTo>
                  <a:pt x="4508401" y="574371"/>
                  <a:pt x="4509418" y="571941"/>
                  <a:pt x="4511450" y="569791"/>
                </a:cubicBezTo>
                <a:cubicBezTo>
                  <a:pt x="4513483" y="567641"/>
                  <a:pt x="4517268" y="565829"/>
                  <a:pt x="4522805" y="564356"/>
                </a:cubicBezTo>
                <a:cubicBezTo>
                  <a:pt x="4515147" y="560586"/>
                  <a:pt x="4511318" y="555343"/>
                  <a:pt x="4511318" y="548627"/>
                </a:cubicBezTo>
                <a:cubicBezTo>
                  <a:pt x="4511318" y="544562"/>
                  <a:pt x="4512879" y="540615"/>
                  <a:pt x="4516001" y="536786"/>
                </a:cubicBezTo>
                <a:cubicBezTo>
                  <a:pt x="4519123" y="532957"/>
                  <a:pt x="4524072" y="529629"/>
                  <a:pt x="4530847" y="526801"/>
                </a:cubicBezTo>
                <a:cubicBezTo>
                  <a:pt x="4522952" y="523914"/>
                  <a:pt x="4517238" y="520114"/>
                  <a:pt x="4513703" y="515401"/>
                </a:cubicBezTo>
                <a:cubicBezTo>
                  <a:pt x="4510169" y="510688"/>
                  <a:pt x="4508401" y="505239"/>
                  <a:pt x="4508401" y="499053"/>
                </a:cubicBezTo>
                <a:cubicBezTo>
                  <a:pt x="4508401" y="490983"/>
                  <a:pt x="4511700" y="483987"/>
                  <a:pt x="4518299" y="478066"/>
                </a:cubicBezTo>
                <a:cubicBezTo>
                  <a:pt x="4524897" y="472146"/>
                  <a:pt x="4533380" y="469186"/>
                  <a:pt x="4543748" y="469186"/>
                </a:cubicBezTo>
                <a:close/>
                <a:moveTo>
                  <a:pt x="4423635" y="469186"/>
                </a:moveTo>
                <a:cubicBezTo>
                  <a:pt x="4432177" y="469186"/>
                  <a:pt x="4438966" y="471336"/>
                  <a:pt x="4444003" y="475636"/>
                </a:cubicBezTo>
                <a:cubicBezTo>
                  <a:pt x="4449040" y="479937"/>
                  <a:pt x="4451559" y="484738"/>
                  <a:pt x="4451559" y="490040"/>
                </a:cubicBezTo>
                <a:cubicBezTo>
                  <a:pt x="4451559" y="493398"/>
                  <a:pt x="4450542" y="496078"/>
                  <a:pt x="4448510" y="498081"/>
                </a:cubicBezTo>
                <a:cubicBezTo>
                  <a:pt x="4446477" y="500085"/>
                  <a:pt x="4443812" y="501086"/>
                  <a:pt x="4440513" y="501086"/>
                </a:cubicBezTo>
                <a:cubicBezTo>
                  <a:pt x="4437037" y="501086"/>
                  <a:pt x="4434165" y="499937"/>
                  <a:pt x="4431897" y="497640"/>
                </a:cubicBezTo>
                <a:cubicBezTo>
                  <a:pt x="4429629" y="495342"/>
                  <a:pt x="4428230" y="491248"/>
                  <a:pt x="4427699" y="485357"/>
                </a:cubicBezTo>
                <a:cubicBezTo>
                  <a:pt x="4427346" y="481645"/>
                  <a:pt x="4426492" y="479053"/>
                  <a:pt x="4425137" y="477580"/>
                </a:cubicBezTo>
                <a:cubicBezTo>
                  <a:pt x="4423782" y="476108"/>
                  <a:pt x="4422191" y="475371"/>
                  <a:pt x="4420365" y="475371"/>
                </a:cubicBezTo>
                <a:cubicBezTo>
                  <a:pt x="4417537" y="475371"/>
                  <a:pt x="4415122" y="476873"/>
                  <a:pt x="4413119" y="479878"/>
                </a:cubicBezTo>
                <a:cubicBezTo>
                  <a:pt x="4410056" y="484414"/>
                  <a:pt x="4408524" y="491366"/>
                  <a:pt x="4408524" y="500732"/>
                </a:cubicBezTo>
                <a:cubicBezTo>
                  <a:pt x="4408524" y="508509"/>
                  <a:pt x="4409761" y="515946"/>
                  <a:pt x="4412235" y="523045"/>
                </a:cubicBezTo>
                <a:cubicBezTo>
                  <a:pt x="4414710" y="530144"/>
                  <a:pt x="4418097" y="535431"/>
                  <a:pt x="4422397" y="538907"/>
                </a:cubicBezTo>
                <a:cubicBezTo>
                  <a:pt x="4425638" y="541440"/>
                  <a:pt x="4429467" y="542707"/>
                  <a:pt x="4433885" y="542707"/>
                </a:cubicBezTo>
                <a:cubicBezTo>
                  <a:pt x="4436772" y="542707"/>
                  <a:pt x="4439511" y="542029"/>
                  <a:pt x="4442103" y="540674"/>
                </a:cubicBezTo>
                <a:cubicBezTo>
                  <a:pt x="4444695" y="539319"/>
                  <a:pt x="4447759" y="536757"/>
                  <a:pt x="4451294" y="532986"/>
                </a:cubicBezTo>
                <a:lnTo>
                  <a:pt x="4454033" y="535107"/>
                </a:lnTo>
                <a:cubicBezTo>
                  <a:pt x="4450145" y="542412"/>
                  <a:pt x="4445299" y="547847"/>
                  <a:pt x="4439497" y="551411"/>
                </a:cubicBezTo>
                <a:cubicBezTo>
                  <a:pt x="4433694" y="554975"/>
                  <a:pt x="4427523" y="556757"/>
                  <a:pt x="4420984" y="556757"/>
                </a:cubicBezTo>
                <a:cubicBezTo>
                  <a:pt x="4409967" y="556757"/>
                  <a:pt x="4401160" y="552604"/>
                  <a:pt x="4394562" y="544297"/>
                </a:cubicBezTo>
                <a:cubicBezTo>
                  <a:pt x="4387964" y="535991"/>
                  <a:pt x="4384665" y="526005"/>
                  <a:pt x="4384665" y="514341"/>
                </a:cubicBezTo>
                <a:cubicBezTo>
                  <a:pt x="4384665" y="503089"/>
                  <a:pt x="4387669" y="493192"/>
                  <a:pt x="4393678" y="484650"/>
                </a:cubicBezTo>
                <a:cubicBezTo>
                  <a:pt x="4400924" y="474340"/>
                  <a:pt x="4410910" y="469186"/>
                  <a:pt x="4423635" y="469186"/>
                </a:cubicBezTo>
                <a:close/>
                <a:moveTo>
                  <a:pt x="4286731" y="469186"/>
                </a:moveTo>
                <a:cubicBezTo>
                  <a:pt x="4291209" y="469186"/>
                  <a:pt x="4295539" y="470275"/>
                  <a:pt x="4299721" y="472455"/>
                </a:cubicBezTo>
                <a:cubicBezTo>
                  <a:pt x="4301312" y="473339"/>
                  <a:pt x="4302608" y="473781"/>
                  <a:pt x="4303609" y="473781"/>
                </a:cubicBezTo>
                <a:cubicBezTo>
                  <a:pt x="4304670" y="473781"/>
                  <a:pt x="4305524" y="473560"/>
                  <a:pt x="4306172" y="473118"/>
                </a:cubicBezTo>
                <a:cubicBezTo>
                  <a:pt x="4306820" y="472676"/>
                  <a:pt x="4307851" y="471424"/>
                  <a:pt x="4309265" y="469362"/>
                </a:cubicBezTo>
                <a:lnTo>
                  <a:pt x="4312269" y="469362"/>
                </a:lnTo>
                <a:lnTo>
                  <a:pt x="4313595" y="497551"/>
                </a:lnTo>
                <a:lnTo>
                  <a:pt x="4310590" y="497551"/>
                </a:lnTo>
                <a:cubicBezTo>
                  <a:pt x="4306997" y="489186"/>
                  <a:pt x="4303271" y="483471"/>
                  <a:pt x="4299412" y="480408"/>
                </a:cubicBezTo>
                <a:cubicBezTo>
                  <a:pt x="4295553" y="477345"/>
                  <a:pt x="4291709" y="475813"/>
                  <a:pt x="4287880" y="475813"/>
                </a:cubicBezTo>
                <a:cubicBezTo>
                  <a:pt x="4285465" y="475813"/>
                  <a:pt x="4283403" y="476623"/>
                  <a:pt x="4281694" y="478243"/>
                </a:cubicBezTo>
                <a:cubicBezTo>
                  <a:pt x="4279986" y="479863"/>
                  <a:pt x="4279132" y="481734"/>
                  <a:pt x="4279132" y="483855"/>
                </a:cubicBezTo>
                <a:cubicBezTo>
                  <a:pt x="4279132" y="485445"/>
                  <a:pt x="4279721" y="486977"/>
                  <a:pt x="4280899" y="488449"/>
                </a:cubicBezTo>
                <a:cubicBezTo>
                  <a:pt x="4282784" y="490865"/>
                  <a:pt x="4288057" y="495003"/>
                  <a:pt x="4296717" y="500865"/>
                </a:cubicBezTo>
                <a:cubicBezTo>
                  <a:pt x="4305377" y="506727"/>
                  <a:pt x="4311076" y="511705"/>
                  <a:pt x="4313816" y="515799"/>
                </a:cubicBezTo>
                <a:cubicBezTo>
                  <a:pt x="4316555" y="519893"/>
                  <a:pt x="4317925" y="524474"/>
                  <a:pt x="4317925" y="529540"/>
                </a:cubicBezTo>
                <a:cubicBezTo>
                  <a:pt x="4317925" y="534135"/>
                  <a:pt x="4316776" y="538642"/>
                  <a:pt x="4314478" y="543060"/>
                </a:cubicBezTo>
                <a:cubicBezTo>
                  <a:pt x="4312181" y="547478"/>
                  <a:pt x="4308941" y="550866"/>
                  <a:pt x="4304758" y="553222"/>
                </a:cubicBezTo>
                <a:cubicBezTo>
                  <a:pt x="4300575" y="555579"/>
                  <a:pt x="4295951" y="556757"/>
                  <a:pt x="4290885" y="556757"/>
                </a:cubicBezTo>
                <a:cubicBezTo>
                  <a:pt x="4286937" y="556757"/>
                  <a:pt x="4281665" y="555520"/>
                  <a:pt x="4275067" y="553045"/>
                </a:cubicBezTo>
                <a:cubicBezTo>
                  <a:pt x="4273300" y="552397"/>
                  <a:pt x="4272092" y="552073"/>
                  <a:pt x="4271444" y="552073"/>
                </a:cubicBezTo>
                <a:cubicBezTo>
                  <a:pt x="4269500" y="552073"/>
                  <a:pt x="4267880" y="553546"/>
                  <a:pt x="4266584" y="556492"/>
                </a:cubicBezTo>
                <a:lnTo>
                  <a:pt x="4263668" y="556492"/>
                </a:lnTo>
                <a:lnTo>
                  <a:pt x="4262254" y="526801"/>
                </a:lnTo>
                <a:lnTo>
                  <a:pt x="4265258" y="526801"/>
                </a:lnTo>
                <a:cubicBezTo>
                  <a:pt x="4267909" y="534577"/>
                  <a:pt x="4271547" y="540409"/>
                  <a:pt x="4276171" y="544297"/>
                </a:cubicBezTo>
                <a:cubicBezTo>
                  <a:pt x="4280796" y="548185"/>
                  <a:pt x="4285170" y="550129"/>
                  <a:pt x="4289294" y="550129"/>
                </a:cubicBezTo>
                <a:cubicBezTo>
                  <a:pt x="4292122" y="550129"/>
                  <a:pt x="4294434" y="549260"/>
                  <a:pt x="4296231" y="547523"/>
                </a:cubicBezTo>
                <a:cubicBezTo>
                  <a:pt x="4298027" y="545785"/>
                  <a:pt x="4298926" y="543679"/>
                  <a:pt x="4298926" y="541204"/>
                </a:cubicBezTo>
                <a:cubicBezTo>
                  <a:pt x="4298926" y="538377"/>
                  <a:pt x="4298042" y="535932"/>
                  <a:pt x="4296275" y="533870"/>
                </a:cubicBezTo>
                <a:cubicBezTo>
                  <a:pt x="4294508" y="531808"/>
                  <a:pt x="4290561" y="528686"/>
                  <a:pt x="4284434" y="524503"/>
                </a:cubicBezTo>
                <a:cubicBezTo>
                  <a:pt x="4275420" y="518259"/>
                  <a:pt x="4269588" y="513486"/>
                  <a:pt x="4266937" y="510188"/>
                </a:cubicBezTo>
                <a:cubicBezTo>
                  <a:pt x="4263049" y="505357"/>
                  <a:pt x="4261105" y="500025"/>
                  <a:pt x="4261105" y="494193"/>
                </a:cubicBezTo>
                <a:cubicBezTo>
                  <a:pt x="4261105" y="487831"/>
                  <a:pt x="4263299" y="482072"/>
                  <a:pt x="4267688" y="476918"/>
                </a:cubicBezTo>
                <a:cubicBezTo>
                  <a:pt x="4272077" y="471763"/>
                  <a:pt x="4278425" y="469186"/>
                  <a:pt x="4286731" y="469186"/>
                </a:cubicBezTo>
                <a:close/>
                <a:moveTo>
                  <a:pt x="4081479" y="469186"/>
                </a:moveTo>
                <a:cubicBezTo>
                  <a:pt x="4086781" y="469186"/>
                  <a:pt x="4091229" y="470423"/>
                  <a:pt x="4094822" y="472897"/>
                </a:cubicBezTo>
                <a:cubicBezTo>
                  <a:pt x="4098416" y="475371"/>
                  <a:pt x="4101184" y="479142"/>
                  <a:pt x="4103129" y="484208"/>
                </a:cubicBezTo>
                <a:cubicBezTo>
                  <a:pt x="4107841" y="478906"/>
                  <a:pt x="4112363" y="475077"/>
                  <a:pt x="4116693" y="472720"/>
                </a:cubicBezTo>
                <a:cubicBezTo>
                  <a:pt x="4121023" y="470364"/>
                  <a:pt x="4125544" y="469186"/>
                  <a:pt x="4130257" y="469186"/>
                </a:cubicBezTo>
                <a:cubicBezTo>
                  <a:pt x="4135972" y="469186"/>
                  <a:pt x="4140522" y="470496"/>
                  <a:pt x="4143910" y="473118"/>
                </a:cubicBezTo>
                <a:cubicBezTo>
                  <a:pt x="4147297" y="475739"/>
                  <a:pt x="4149654" y="479068"/>
                  <a:pt x="4150979" y="483103"/>
                </a:cubicBezTo>
                <a:cubicBezTo>
                  <a:pt x="4152305" y="487139"/>
                  <a:pt x="4152967" y="493575"/>
                  <a:pt x="4152967" y="502411"/>
                </a:cubicBezTo>
                <a:lnTo>
                  <a:pt x="4152967" y="536256"/>
                </a:lnTo>
                <a:cubicBezTo>
                  <a:pt x="4152967" y="542618"/>
                  <a:pt x="4153542" y="546565"/>
                  <a:pt x="4154691" y="548097"/>
                </a:cubicBezTo>
                <a:cubicBezTo>
                  <a:pt x="4155839" y="549629"/>
                  <a:pt x="4158240" y="550630"/>
                  <a:pt x="4161892" y="551101"/>
                </a:cubicBezTo>
                <a:lnTo>
                  <a:pt x="4161892" y="554283"/>
                </a:lnTo>
                <a:lnTo>
                  <a:pt x="4119211" y="554283"/>
                </a:lnTo>
                <a:lnTo>
                  <a:pt x="4119211" y="551101"/>
                </a:lnTo>
                <a:cubicBezTo>
                  <a:pt x="4122569" y="550807"/>
                  <a:pt x="4125043" y="549511"/>
                  <a:pt x="4126634" y="547213"/>
                </a:cubicBezTo>
                <a:cubicBezTo>
                  <a:pt x="4127695" y="545623"/>
                  <a:pt x="4128225" y="541970"/>
                  <a:pt x="4128225" y="536256"/>
                </a:cubicBezTo>
                <a:lnTo>
                  <a:pt x="4128225" y="500732"/>
                </a:lnTo>
                <a:cubicBezTo>
                  <a:pt x="4128225" y="493368"/>
                  <a:pt x="4127930" y="488685"/>
                  <a:pt x="4127341" y="486682"/>
                </a:cubicBezTo>
                <a:cubicBezTo>
                  <a:pt x="4126752" y="484679"/>
                  <a:pt x="4125824" y="483192"/>
                  <a:pt x="4124558" y="482220"/>
                </a:cubicBezTo>
                <a:cubicBezTo>
                  <a:pt x="4123291" y="481248"/>
                  <a:pt x="4121803" y="480761"/>
                  <a:pt x="4120095" y="480761"/>
                </a:cubicBezTo>
                <a:cubicBezTo>
                  <a:pt x="4117562" y="480761"/>
                  <a:pt x="4114999" y="481689"/>
                  <a:pt x="4112407" y="483545"/>
                </a:cubicBezTo>
                <a:cubicBezTo>
                  <a:pt x="4109815" y="485401"/>
                  <a:pt x="4107193" y="488184"/>
                  <a:pt x="4104542" y="491896"/>
                </a:cubicBezTo>
                <a:lnTo>
                  <a:pt x="4104542" y="536256"/>
                </a:lnTo>
                <a:cubicBezTo>
                  <a:pt x="4104542" y="542206"/>
                  <a:pt x="4105043" y="545946"/>
                  <a:pt x="4106045" y="547478"/>
                </a:cubicBezTo>
                <a:cubicBezTo>
                  <a:pt x="4107400" y="549658"/>
                  <a:pt x="4109992" y="550866"/>
                  <a:pt x="4113821" y="551101"/>
                </a:cubicBezTo>
                <a:lnTo>
                  <a:pt x="4113821" y="554283"/>
                </a:lnTo>
                <a:lnTo>
                  <a:pt x="4071051" y="554283"/>
                </a:lnTo>
                <a:lnTo>
                  <a:pt x="4071051" y="551101"/>
                </a:lnTo>
                <a:cubicBezTo>
                  <a:pt x="4073349" y="550984"/>
                  <a:pt x="4075160" y="550409"/>
                  <a:pt x="4076486" y="549378"/>
                </a:cubicBezTo>
                <a:cubicBezTo>
                  <a:pt x="4077811" y="548348"/>
                  <a:pt x="4078695" y="547110"/>
                  <a:pt x="4079137" y="545667"/>
                </a:cubicBezTo>
                <a:cubicBezTo>
                  <a:pt x="4079579" y="544224"/>
                  <a:pt x="4079800" y="541086"/>
                  <a:pt x="4079800" y="536256"/>
                </a:cubicBezTo>
                <a:lnTo>
                  <a:pt x="4079800" y="500732"/>
                </a:lnTo>
                <a:cubicBezTo>
                  <a:pt x="4079800" y="493251"/>
                  <a:pt x="4079505" y="488567"/>
                  <a:pt x="4078916" y="486682"/>
                </a:cubicBezTo>
                <a:cubicBezTo>
                  <a:pt x="4078327" y="484797"/>
                  <a:pt x="4077340" y="483324"/>
                  <a:pt x="4075956" y="482264"/>
                </a:cubicBezTo>
                <a:cubicBezTo>
                  <a:pt x="4074571" y="481204"/>
                  <a:pt x="4073084" y="480673"/>
                  <a:pt x="4071493" y="480673"/>
                </a:cubicBezTo>
                <a:cubicBezTo>
                  <a:pt x="4069137" y="480673"/>
                  <a:pt x="4066987" y="481292"/>
                  <a:pt x="4065043" y="482529"/>
                </a:cubicBezTo>
                <a:cubicBezTo>
                  <a:pt x="4062274" y="484355"/>
                  <a:pt x="4059328" y="487477"/>
                  <a:pt x="4056206" y="491896"/>
                </a:cubicBezTo>
                <a:lnTo>
                  <a:pt x="4056206" y="536256"/>
                </a:lnTo>
                <a:cubicBezTo>
                  <a:pt x="4056206" y="542088"/>
                  <a:pt x="4056780" y="545932"/>
                  <a:pt x="4057929" y="547788"/>
                </a:cubicBezTo>
                <a:cubicBezTo>
                  <a:pt x="4059078" y="549643"/>
                  <a:pt x="4061478" y="550748"/>
                  <a:pt x="4065131" y="551101"/>
                </a:cubicBezTo>
                <a:lnTo>
                  <a:pt x="4065131" y="554283"/>
                </a:lnTo>
                <a:lnTo>
                  <a:pt x="4022538" y="554283"/>
                </a:lnTo>
                <a:lnTo>
                  <a:pt x="4022538" y="551101"/>
                </a:lnTo>
                <a:cubicBezTo>
                  <a:pt x="4026014" y="550748"/>
                  <a:pt x="4028488" y="549629"/>
                  <a:pt x="4029961" y="547743"/>
                </a:cubicBezTo>
                <a:cubicBezTo>
                  <a:pt x="4030962" y="546447"/>
                  <a:pt x="4031463" y="542618"/>
                  <a:pt x="4031463" y="536256"/>
                </a:cubicBezTo>
                <a:lnTo>
                  <a:pt x="4031463" y="489598"/>
                </a:lnTo>
                <a:cubicBezTo>
                  <a:pt x="4031463" y="483354"/>
                  <a:pt x="4030889" y="479465"/>
                  <a:pt x="4029740" y="477934"/>
                </a:cubicBezTo>
                <a:cubicBezTo>
                  <a:pt x="4028591" y="476402"/>
                  <a:pt x="4026191" y="475401"/>
                  <a:pt x="4022538" y="474929"/>
                </a:cubicBezTo>
                <a:lnTo>
                  <a:pt x="4022538" y="471660"/>
                </a:lnTo>
                <a:lnTo>
                  <a:pt x="4056206" y="471660"/>
                </a:lnTo>
                <a:lnTo>
                  <a:pt x="4056206" y="482529"/>
                </a:lnTo>
                <a:cubicBezTo>
                  <a:pt x="4060742" y="477580"/>
                  <a:pt x="4064939" y="474119"/>
                  <a:pt x="4068798" y="472146"/>
                </a:cubicBezTo>
                <a:cubicBezTo>
                  <a:pt x="4072657" y="470172"/>
                  <a:pt x="4076884" y="469186"/>
                  <a:pt x="4081479" y="469186"/>
                </a:cubicBezTo>
                <a:close/>
                <a:moveTo>
                  <a:pt x="7237421" y="465704"/>
                </a:moveTo>
                <a:cubicBezTo>
                  <a:pt x="7234416" y="465704"/>
                  <a:pt x="7231839" y="466839"/>
                  <a:pt x="7229689" y="469106"/>
                </a:cubicBezTo>
                <a:cubicBezTo>
                  <a:pt x="7227538" y="471374"/>
                  <a:pt x="7226125" y="475852"/>
                  <a:pt x="7225447" y="482538"/>
                </a:cubicBezTo>
                <a:cubicBezTo>
                  <a:pt x="7224770" y="489225"/>
                  <a:pt x="7224431" y="498518"/>
                  <a:pt x="7224431" y="510418"/>
                </a:cubicBezTo>
                <a:cubicBezTo>
                  <a:pt x="7224431" y="516721"/>
                  <a:pt x="7224843" y="522613"/>
                  <a:pt x="7225668" y="528091"/>
                </a:cubicBezTo>
                <a:cubicBezTo>
                  <a:pt x="7226316" y="532274"/>
                  <a:pt x="7227700" y="535455"/>
                  <a:pt x="7229821" y="537635"/>
                </a:cubicBezTo>
                <a:cubicBezTo>
                  <a:pt x="7231942" y="539815"/>
                  <a:pt x="7234357" y="540905"/>
                  <a:pt x="7237067" y="540905"/>
                </a:cubicBezTo>
                <a:cubicBezTo>
                  <a:pt x="7239718" y="540905"/>
                  <a:pt x="7241927" y="540168"/>
                  <a:pt x="7243695" y="538695"/>
                </a:cubicBezTo>
                <a:cubicBezTo>
                  <a:pt x="7245992" y="536692"/>
                  <a:pt x="7247524" y="533894"/>
                  <a:pt x="7248290" y="530300"/>
                </a:cubicBezTo>
                <a:cubicBezTo>
                  <a:pt x="7249468" y="524704"/>
                  <a:pt x="7250057" y="513393"/>
                  <a:pt x="7250057" y="496368"/>
                </a:cubicBezTo>
                <a:cubicBezTo>
                  <a:pt x="7250057" y="486353"/>
                  <a:pt x="7249497" y="479475"/>
                  <a:pt x="7248378" y="475734"/>
                </a:cubicBezTo>
                <a:cubicBezTo>
                  <a:pt x="7247259" y="471993"/>
                  <a:pt x="7245609" y="469268"/>
                  <a:pt x="7243430" y="467560"/>
                </a:cubicBezTo>
                <a:cubicBezTo>
                  <a:pt x="7241898" y="466323"/>
                  <a:pt x="7239895" y="465704"/>
                  <a:pt x="7237421" y="465704"/>
                </a:cubicBezTo>
                <a:close/>
                <a:moveTo>
                  <a:pt x="7015960" y="465174"/>
                </a:moveTo>
                <a:cubicBezTo>
                  <a:pt x="7012896" y="465174"/>
                  <a:pt x="7010393" y="466677"/>
                  <a:pt x="7008449" y="469681"/>
                </a:cubicBezTo>
                <a:cubicBezTo>
                  <a:pt x="7004973" y="474924"/>
                  <a:pt x="7003235" y="482111"/>
                  <a:pt x="7003235" y="491243"/>
                </a:cubicBezTo>
                <a:lnTo>
                  <a:pt x="7003235" y="494335"/>
                </a:lnTo>
                <a:lnTo>
                  <a:pt x="7027271" y="494335"/>
                </a:lnTo>
                <a:cubicBezTo>
                  <a:pt x="7027271" y="484851"/>
                  <a:pt x="7026755" y="478341"/>
                  <a:pt x="7025724" y="474806"/>
                </a:cubicBezTo>
                <a:cubicBezTo>
                  <a:pt x="7024693" y="471272"/>
                  <a:pt x="7023088" y="468591"/>
                  <a:pt x="7020908" y="466765"/>
                </a:cubicBezTo>
                <a:cubicBezTo>
                  <a:pt x="7019671" y="465704"/>
                  <a:pt x="7018022" y="465174"/>
                  <a:pt x="7015960" y="465174"/>
                </a:cubicBezTo>
                <a:close/>
                <a:moveTo>
                  <a:pt x="7693030" y="464909"/>
                </a:moveTo>
                <a:cubicBezTo>
                  <a:pt x="7689613" y="464909"/>
                  <a:pt x="7686727" y="466632"/>
                  <a:pt x="7684370" y="470078"/>
                </a:cubicBezTo>
                <a:cubicBezTo>
                  <a:pt x="7682014" y="473525"/>
                  <a:pt x="7680835" y="480668"/>
                  <a:pt x="7680835" y="491508"/>
                </a:cubicBezTo>
                <a:cubicBezTo>
                  <a:pt x="7680835" y="500285"/>
                  <a:pt x="7681999" y="506309"/>
                  <a:pt x="7684326" y="509579"/>
                </a:cubicBezTo>
                <a:cubicBezTo>
                  <a:pt x="7686653" y="512848"/>
                  <a:pt x="7689407" y="514483"/>
                  <a:pt x="7692588" y="514483"/>
                </a:cubicBezTo>
                <a:cubicBezTo>
                  <a:pt x="7696123" y="514483"/>
                  <a:pt x="7699068" y="512863"/>
                  <a:pt x="7701425" y="509623"/>
                </a:cubicBezTo>
                <a:cubicBezTo>
                  <a:pt x="7703781" y="506383"/>
                  <a:pt x="7704960" y="500079"/>
                  <a:pt x="7704960" y="490712"/>
                </a:cubicBezTo>
                <a:cubicBezTo>
                  <a:pt x="7704960" y="480167"/>
                  <a:pt x="7703634" y="472980"/>
                  <a:pt x="7700983" y="469151"/>
                </a:cubicBezTo>
                <a:cubicBezTo>
                  <a:pt x="7699098" y="466323"/>
                  <a:pt x="7696447" y="464909"/>
                  <a:pt x="7693030" y="464909"/>
                </a:cubicBezTo>
                <a:close/>
                <a:moveTo>
                  <a:pt x="8024387" y="461905"/>
                </a:moveTo>
                <a:lnTo>
                  <a:pt x="8059026" y="461905"/>
                </a:lnTo>
                <a:lnTo>
                  <a:pt x="8059026" y="527384"/>
                </a:lnTo>
                <a:cubicBezTo>
                  <a:pt x="8059026" y="533216"/>
                  <a:pt x="8059704" y="536943"/>
                  <a:pt x="8061059" y="538563"/>
                </a:cubicBezTo>
                <a:cubicBezTo>
                  <a:pt x="8062414" y="540183"/>
                  <a:pt x="8065065" y="541111"/>
                  <a:pt x="8069012" y="541346"/>
                </a:cubicBezTo>
                <a:lnTo>
                  <a:pt x="8069012" y="544528"/>
                </a:lnTo>
                <a:lnTo>
                  <a:pt x="8024387" y="544528"/>
                </a:lnTo>
                <a:lnTo>
                  <a:pt x="8024387" y="541346"/>
                </a:lnTo>
                <a:cubicBezTo>
                  <a:pt x="8028039" y="541229"/>
                  <a:pt x="8030749" y="540168"/>
                  <a:pt x="8032516" y="538165"/>
                </a:cubicBezTo>
                <a:cubicBezTo>
                  <a:pt x="8033695" y="536810"/>
                  <a:pt x="8034284" y="533216"/>
                  <a:pt x="8034284" y="527384"/>
                </a:cubicBezTo>
                <a:lnTo>
                  <a:pt x="8034284" y="479136"/>
                </a:lnTo>
                <a:cubicBezTo>
                  <a:pt x="8034284" y="473304"/>
                  <a:pt x="8033606" y="469578"/>
                  <a:pt x="8032251" y="467958"/>
                </a:cubicBezTo>
                <a:cubicBezTo>
                  <a:pt x="8030896" y="466338"/>
                  <a:pt x="8028275" y="465410"/>
                  <a:pt x="8024387" y="465174"/>
                </a:cubicBezTo>
                <a:close/>
                <a:moveTo>
                  <a:pt x="7510037" y="461905"/>
                </a:moveTo>
                <a:lnTo>
                  <a:pt x="7544676" y="461905"/>
                </a:lnTo>
                <a:lnTo>
                  <a:pt x="7544676" y="527384"/>
                </a:lnTo>
                <a:cubicBezTo>
                  <a:pt x="7544676" y="533216"/>
                  <a:pt x="7545354" y="536943"/>
                  <a:pt x="7546709" y="538563"/>
                </a:cubicBezTo>
                <a:cubicBezTo>
                  <a:pt x="7548064" y="540183"/>
                  <a:pt x="7550715" y="541111"/>
                  <a:pt x="7554662" y="541346"/>
                </a:cubicBezTo>
                <a:lnTo>
                  <a:pt x="7554662" y="544528"/>
                </a:lnTo>
                <a:lnTo>
                  <a:pt x="7510037" y="544528"/>
                </a:lnTo>
                <a:lnTo>
                  <a:pt x="7510037" y="541346"/>
                </a:lnTo>
                <a:cubicBezTo>
                  <a:pt x="7513689" y="541229"/>
                  <a:pt x="7516399" y="540168"/>
                  <a:pt x="7518166" y="538165"/>
                </a:cubicBezTo>
                <a:cubicBezTo>
                  <a:pt x="7519345" y="536810"/>
                  <a:pt x="7519934" y="533216"/>
                  <a:pt x="7519934" y="527384"/>
                </a:cubicBezTo>
                <a:lnTo>
                  <a:pt x="7519934" y="479136"/>
                </a:lnTo>
                <a:cubicBezTo>
                  <a:pt x="7519934" y="473304"/>
                  <a:pt x="7519256" y="469578"/>
                  <a:pt x="7517901" y="467958"/>
                </a:cubicBezTo>
                <a:cubicBezTo>
                  <a:pt x="7516546" y="466338"/>
                  <a:pt x="7513925" y="465410"/>
                  <a:pt x="7510037" y="465174"/>
                </a:cubicBezTo>
                <a:close/>
                <a:moveTo>
                  <a:pt x="8234434" y="459430"/>
                </a:moveTo>
                <a:cubicBezTo>
                  <a:pt x="8238911" y="459430"/>
                  <a:pt x="8243241" y="460520"/>
                  <a:pt x="8247424" y="462700"/>
                </a:cubicBezTo>
                <a:cubicBezTo>
                  <a:pt x="8249015" y="463583"/>
                  <a:pt x="8250311" y="464025"/>
                  <a:pt x="8251312" y="464025"/>
                </a:cubicBezTo>
                <a:cubicBezTo>
                  <a:pt x="8252373" y="464025"/>
                  <a:pt x="8253227" y="463805"/>
                  <a:pt x="8253875" y="463363"/>
                </a:cubicBezTo>
                <a:cubicBezTo>
                  <a:pt x="8254523" y="462921"/>
                  <a:pt x="8255554" y="461669"/>
                  <a:pt x="8256968" y="459607"/>
                </a:cubicBezTo>
                <a:lnTo>
                  <a:pt x="8259972" y="459607"/>
                </a:lnTo>
                <a:lnTo>
                  <a:pt x="8261298" y="487796"/>
                </a:lnTo>
                <a:lnTo>
                  <a:pt x="8258293" y="487796"/>
                </a:lnTo>
                <a:cubicBezTo>
                  <a:pt x="8254700" y="479431"/>
                  <a:pt x="8250973" y="473716"/>
                  <a:pt x="8247115" y="470653"/>
                </a:cubicBezTo>
                <a:cubicBezTo>
                  <a:pt x="8243256" y="467589"/>
                  <a:pt x="8239412" y="466058"/>
                  <a:pt x="8235583" y="466058"/>
                </a:cubicBezTo>
                <a:cubicBezTo>
                  <a:pt x="8233167" y="466058"/>
                  <a:pt x="8231106" y="466868"/>
                  <a:pt x="8229397" y="468488"/>
                </a:cubicBezTo>
                <a:cubicBezTo>
                  <a:pt x="8227689" y="470108"/>
                  <a:pt x="8226835" y="471979"/>
                  <a:pt x="8226835" y="474099"/>
                </a:cubicBezTo>
                <a:cubicBezTo>
                  <a:pt x="8226835" y="475690"/>
                  <a:pt x="8227424" y="477222"/>
                  <a:pt x="8228602" y="478694"/>
                </a:cubicBezTo>
                <a:cubicBezTo>
                  <a:pt x="8230487" y="481110"/>
                  <a:pt x="8235760" y="485248"/>
                  <a:pt x="8244419" y="491110"/>
                </a:cubicBezTo>
                <a:cubicBezTo>
                  <a:pt x="8253079" y="496972"/>
                  <a:pt x="8258779" y="501950"/>
                  <a:pt x="8261519" y="506044"/>
                </a:cubicBezTo>
                <a:cubicBezTo>
                  <a:pt x="8264258" y="510138"/>
                  <a:pt x="8265627" y="514719"/>
                  <a:pt x="8265627" y="519785"/>
                </a:cubicBezTo>
                <a:cubicBezTo>
                  <a:pt x="8265627" y="524380"/>
                  <a:pt x="8264479" y="528887"/>
                  <a:pt x="8262181" y="533305"/>
                </a:cubicBezTo>
                <a:cubicBezTo>
                  <a:pt x="8259884" y="537723"/>
                  <a:pt x="8256644" y="541111"/>
                  <a:pt x="8252461" y="543467"/>
                </a:cubicBezTo>
                <a:cubicBezTo>
                  <a:pt x="8248278" y="545823"/>
                  <a:pt x="8243654" y="547002"/>
                  <a:pt x="8238587" y="547002"/>
                </a:cubicBezTo>
                <a:cubicBezTo>
                  <a:pt x="8234640" y="547002"/>
                  <a:pt x="8229368" y="545765"/>
                  <a:pt x="8222770" y="543290"/>
                </a:cubicBezTo>
                <a:cubicBezTo>
                  <a:pt x="8221002" y="542642"/>
                  <a:pt x="8219795" y="542318"/>
                  <a:pt x="8219147" y="542318"/>
                </a:cubicBezTo>
                <a:cubicBezTo>
                  <a:pt x="8217203" y="542318"/>
                  <a:pt x="8215583" y="543791"/>
                  <a:pt x="8214287" y="546737"/>
                </a:cubicBezTo>
                <a:lnTo>
                  <a:pt x="8211370" y="546737"/>
                </a:lnTo>
                <a:lnTo>
                  <a:pt x="8209957" y="517046"/>
                </a:lnTo>
                <a:lnTo>
                  <a:pt x="8212961" y="517046"/>
                </a:lnTo>
                <a:cubicBezTo>
                  <a:pt x="8215612" y="524822"/>
                  <a:pt x="8219250" y="530654"/>
                  <a:pt x="8223874" y="534542"/>
                </a:cubicBezTo>
                <a:cubicBezTo>
                  <a:pt x="8228499" y="538430"/>
                  <a:pt x="8232873" y="540374"/>
                  <a:pt x="8236997" y="540374"/>
                </a:cubicBezTo>
                <a:cubicBezTo>
                  <a:pt x="8239825" y="540374"/>
                  <a:pt x="8242137" y="539505"/>
                  <a:pt x="8243933" y="537768"/>
                </a:cubicBezTo>
                <a:cubicBezTo>
                  <a:pt x="8245730" y="536030"/>
                  <a:pt x="8246629" y="533923"/>
                  <a:pt x="8246629" y="531449"/>
                </a:cubicBezTo>
                <a:cubicBezTo>
                  <a:pt x="8246629" y="528621"/>
                  <a:pt x="8245745" y="526177"/>
                  <a:pt x="8243978" y="524115"/>
                </a:cubicBezTo>
                <a:cubicBezTo>
                  <a:pt x="8242210" y="522053"/>
                  <a:pt x="8238263" y="518931"/>
                  <a:pt x="8232137" y="514748"/>
                </a:cubicBezTo>
                <a:cubicBezTo>
                  <a:pt x="8223123" y="508503"/>
                  <a:pt x="8217291" y="503732"/>
                  <a:pt x="8214640" y="500433"/>
                </a:cubicBezTo>
                <a:cubicBezTo>
                  <a:pt x="8210752" y="495602"/>
                  <a:pt x="8208808" y="490271"/>
                  <a:pt x="8208808" y="484438"/>
                </a:cubicBezTo>
                <a:cubicBezTo>
                  <a:pt x="8208808" y="478076"/>
                  <a:pt x="8211002" y="472317"/>
                  <a:pt x="8215391" y="467162"/>
                </a:cubicBezTo>
                <a:cubicBezTo>
                  <a:pt x="8219780" y="462008"/>
                  <a:pt x="8226128" y="459430"/>
                  <a:pt x="8234434" y="459430"/>
                </a:cubicBezTo>
                <a:close/>
                <a:moveTo>
                  <a:pt x="8101084" y="459430"/>
                </a:moveTo>
                <a:cubicBezTo>
                  <a:pt x="8105561" y="459430"/>
                  <a:pt x="8109891" y="460520"/>
                  <a:pt x="8114074" y="462700"/>
                </a:cubicBezTo>
                <a:cubicBezTo>
                  <a:pt x="8115665" y="463583"/>
                  <a:pt x="8116961" y="464025"/>
                  <a:pt x="8117962" y="464025"/>
                </a:cubicBezTo>
                <a:cubicBezTo>
                  <a:pt x="8119023" y="464025"/>
                  <a:pt x="8119877" y="463805"/>
                  <a:pt x="8120525" y="463363"/>
                </a:cubicBezTo>
                <a:cubicBezTo>
                  <a:pt x="8121173" y="462921"/>
                  <a:pt x="8122204" y="461669"/>
                  <a:pt x="8123618" y="459607"/>
                </a:cubicBezTo>
                <a:lnTo>
                  <a:pt x="8126622" y="459607"/>
                </a:lnTo>
                <a:lnTo>
                  <a:pt x="8127948" y="487796"/>
                </a:lnTo>
                <a:lnTo>
                  <a:pt x="8124943" y="487796"/>
                </a:lnTo>
                <a:cubicBezTo>
                  <a:pt x="8121350" y="479431"/>
                  <a:pt x="8117624" y="473716"/>
                  <a:pt x="8113765" y="470653"/>
                </a:cubicBezTo>
                <a:cubicBezTo>
                  <a:pt x="8109906" y="467589"/>
                  <a:pt x="8106062" y="466058"/>
                  <a:pt x="8102233" y="466058"/>
                </a:cubicBezTo>
                <a:cubicBezTo>
                  <a:pt x="8099818" y="466058"/>
                  <a:pt x="8097756" y="466868"/>
                  <a:pt x="8096047" y="468488"/>
                </a:cubicBezTo>
                <a:cubicBezTo>
                  <a:pt x="8094339" y="470108"/>
                  <a:pt x="8093485" y="471979"/>
                  <a:pt x="8093485" y="474099"/>
                </a:cubicBezTo>
                <a:cubicBezTo>
                  <a:pt x="8093485" y="475690"/>
                  <a:pt x="8094074" y="477222"/>
                  <a:pt x="8095252" y="478694"/>
                </a:cubicBezTo>
                <a:cubicBezTo>
                  <a:pt x="8097137" y="481110"/>
                  <a:pt x="8102410" y="485248"/>
                  <a:pt x="8111070" y="491110"/>
                </a:cubicBezTo>
                <a:cubicBezTo>
                  <a:pt x="8119730" y="496972"/>
                  <a:pt x="8125429" y="501950"/>
                  <a:pt x="8128169" y="506044"/>
                </a:cubicBezTo>
                <a:cubicBezTo>
                  <a:pt x="8130908" y="510138"/>
                  <a:pt x="8132278" y="514719"/>
                  <a:pt x="8132278" y="519785"/>
                </a:cubicBezTo>
                <a:cubicBezTo>
                  <a:pt x="8132278" y="524380"/>
                  <a:pt x="8131129" y="528887"/>
                  <a:pt x="8128831" y="533305"/>
                </a:cubicBezTo>
                <a:cubicBezTo>
                  <a:pt x="8126534" y="537723"/>
                  <a:pt x="8123294" y="541111"/>
                  <a:pt x="8119111" y="543467"/>
                </a:cubicBezTo>
                <a:cubicBezTo>
                  <a:pt x="8114928" y="545823"/>
                  <a:pt x="8110304" y="547002"/>
                  <a:pt x="8105238" y="547002"/>
                </a:cubicBezTo>
                <a:cubicBezTo>
                  <a:pt x="8101291" y="547002"/>
                  <a:pt x="8096018" y="545765"/>
                  <a:pt x="8089420" y="543290"/>
                </a:cubicBezTo>
                <a:cubicBezTo>
                  <a:pt x="8087653" y="542642"/>
                  <a:pt x="8086445" y="542318"/>
                  <a:pt x="8085797" y="542318"/>
                </a:cubicBezTo>
                <a:cubicBezTo>
                  <a:pt x="8083853" y="542318"/>
                  <a:pt x="8082233" y="543791"/>
                  <a:pt x="8080937" y="546737"/>
                </a:cubicBezTo>
                <a:lnTo>
                  <a:pt x="8078021" y="546737"/>
                </a:lnTo>
                <a:lnTo>
                  <a:pt x="8076607" y="517046"/>
                </a:lnTo>
                <a:lnTo>
                  <a:pt x="8079611" y="517046"/>
                </a:lnTo>
                <a:cubicBezTo>
                  <a:pt x="8082262" y="524822"/>
                  <a:pt x="8085900" y="530654"/>
                  <a:pt x="8090524" y="534542"/>
                </a:cubicBezTo>
                <a:cubicBezTo>
                  <a:pt x="8095149" y="538430"/>
                  <a:pt x="8099523" y="540374"/>
                  <a:pt x="8103647" y="540374"/>
                </a:cubicBezTo>
                <a:cubicBezTo>
                  <a:pt x="8106475" y="540374"/>
                  <a:pt x="8108787" y="539505"/>
                  <a:pt x="8110584" y="537768"/>
                </a:cubicBezTo>
                <a:cubicBezTo>
                  <a:pt x="8112381" y="536030"/>
                  <a:pt x="8113279" y="533923"/>
                  <a:pt x="8113279" y="531449"/>
                </a:cubicBezTo>
                <a:cubicBezTo>
                  <a:pt x="8113279" y="528621"/>
                  <a:pt x="8112395" y="526177"/>
                  <a:pt x="8110628" y="524115"/>
                </a:cubicBezTo>
                <a:cubicBezTo>
                  <a:pt x="8108861" y="522053"/>
                  <a:pt x="8104914" y="518931"/>
                  <a:pt x="8098787" y="514748"/>
                </a:cubicBezTo>
                <a:cubicBezTo>
                  <a:pt x="8089773" y="508503"/>
                  <a:pt x="8083941" y="503732"/>
                  <a:pt x="8081290" y="500433"/>
                </a:cubicBezTo>
                <a:cubicBezTo>
                  <a:pt x="8077402" y="495602"/>
                  <a:pt x="8075458" y="490271"/>
                  <a:pt x="8075458" y="484438"/>
                </a:cubicBezTo>
                <a:cubicBezTo>
                  <a:pt x="8075458" y="478076"/>
                  <a:pt x="8077652" y="472317"/>
                  <a:pt x="8082041" y="467162"/>
                </a:cubicBezTo>
                <a:cubicBezTo>
                  <a:pt x="8086430" y="462008"/>
                  <a:pt x="8092778" y="459430"/>
                  <a:pt x="8101084" y="459430"/>
                </a:cubicBezTo>
                <a:close/>
                <a:moveTo>
                  <a:pt x="7954042" y="459430"/>
                </a:moveTo>
                <a:cubicBezTo>
                  <a:pt x="7957341" y="459430"/>
                  <a:pt x="7959977" y="460447"/>
                  <a:pt x="7961951" y="462479"/>
                </a:cubicBezTo>
                <a:cubicBezTo>
                  <a:pt x="7963924" y="464512"/>
                  <a:pt x="7964911" y="467384"/>
                  <a:pt x="7964911" y="471095"/>
                </a:cubicBezTo>
                <a:cubicBezTo>
                  <a:pt x="7964911" y="475042"/>
                  <a:pt x="7963954" y="478105"/>
                  <a:pt x="7962039" y="480285"/>
                </a:cubicBezTo>
                <a:cubicBezTo>
                  <a:pt x="7960125" y="482464"/>
                  <a:pt x="7957812" y="483554"/>
                  <a:pt x="7955102" y="483554"/>
                </a:cubicBezTo>
                <a:cubicBezTo>
                  <a:pt x="7951980" y="483554"/>
                  <a:pt x="7949270" y="482553"/>
                  <a:pt x="7946973" y="480550"/>
                </a:cubicBezTo>
                <a:cubicBezTo>
                  <a:pt x="7944675" y="478547"/>
                  <a:pt x="7943320" y="477428"/>
                  <a:pt x="7942908" y="477192"/>
                </a:cubicBezTo>
                <a:cubicBezTo>
                  <a:pt x="7942319" y="476839"/>
                  <a:pt x="7941641" y="476662"/>
                  <a:pt x="7940875" y="476662"/>
                </a:cubicBezTo>
                <a:cubicBezTo>
                  <a:pt x="7939167" y="476662"/>
                  <a:pt x="7937547" y="477310"/>
                  <a:pt x="7936015" y="478606"/>
                </a:cubicBezTo>
                <a:cubicBezTo>
                  <a:pt x="7933600" y="480609"/>
                  <a:pt x="7931774" y="483466"/>
                  <a:pt x="7930536" y="487177"/>
                </a:cubicBezTo>
                <a:cubicBezTo>
                  <a:pt x="7928651" y="492892"/>
                  <a:pt x="7927709" y="499195"/>
                  <a:pt x="7927709" y="506088"/>
                </a:cubicBezTo>
                <a:lnTo>
                  <a:pt x="7927709" y="525087"/>
                </a:lnTo>
                <a:lnTo>
                  <a:pt x="7927797" y="530035"/>
                </a:lnTo>
                <a:cubicBezTo>
                  <a:pt x="7927797" y="533393"/>
                  <a:pt x="7928003" y="535543"/>
                  <a:pt x="7928416" y="536486"/>
                </a:cubicBezTo>
                <a:cubicBezTo>
                  <a:pt x="7929123" y="538077"/>
                  <a:pt x="7930168" y="539240"/>
                  <a:pt x="7931553" y="539977"/>
                </a:cubicBezTo>
                <a:cubicBezTo>
                  <a:pt x="7932937" y="540713"/>
                  <a:pt x="7935279" y="541170"/>
                  <a:pt x="7938578" y="541346"/>
                </a:cubicBezTo>
                <a:lnTo>
                  <a:pt x="7938578" y="544528"/>
                </a:lnTo>
                <a:lnTo>
                  <a:pt x="7893953" y="544528"/>
                </a:lnTo>
                <a:lnTo>
                  <a:pt x="7893953" y="541346"/>
                </a:lnTo>
                <a:cubicBezTo>
                  <a:pt x="7897546" y="541052"/>
                  <a:pt x="7899976" y="540065"/>
                  <a:pt x="7901243" y="538386"/>
                </a:cubicBezTo>
                <a:cubicBezTo>
                  <a:pt x="7902509" y="536707"/>
                  <a:pt x="7903143" y="532274"/>
                  <a:pt x="7903143" y="525087"/>
                </a:cubicBezTo>
                <a:lnTo>
                  <a:pt x="7903143" y="479401"/>
                </a:lnTo>
                <a:cubicBezTo>
                  <a:pt x="7903143" y="474688"/>
                  <a:pt x="7902907" y="471684"/>
                  <a:pt x="7902436" y="470388"/>
                </a:cubicBezTo>
                <a:cubicBezTo>
                  <a:pt x="7901847" y="468738"/>
                  <a:pt x="7900993" y="467531"/>
                  <a:pt x="7899873" y="466765"/>
                </a:cubicBezTo>
                <a:cubicBezTo>
                  <a:pt x="7898754" y="465999"/>
                  <a:pt x="7896780" y="465469"/>
                  <a:pt x="7893953" y="465174"/>
                </a:cubicBezTo>
                <a:lnTo>
                  <a:pt x="7893953" y="461905"/>
                </a:lnTo>
                <a:lnTo>
                  <a:pt x="7927709" y="461905"/>
                </a:lnTo>
                <a:lnTo>
                  <a:pt x="7927709" y="480638"/>
                </a:lnTo>
                <a:cubicBezTo>
                  <a:pt x="7933187" y="472096"/>
                  <a:pt x="7937989" y="466426"/>
                  <a:pt x="7942113" y="463628"/>
                </a:cubicBezTo>
                <a:cubicBezTo>
                  <a:pt x="7946236" y="460829"/>
                  <a:pt x="7950213" y="459430"/>
                  <a:pt x="7954042" y="459430"/>
                </a:cubicBezTo>
                <a:close/>
                <a:moveTo>
                  <a:pt x="7839705" y="459430"/>
                </a:moveTo>
                <a:cubicBezTo>
                  <a:pt x="7847540" y="459430"/>
                  <a:pt x="7853740" y="461094"/>
                  <a:pt x="7858306" y="464423"/>
                </a:cubicBezTo>
                <a:cubicBezTo>
                  <a:pt x="7862872" y="467751"/>
                  <a:pt x="7865832" y="471360"/>
                  <a:pt x="7867187" y="475248"/>
                </a:cubicBezTo>
                <a:cubicBezTo>
                  <a:pt x="7868012" y="477722"/>
                  <a:pt x="7868424" y="483407"/>
                  <a:pt x="7868424" y="492303"/>
                </a:cubicBezTo>
                <a:lnTo>
                  <a:pt x="7868424" y="524380"/>
                </a:lnTo>
                <a:cubicBezTo>
                  <a:pt x="7868424" y="528150"/>
                  <a:pt x="7868571" y="530521"/>
                  <a:pt x="7868866" y="531493"/>
                </a:cubicBezTo>
                <a:cubicBezTo>
                  <a:pt x="7869160" y="532466"/>
                  <a:pt x="7869602" y="533187"/>
                  <a:pt x="7870191" y="533658"/>
                </a:cubicBezTo>
                <a:cubicBezTo>
                  <a:pt x="7870780" y="534130"/>
                  <a:pt x="7871458" y="534365"/>
                  <a:pt x="7872224" y="534365"/>
                </a:cubicBezTo>
                <a:cubicBezTo>
                  <a:pt x="7873756" y="534365"/>
                  <a:pt x="7875317" y="533276"/>
                  <a:pt x="7876907" y="531096"/>
                </a:cubicBezTo>
                <a:lnTo>
                  <a:pt x="7879558" y="533216"/>
                </a:lnTo>
                <a:cubicBezTo>
                  <a:pt x="7876613" y="537576"/>
                  <a:pt x="7873564" y="540742"/>
                  <a:pt x="7870412" y="542716"/>
                </a:cubicBezTo>
                <a:cubicBezTo>
                  <a:pt x="7867261" y="544690"/>
                  <a:pt x="7863682" y="545676"/>
                  <a:pt x="7859676" y="545676"/>
                </a:cubicBezTo>
                <a:cubicBezTo>
                  <a:pt x="7854963" y="545676"/>
                  <a:pt x="7851281" y="544572"/>
                  <a:pt x="7848630" y="542362"/>
                </a:cubicBezTo>
                <a:cubicBezTo>
                  <a:pt x="7845979" y="540153"/>
                  <a:pt x="7844359" y="536810"/>
                  <a:pt x="7843770" y="532333"/>
                </a:cubicBezTo>
                <a:cubicBezTo>
                  <a:pt x="7833696" y="541229"/>
                  <a:pt x="7824653" y="545676"/>
                  <a:pt x="7816641" y="545676"/>
                </a:cubicBezTo>
                <a:cubicBezTo>
                  <a:pt x="7811928" y="545676"/>
                  <a:pt x="7808011" y="544130"/>
                  <a:pt x="7804888" y="541037"/>
                </a:cubicBezTo>
                <a:cubicBezTo>
                  <a:pt x="7801766" y="537944"/>
                  <a:pt x="7800205" y="534071"/>
                  <a:pt x="7800205" y="529417"/>
                </a:cubicBezTo>
                <a:cubicBezTo>
                  <a:pt x="7800205" y="523113"/>
                  <a:pt x="7802915" y="517443"/>
                  <a:pt x="7808335" y="512406"/>
                </a:cubicBezTo>
                <a:cubicBezTo>
                  <a:pt x="7813755" y="507369"/>
                  <a:pt x="7825566" y="500668"/>
                  <a:pt x="7843770" y="492303"/>
                </a:cubicBezTo>
                <a:lnTo>
                  <a:pt x="7843770" y="483996"/>
                </a:lnTo>
                <a:cubicBezTo>
                  <a:pt x="7843770" y="477752"/>
                  <a:pt x="7843431" y="473819"/>
                  <a:pt x="7842753" y="472199"/>
                </a:cubicBezTo>
                <a:cubicBezTo>
                  <a:pt x="7842076" y="470579"/>
                  <a:pt x="7840795" y="469165"/>
                  <a:pt x="7838910" y="467958"/>
                </a:cubicBezTo>
                <a:cubicBezTo>
                  <a:pt x="7837024" y="466750"/>
                  <a:pt x="7834904" y="466146"/>
                  <a:pt x="7832547" y="466146"/>
                </a:cubicBezTo>
                <a:cubicBezTo>
                  <a:pt x="7828718" y="466146"/>
                  <a:pt x="7825566" y="467001"/>
                  <a:pt x="7823092" y="468709"/>
                </a:cubicBezTo>
                <a:cubicBezTo>
                  <a:pt x="7821560" y="469769"/>
                  <a:pt x="7820794" y="471006"/>
                  <a:pt x="7820794" y="472420"/>
                </a:cubicBezTo>
                <a:cubicBezTo>
                  <a:pt x="7820794" y="473657"/>
                  <a:pt x="7821619" y="475189"/>
                  <a:pt x="7823269" y="477015"/>
                </a:cubicBezTo>
                <a:cubicBezTo>
                  <a:pt x="7825507" y="479548"/>
                  <a:pt x="7826627" y="481993"/>
                  <a:pt x="7826627" y="484350"/>
                </a:cubicBezTo>
                <a:cubicBezTo>
                  <a:pt x="7826627" y="487237"/>
                  <a:pt x="7825552" y="489696"/>
                  <a:pt x="7823401" y="491728"/>
                </a:cubicBezTo>
                <a:cubicBezTo>
                  <a:pt x="7821251" y="493761"/>
                  <a:pt x="7818438" y="494777"/>
                  <a:pt x="7814962" y="494777"/>
                </a:cubicBezTo>
                <a:cubicBezTo>
                  <a:pt x="7811251" y="494777"/>
                  <a:pt x="7808143" y="493658"/>
                  <a:pt x="7805639" y="491419"/>
                </a:cubicBezTo>
                <a:cubicBezTo>
                  <a:pt x="7803136" y="489181"/>
                  <a:pt x="7801884" y="486559"/>
                  <a:pt x="7801884" y="483554"/>
                </a:cubicBezTo>
                <a:cubicBezTo>
                  <a:pt x="7801884" y="479313"/>
                  <a:pt x="7803563" y="475263"/>
                  <a:pt x="7806921" y="471404"/>
                </a:cubicBezTo>
                <a:cubicBezTo>
                  <a:pt x="7810279" y="467545"/>
                  <a:pt x="7814962" y="464585"/>
                  <a:pt x="7820971" y="462523"/>
                </a:cubicBezTo>
                <a:cubicBezTo>
                  <a:pt x="7826980" y="460461"/>
                  <a:pt x="7833225" y="459430"/>
                  <a:pt x="7839705" y="459430"/>
                </a:cubicBezTo>
                <a:close/>
                <a:moveTo>
                  <a:pt x="7691351" y="459430"/>
                </a:moveTo>
                <a:cubicBezTo>
                  <a:pt x="7696830" y="459430"/>
                  <a:pt x="7702485" y="460579"/>
                  <a:pt x="7708318" y="462876"/>
                </a:cubicBezTo>
                <a:lnTo>
                  <a:pt x="7736153" y="462876"/>
                </a:lnTo>
                <a:lnTo>
                  <a:pt x="7736153" y="472597"/>
                </a:lnTo>
                <a:lnTo>
                  <a:pt x="7720335" y="472597"/>
                </a:lnTo>
                <a:cubicBezTo>
                  <a:pt x="7723222" y="475484"/>
                  <a:pt x="7725225" y="478105"/>
                  <a:pt x="7726344" y="480462"/>
                </a:cubicBezTo>
                <a:cubicBezTo>
                  <a:pt x="7727758" y="483643"/>
                  <a:pt x="7728465" y="486971"/>
                  <a:pt x="7728465" y="490447"/>
                </a:cubicBezTo>
                <a:cubicBezTo>
                  <a:pt x="7728465" y="496338"/>
                  <a:pt x="7726830" y="501449"/>
                  <a:pt x="7723561" y="505779"/>
                </a:cubicBezTo>
                <a:cubicBezTo>
                  <a:pt x="7720291" y="510109"/>
                  <a:pt x="7715843" y="513496"/>
                  <a:pt x="7710217" y="515941"/>
                </a:cubicBezTo>
                <a:cubicBezTo>
                  <a:pt x="7704591" y="518386"/>
                  <a:pt x="7699599" y="519608"/>
                  <a:pt x="7695239" y="519608"/>
                </a:cubicBezTo>
                <a:cubicBezTo>
                  <a:pt x="7694886" y="519608"/>
                  <a:pt x="7691351" y="519461"/>
                  <a:pt x="7684635" y="519166"/>
                </a:cubicBezTo>
                <a:cubicBezTo>
                  <a:pt x="7681984" y="519166"/>
                  <a:pt x="7679760" y="520035"/>
                  <a:pt x="7677964" y="521773"/>
                </a:cubicBezTo>
                <a:cubicBezTo>
                  <a:pt x="7676167" y="523511"/>
                  <a:pt x="7675268" y="525588"/>
                  <a:pt x="7675268" y="528003"/>
                </a:cubicBezTo>
                <a:cubicBezTo>
                  <a:pt x="7675268" y="530124"/>
                  <a:pt x="7676078" y="531861"/>
                  <a:pt x="7677698" y="533216"/>
                </a:cubicBezTo>
                <a:cubicBezTo>
                  <a:pt x="7679318" y="534572"/>
                  <a:pt x="7681955" y="535249"/>
                  <a:pt x="7685607" y="535249"/>
                </a:cubicBezTo>
                <a:lnTo>
                  <a:pt x="7700895" y="535072"/>
                </a:lnTo>
                <a:cubicBezTo>
                  <a:pt x="7713266" y="535072"/>
                  <a:pt x="7721779" y="536427"/>
                  <a:pt x="7726433" y="539137"/>
                </a:cubicBezTo>
                <a:cubicBezTo>
                  <a:pt x="7733090" y="542907"/>
                  <a:pt x="7736418" y="548710"/>
                  <a:pt x="7736418" y="556545"/>
                </a:cubicBezTo>
                <a:cubicBezTo>
                  <a:pt x="7736418" y="561553"/>
                  <a:pt x="7734886" y="566104"/>
                  <a:pt x="7731823" y="570198"/>
                </a:cubicBezTo>
                <a:cubicBezTo>
                  <a:pt x="7728760" y="574292"/>
                  <a:pt x="7724724" y="577311"/>
                  <a:pt x="7719717" y="579256"/>
                </a:cubicBezTo>
                <a:cubicBezTo>
                  <a:pt x="7712117" y="582142"/>
                  <a:pt x="7703369" y="583585"/>
                  <a:pt x="7693472" y="583585"/>
                </a:cubicBezTo>
                <a:cubicBezTo>
                  <a:pt x="7686049" y="583585"/>
                  <a:pt x="7679274" y="582864"/>
                  <a:pt x="7673148" y="581421"/>
                </a:cubicBezTo>
                <a:cubicBezTo>
                  <a:pt x="7667021" y="579977"/>
                  <a:pt x="7662632" y="577974"/>
                  <a:pt x="7659981" y="575411"/>
                </a:cubicBezTo>
                <a:cubicBezTo>
                  <a:pt x="7657330" y="572849"/>
                  <a:pt x="7656004" y="570154"/>
                  <a:pt x="7656004" y="567326"/>
                </a:cubicBezTo>
                <a:cubicBezTo>
                  <a:pt x="7656004" y="564616"/>
                  <a:pt x="7657021" y="562186"/>
                  <a:pt x="7659053" y="560036"/>
                </a:cubicBezTo>
                <a:cubicBezTo>
                  <a:pt x="7661086" y="557886"/>
                  <a:pt x="7664871" y="556074"/>
                  <a:pt x="7670408" y="554601"/>
                </a:cubicBezTo>
                <a:cubicBezTo>
                  <a:pt x="7662750" y="550831"/>
                  <a:pt x="7658921" y="545588"/>
                  <a:pt x="7658921" y="538872"/>
                </a:cubicBezTo>
                <a:cubicBezTo>
                  <a:pt x="7658921" y="534807"/>
                  <a:pt x="7660482" y="530860"/>
                  <a:pt x="7663604" y="527031"/>
                </a:cubicBezTo>
                <a:cubicBezTo>
                  <a:pt x="7666726" y="523202"/>
                  <a:pt x="7671675" y="519873"/>
                  <a:pt x="7678450" y="517046"/>
                </a:cubicBezTo>
                <a:cubicBezTo>
                  <a:pt x="7670556" y="514159"/>
                  <a:pt x="7664841" y="510359"/>
                  <a:pt x="7661306" y="505646"/>
                </a:cubicBezTo>
                <a:cubicBezTo>
                  <a:pt x="7657772" y="500933"/>
                  <a:pt x="7656004" y="495484"/>
                  <a:pt x="7656004" y="489298"/>
                </a:cubicBezTo>
                <a:cubicBezTo>
                  <a:pt x="7656004" y="481227"/>
                  <a:pt x="7659303" y="474232"/>
                  <a:pt x="7665902" y="468311"/>
                </a:cubicBezTo>
                <a:cubicBezTo>
                  <a:pt x="7672500" y="462391"/>
                  <a:pt x="7680983" y="459430"/>
                  <a:pt x="7691351" y="459430"/>
                </a:cubicBezTo>
                <a:close/>
                <a:moveTo>
                  <a:pt x="7618546" y="459430"/>
                </a:moveTo>
                <a:cubicBezTo>
                  <a:pt x="7623907" y="459430"/>
                  <a:pt x="7628355" y="460918"/>
                  <a:pt x="7631890" y="463893"/>
                </a:cubicBezTo>
                <a:cubicBezTo>
                  <a:pt x="7635424" y="466868"/>
                  <a:pt x="7637781" y="470565"/>
                  <a:pt x="7638959" y="474983"/>
                </a:cubicBezTo>
                <a:cubicBezTo>
                  <a:pt x="7639902" y="478341"/>
                  <a:pt x="7640373" y="484792"/>
                  <a:pt x="7640373" y="494335"/>
                </a:cubicBezTo>
                <a:lnTo>
                  <a:pt x="7640373" y="526501"/>
                </a:lnTo>
                <a:cubicBezTo>
                  <a:pt x="7640373" y="532863"/>
                  <a:pt x="7640947" y="536825"/>
                  <a:pt x="7642096" y="538386"/>
                </a:cubicBezTo>
                <a:cubicBezTo>
                  <a:pt x="7643245" y="539947"/>
                  <a:pt x="7645645" y="540934"/>
                  <a:pt x="7649298" y="541346"/>
                </a:cubicBezTo>
                <a:lnTo>
                  <a:pt x="7649298" y="544528"/>
                </a:lnTo>
                <a:lnTo>
                  <a:pt x="7607500" y="544528"/>
                </a:lnTo>
                <a:lnTo>
                  <a:pt x="7607500" y="541346"/>
                </a:lnTo>
                <a:cubicBezTo>
                  <a:pt x="7610623" y="540934"/>
                  <a:pt x="7612861" y="539638"/>
                  <a:pt x="7614216" y="537458"/>
                </a:cubicBezTo>
                <a:cubicBezTo>
                  <a:pt x="7615159" y="535985"/>
                  <a:pt x="7615630" y="532333"/>
                  <a:pt x="7615630" y="526501"/>
                </a:cubicBezTo>
                <a:lnTo>
                  <a:pt x="7615630" y="489740"/>
                </a:lnTo>
                <a:cubicBezTo>
                  <a:pt x="7615630" y="482965"/>
                  <a:pt x="7615365" y="478694"/>
                  <a:pt x="7614835" y="476927"/>
                </a:cubicBezTo>
                <a:cubicBezTo>
                  <a:pt x="7614305" y="475160"/>
                  <a:pt x="7613406" y="473790"/>
                  <a:pt x="7612140" y="472818"/>
                </a:cubicBezTo>
                <a:cubicBezTo>
                  <a:pt x="7610873" y="471846"/>
                  <a:pt x="7609474" y="471360"/>
                  <a:pt x="7607942" y="471360"/>
                </a:cubicBezTo>
                <a:cubicBezTo>
                  <a:pt x="7602876" y="471360"/>
                  <a:pt x="7598163" y="474983"/>
                  <a:pt x="7593804" y="482229"/>
                </a:cubicBezTo>
                <a:lnTo>
                  <a:pt x="7593804" y="526501"/>
                </a:lnTo>
                <a:cubicBezTo>
                  <a:pt x="7593804" y="532686"/>
                  <a:pt x="7594378" y="536604"/>
                  <a:pt x="7595527" y="538253"/>
                </a:cubicBezTo>
                <a:cubicBezTo>
                  <a:pt x="7596676" y="539903"/>
                  <a:pt x="7598811" y="540934"/>
                  <a:pt x="7601933" y="541346"/>
                </a:cubicBezTo>
                <a:lnTo>
                  <a:pt x="7601933" y="544528"/>
                </a:lnTo>
                <a:lnTo>
                  <a:pt x="7560136" y="544528"/>
                </a:lnTo>
                <a:lnTo>
                  <a:pt x="7560136" y="541346"/>
                </a:lnTo>
                <a:cubicBezTo>
                  <a:pt x="7563612" y="540993"/>
                  <a:pt x="7566086" y="539873"/>
                  <a:pt x="7567559" y="537988"/>
                </a:cubicBezTo>
                <a:cubicBezTo>
                  <a:pt x="7568560" y="536692"/>
                  <a:pt x="7569061" y="532863"/>
                  <a:pt x="7569061" y="526501"/>
                </a:cubicBezTo>
                <a:lnTo>
                  <a:pt x="7569061" y="479843"/>
                </a:lnTo>
                <a:cubicBezTo>
                  <a:pt x="7569061" y="473598"/>
                  <a:pt x="7568487" y="469710"/>
                  <a:pt x="7567338" y="468179"/>
                </a:cubicBezTo>
                <a:cubicBezTo>
                  <a:pt x="7566189" y="466647"/>
                  <a:pt x="7563788" y="465645"/>
                  <a:pt x="7560136" y="465174"/>
                </a:cubicBezTo>
                <a:lnTo>
                  <a:pt x="7560136" y="461905"/>
                </a:lnTo>
                <a:lnTo>
                  <a:pt x="7593804" y="461905"/>
                </a:lnTo>
                <a:lnTo>
                  <a:pt x="7593804" y="472597"/>
                </a:lnTo>
                <a:cubicBezTo>
                  <a:pt x="7598045" y="468002"/>
                  <a:pt x="7602110" y="464659"/>
                  <a:pt x="7605998" y="462567"/>
                </a:cubicBezTo>
                <a:cubicBezTo>
                  <a:pt x="7609886" y="460476"/>
                  <a:pt x="7614069" y="459430"/>
                  <a:pt x="7618546" y="459430"/>
                </a:cubicBezTo>
                <a:close/>
                <a:moveTo>
                  <a:pt x="7429107" y="459430"/>
                </a:moveTo>
                <a:cubicBezTo>
                  <a:pt x="7434409" y="459430"/>
                  <a:pt x="7438857" y="460667"/>
                  <a:pt x="7442450" y="463142"/>
                </a:cubicBezTo>
                <a:cubicBezTo>
                  <a:pt x="7446044" y="465616"/>
                  <a:pt x="7448812" y="469386"/>
                  <a:pt x="7450757" y="474453"/>
                </a:cubicBezTo>
                <a:cubicBezTo>
                  <a:pt x="7455469" y="469151"/>
                  <a:pt x="7459991" y="465322"/>
                  <a:pt x="7464321" y="462965"/>
                </a:cubicBezTo>
                <a:cubicBezTo>
                  <a:pt x="7468651" y="460609"/>
                  <a:pt x="7473172" y="459430"/>
                  <a:pt x="7477885" y="459430"/>
                </a:cubicBezTo>
                <a:cubicBezTo>
                  <a:pt x="7483599" y="459430"/>
                  <a:pt x="7488150" y="460741"/>
                  <a:pt x="7491538" y="463363"/>
                </a:cubicBezTo>
                <a:cubicBezTo>
                  <a:pt x="7494925" y="465984"/>
                  <a:pt x="7497282" y="469313"/>
                  <a:pt x="7498607" y="473348"/>
                </a:cubicBezTo>
                <a:cubicBezTo>
                  <a:pt x="7499933" y="477384"/>
                  <a:pt x="7500595" y="483819"/>
                  <a:pt x="7500595" y="492656"/>
                </a:cubicBezTo>
                <a:lnTo>
                  <a:pt x="7500595" y="526501"/>
                </a:lnTo>
                <a:cubicBezTo>
                  <a:pt x="7500595" y="532863"/>
                  <a:pt x="7501170" y="536810"/>
                  <a:pt x="7502318" y="538342"/>
                </a:cubicBezTo>
                <a:cubicBezTo>
                  <a:pt x="7503467" y="539873"/>
                  <a:pt x="7505868" y="540875"/>
                  <a:pt x="7509520" y="541346"/>
                </a:cubicBezTo>
                <a:lnTo>
                  <a:pt x="7509520" y="544528"/>
                </a:lnTo>
                <a:lnTo>
                  <a:pt x="7466839" y="544528"/>
                </a:lnTo>
                <a:lnTo>
                  <a:pt x="7466839" y="541346"/>
                </a:lnTo>
                <a:cubicBezTo>
                  <a:pt x="7470197" y="541052"/>
                  <a:pt x="7472671" y="539756"/>
                  <a:pt x="7474262" y="537458"/>
                </a:cubicBezTo>
                <a:cubicBezTo>
                  <a:pt x="7475323" y="535867"/>
                  <a:pt x="7475853" y="532215"/>
                  <a:pt x="7475853" y="526501"/>
                </a:cubicBezTo>
                <a:lnTo>
                  <a:pt x="7475853" y="490977"/>
                </a:lnTo>
                <a:cubicBezTo>
                  <a:pt x="7475853" y="483614"/>
                  <a:pt x="7475558" y="478930"/>
                  <a:pt x="7474969" y="476927"/>
                </a:cubicBezTo>
                <a:cubicBezTo>
                  <a:pt x="7474380" y="474924"/>
                  <a:pt x="7473452" y="473436"/>
                  <a:pt x="7472186" y="472464"/>
                </a:cubicBezTo>
                <a:cubicBezTo>
                  <a:pt x="7470919" y="471492"/>
                  <a:pt x="7469431" y="471006"/>
                  <a:pt x="7467723" y="471006"/>
                </a:cubicBezTo>
                <a:cubicBezTo>
                  <a:pt x="7465190" y="471006"/>
                  <a:pt x="7462627" y="471934"/>
                  <a:pt x="7460035" y="473790"/>
                </a:cubicBezTo>
                <a:cubicBezTo>
                  <a:pt x="7457443" y="475645"/>
                  <a:pt x="7454821" y="478429"/>
                  <a:pt x="7452170" y="482141"/>
                </a:cubicBezTo>
                <a:lnTo>
                  <a:pt x="7452170" y="526501"/>
                </a:lnTo>
                <a:cubicBezTo>
                  <a:pt x="7452170" y="532451"/>
                  <a:pt x="7452671" y="536192"/>
                  <a:pt x="7453673" y="537723"/>
                </a:cubicBezTo>
                <a:cubicBezTo>
                  <a:pt x="7455028" y="539903"/>
                  <a:pt x="7457620" y="541111"/>
                  <a:pt x="7461449" y="541346"/>
                </a:cubicBezTo>
                <a:lnTo>
                  <a:pt x="7461449" y="544528"/>
                </a:lnTo>
                <a:lnTo>
                  <a:pt x="7418679" y="544528"/>
                </a:lnTo>
                <a:lnTo>
                  <a:pt x="7418679" y="541346"/>
                </a:lnTo>
                <a:cubicBezTo>
                  <a:pt x="7420977" y="541229"/>
                  <a:pt x="7422789" y="540654"/>
                  <a:pt x="7424114" y="539623"/>
                </a:cubicBezTo>
                <a:cubicBezTo>
                  <a:pt x="7425439" y="538592"/>
                  <a:pt x="7426323" y="537355"/>
                  <a:pt x="7426765" y="535912"/>
                </a:cubicBezTo>
                <a:cubicBezTo>
                  <a:pt x="7427207" y="534468"/>
                  <a:pt x="7427428" y="531332"/>
                  <a:pt x="7427428" y="526501"/>
                </a:cubicBezTo>
                <a:lnTo>
                  <a:pt x="7427428" y="490977"/>
                </a:lnTo>
                <a:cubicBezTo>
                  <a:pt x="7427428" y="483496"/>
                  <a:pt x="7427133" y="478812"/>
                  <a:pt x="7426544" y="476927"/>
                </a:cubicBezTo>
                <a:cubicBezTo>
                  <a:pt x="7425955" y="475042"/>
                  <a:pt x="7424968" y="473569"/>
                  <a:pt x="7423584" y="472509"/>
                </a:cubicBezTo>
                <a:cubicBezTo>
                  <a:pt x="7422199" y="471448"/>
                  <a:pt x="7420712" y="470918"/>
                  <a:pt x="7419121" y="470918"/>
                </a:cubicBezTo>
                <a:cubicBezTo>
                  <a:pt x="7416765" y="470918"/>
                  <a:pt x="7414615" y="471537"/>
                  <a:pt x="7412670" y="472774"/>
                </a:cubicBezTo>
                <a:cubicBezTo>
                  <a:pt x="7409902" y="474600"/>
                  <a:pt x="7406956" y="477722"/>
                  <a:pt x="7403834" y="482141"/>
                </a:cubicBezTo>
                <a:lnTo>
                  <a:pt x="7403834" y="526501"/>
                </a:lnTo>
                <a:cubicBezTo>
                  <a:pt x="7403834" y="532333"/>
                  <a:pt x="7404408" y="536177"/>
                  <a:pt x="7405557" y="538033"/>
                </a:cubicBezTo>
                <a:cubicBezTo>
                  <a:pt x="7406706" y="539888"/>
                  <a:pt x="7409106" y="540993"/>
                  <a:pt x="7412759" y="541346"/>
                </a:cubicBezTo>
                <a:lnTo>
                  <a:pt x="7412759" y="544528"/>
                </a:lnTo>
                <a:lnTo>
                  <a:pt x="7370166" y="544528"/>
                </a:lnTo>
                <a:lnTo>
                  <a:pt x="7370166" y="541346"/>
                </a:lnTo>
                <a:cubicBezTo>
                  <a:pt x="7373642" y="540993"/>
                  <a:pt x="7376116" y="539873"/>
                  <a:pt x="7377589" y="537988"/>
                </a:cubicBezTo>
                <a:cubicBezTo>
                  <a:pt x="7378590" y="536692"/>
                  <a:pt x="7379091" y="532863"/>
                  <a:pt x="7379091" y="526501"/>
                </a:cubicBezTo>
                <a:lnTo>
                  <a:pt x="7379091" y="479843"/>
                </a:lnTo>
                <a:cubicBezTo>
                  <a:pt x="7379091" y="473598"/>
                  <a:pt x="7378517" y="469710"/>
                  <a:pt x="7377368" y="468179"/>
                </a:cubicBezTo>
                <a:cubicBezTo>
                  <a:pt x="7376219" y="466647"/>
                  <a:pt x="7373819" y="465645"/>
                  <a:pt x="7370166" y="465174"/>
                </a:cubicBezTo>
                <a:lnTo>
                  <a:pt x="7370166" y="461905"/>
                </a:lnTo>
                <a:lnTo>
                  <a:pt x="7403834" y="461905"/>
                </a:lnTo>
                <a:lnTo>
                  <a:pt x="7403834" y="472774"/>
                </a:lnTo>
                <a:cubicBezTo>
                  <a:pt x="7408370" y="467825"/>
                  <a:pt x="7412567" y="464364"/>
                  <a:pt x="7416426" y="462391"/>
                </a:cubicBezTo>
                <a:cubicBezTo>
                  <a:pt x="7420285" y="460417"/>
                  <a:pt x="7424512" y="459430"/>
                  <a:pt x="7429107" y="459430"/>
                </a:cubicBezTo>
                <a:close/>
                <a:moveTo>
                  <a:pt x="7353967" y="459430"/>
                </a:moveTo>
                <a:cubicBezTo>
                  <a:pt x="7357266" y="459430"/>
                  <a:pt x="7359902" y="460447"/>
                  <a:pt x="7361876" y="462479"/>
                </a:cubicBezTo>
                <a:cubicBezTo>
                  <a:pt x="7363849" y="464512"/>
                  <a:pt x="7364836" y="467384"/>
                  <a:pt x="7364836" y="471095"/>
                </a:cubicBezTo>
                <a:cubicBezTo>
                  <a:pt x="7364836" y="475042"/>
                  <a:pt x="7363879" y="478105"/>
                  <a:pt x="7361964" y="480285"/>
                </a:cubicBezTo>
                <a:cubicBezTo>
                  <a:pt x="7360050" y="482464"/>
                  <a:pt x="7357737" y="483554"/>
                  <a:pt x="7355027" y="483554"/>
                </a:cubicBezTo>
                <a:cubicBezTo>
                  <a:pt x="7351905" y="483554"/>
                  <a:pt x="7349195" y="482553"/>
                  <a:pt x="7346898" y="480550"/>
                </a:cubicBezTo>
                <a:cubicBezTo>
                  <a:pt x="7344600" y="478547"/>
                  <a:pt x="7343245" y="477428"/>
                  <a:pt x="7342833" y="477192"/>
                </a:cubicBezTo>
                <a:cubicBezTo>
                  <a:pt x="7342244" y="476839"/>
                  <a:pt x="7341566" y="476662"/>
                  <a:pt x="7340800" y="476662"/>
                </a:cubicBezTo>
                <a:cubicBezTo>
                  <a:pt x="7339092" y="476662"/>
                  <a:pt x="7337472" y="477310"/>
                  <a:pt x="7335940" y="478606"/>
                </a:cubicBezTo>
                <a:cubicBezTo>
                  <a:pt x="7333525" y="480609"/>
                  <a:pt x="7331699" y="483466"/>
                  <a:pt x="7330462" y="487177"/>
                </a:cubicBezTo>
                <a:cubicBezTo>
                  <a:pt x="7328576" y="492892"/>
                  <a:pt x="7327634" y="499195"/>
                  <a:pt x="7327634" y="506088"/>
                </a:cubicBezTo>
                <a:lnTo>
                  <a:pt x="7327634" y="525087"/>
                </a:lnTo>
                <a:lnTo>
                  <a:pt x="7327722" y="530035"/>
                </a:lnTo>
                <a:cubicBezTo>
                  <a:pt x="7327722" y="533393"/>
                  <a:pt x="7327928" y="535543"/>
                  <a:pt x="7328341" y="536486"/>
                </a:cubicBezTo>
                <a:cubicBezTo>
                  <a:pt x="7329048" y="538077"/>
                  <a:pt x="7330093" y="539240"/>
                  <a:pt x="7331478" y="539977"/>
                </a:cubicBezTo>
                <a:cubicBezTo>
                  <a:pt x="7332862" y="540713"/>
                  <a:pt x="7335204" y="541170"/>
                  <a:pt x="7338503" y="541346"/>
                </a:cubicBezTo>
                <a:lnTo>
                  <a:pt x="7338503" y="544528"/>
                </a:lnTo>
                <a:lnTo>
                  <a:pt x="7293878" y="544528"/>
                </a:lnTo>
                <a:lnTo>
                  <a:pt x="7293878" y="541346"/>
                </a:lnTo>
                <a:cubicBezTo>
                  <a:pt x="7297471" y="541052"/>
                  <a:pt x="7299901" y="540065"/>
                  <a:pt x="7301168" y="538386"/>
                </a:cubicBezTo>
                <a:cubicBezTo>
                  <a:pt x="7302435" y="536707"/>
                  <a:pt x="7303068" y="532274"/>
                  <a:pt x="7303068" y="525087"/>
                </a:cubicBezTo>
                <a:lnTo>
                  <a:pt x="7303068" y="479401"/>
                </a:lnTo>
                <a:cubicBezTo>
                  <a:pt x="7303068" y="474688"/>
                  <a:pt x="7302832" y="471684"/>
                  <a:pt x="7302361" y="470388"/>
                </a:cubicBezTo>
                <a:cubicBezTo>
                  <a:pt x="7301772" y="468738"/>
                  <a:pt x="7300918" y="467531"/>
                  <a:pt x="7299798" y="466765"/>
                </a:cubicBezTo>
                <a:cubicBezTo>
                  <a:pt x="7298679" y="465999"/>
                  <a:pt x="7296705" y="465469"/>
                  <a:pt x="7293878" y="465174"/>
                </a:cubicBezTo>
                <a:lnTo>
                  <a:pt x="7293878" y="461905"/>
                </a:lnTo>
                <a:lnTo>
                  <a:pt x="7327634" y="461905"/>
                </a:lnTo>
                <a:lnTo>
                  <a:pt x="7327634" y="480638"/>
                </a:lnTo>
                <a:cubicBezTo>
                  <a:pt x="7333113" y="472096"/>
                  <a:pt x="7337914" y="466426"/>
                  <a:pt x="7342038" y="463628"/>
                </a:cubicBezTo>
                <a:cubicBezTo>
                  <a:pt x="7346161" y="460829"/>
                  <a:pt x="7350138" y="459430"/>
                  <a:pt x="7353967" y="459430"/>
                </a:cubicBezTo>
                <a:close/>
                <a:moveTo>
                  <a:pt x="7237067" y="459430"/>
                </a:moveTo>
                <a:cubicBezTo>
                  <a:pt x="7244254" y="459430"/>
                  <a:pt x="7250941" y="461286"/>
                  <a:pt x="7257126" y="464997"/>
                </a:cubicBezTo>
                <a:cubicBezTo>
                  <a:pt x="7263312" y="468709"/>
                  <a:pt x="7268010" y="473981"/>
                  <a:pt x="7271221" y="480815"/>
                </a:cubicBezTo>
                <a:cubicBezTo>
                  <a:pt x="7274432" y="487649"/>
                  <a:pt x="7276037" y="495131"/>
                  <a:pt x="7276037" y="503260"/>
                </a:cubicBezTo>
                <a:cubicBezTo>
                  <a:pt x="7276037" y="514984"/>
                  <a:pt x="7273062" y="524792"/>
                  <a:pt x="7267112" y="532686"/>
                </a:cubicBezTo>
                <a:cubicBezTo>
                  <a:pt x="7259925" y="542230"/>
                  <a:pt x="7249998" y="547002"/>
                  <a:pt x="7237332" y="547002"/>
                </a:cubicBezTo>
                <a:cubicBezTo>
                  <a:pt x="7224902" y="547002"/>
                  <a:pt x="7215329" y="542642"/>
                  <a:pt x="7208613" y="533923"/>
                </a:cubicBezTo>
                <a:cubicBezTo>
                  <a:pt x="7201897" y="525205"/>
                  <a:pt x="7198539" y="515102"/>
                  <a:pt x="7198539" y="503614"/>
                </a:cubicBezTo>
                <a:cubicBezTo>
                  <a:pt x="7198539" y="491773"/>
                  <a:pt x="7201971" y="481448"/>
                  <a:pt x="7208834" y="472641"/>
                </a:cubicBezTo>
                <a:cubicBezTo>
                  <a:pt x="7215697" y="463834"/>
                  <a:pt x="7225108" y="459430"/>
                  <a:pt x="7237067" y="459430"/>
                </a:cubicBezTo>
                <a:close/>
                <a:moveTo>
                  <a:pt x="7125367" y="459430"/>
                </a:moveTo>
                <a:cubicBezTo>
                  <a:pt x="7128666" y="459430"/>
                  <a:pt x="7131302" y="460447"/>
                  <a:pt x="7133276" y="462479"/>
                </a:cubicBezTo>
                <a:cubicBezTo>
                  <a:pt x="7135249" y="464512"/>
                  <a:pt x="7136236" y="467384"/>
                  <a:pt x="7136236" y="471095"/>
                </a:cubicBezTo>
                <a:cubicBezTo>
                  <a:pt x="7136236" y="475042"/>
                  <a:pt x="7135279" y="478105"/>
                  <a:pt x="7133364" y="480285"/>
                </a:cubicBezTo>
                <a:cubicBezTo>
                  <a:pt x="7131450" y="482464"/>
                  <a:pt x="7129137" y="483554"/>
                  <a:pt x="7126428" y="483554"/>
                </a:cubicBezTo>
                <a:cubicBezTo>
                  <a:pt x="7123305" y="483554"/>
                  <a:pt x="7120595" y="482553"/>
                  <a:pt x="7118298" y="480550"/>
                </a:cubicBezTo>
                <a:cubicBezTo>
                  <a:pt x="7116000" y="478547"/>
                  <a:pt x="7114645" y="477428"/>
                  <a:pt x="7114233" y="477192"/>
                </a:cubicBezTo>
                <a:cubicBezTo>
                  <a:pt x="7113644" y="476839"/>
                  <a:pt x="7112966" y="476662"/>
                  <a:pt x="7112200" y="476662"/>
                </a:cubicBezTo>
                <a:cubicBezTo>
                  <a:pt x="7110492" y="476662"/>
                  <a:pt x="7108872" y="477310"/>
                  <a:pt x="7107340" y="478606"/>
                </a:cubicBezTo>
                <a:cubicBezTo>
                  <a:pt x="7104925" y="480609"/>
                  <a:pt x="7103099" y="483466"/>
                  <a:pt x="7101862" y="487177"/>
                </a:cubicBezTo>
                <a:cubicBezTo>
                  <a:pt x="7099976" y="492892"/>
                  <a:pt x="7099034" y="499195"/>
                  <a:pt x="7099034" y="506088"/>
                </a:cubicBezTo>
                <a:lnTo>
                  <a:pt x="7099034" y="525087"/>
                </a:lnTo>
                <a:lnTo>
                  <a:pt x="7099122" y="530035"/>
                </a:lnTo>
                <a:cubicBezTo>
                  <a:pt x="7099122" y="533393"/>
                  <a:pt x="7099328" y="535543"/>
                  <a:pt x="7099741" y="536486"/>
                </a:cubicBezTo>
                <a:cubicBezTo>
                  <a:pt x="7100448" y="538077"/>
                  <a:pt x="7101493" y="539240"/>
                  <a:pt x="7102878" y="539977"/>
                </a:cubicBezTo>
                <a:cubicBezTo>
                  <a:pt x="7104262" y="540713"/>
                  <a:pt x="7106604" y="541170"/>
                  <a:pt x="7109903" y="541346"/>
                </a:cubicBezTo>
                <a:lnTo>
                  <a:pt x="7109903" y="544528"/>
                </a:lnTo>
                <a:lnTo>
                  <a:pt x="7065278" y="544528"/>
                </a:lnTo>
                <a:lnTo>
                  <a:pt x="7065278" y="541346"/>
                </a:lnTo>
                <a:cubicBezTo>
                  <a:pt x="7068871" y="541052"/>
                  <a:pt x="7071301" y="540065"/>
                  <a:pt x="7072568" y="538386"/>
                </a:cubicBezTo>
                <a:cubicBezTo>
                  <a:pt x="7073835" y="536707"/>
                  <a:pt x="7074468" y="532274"/>
                  <a:pt x="7074468" y="525087"/>
                </a:cubicBezTo>
                <a:lnTo>
                  <a:pt x="7074468" y="479401"/>
                </a:lnTo>
                <a:cubicBezTo>
                  <a:pt x="7074468" y="474688"/>
                  <a:pt x="7074232" y="471684"/>
                  <a:pt x="7073761" y="470388"/>
                </a:cubicBezTo>
                <a:cubicBezTo>
                  <a:pt x="7073172" y="468738"/>
                  <a:pt x="7072318" y="467531"/>
                  <a:pt x="7071198" y="466765"/>
                </a:cubicBezTo>
                <a:cubicBezTo>
                  <a:pt x="7070079" y="465999"/>
                  <a:pt x="7068105" y="465469"/>
                  <a:pt x="7065278" y="465174"/>
                </a:cubicBezTo>
                <a:lnTo>
                  <a:pt x="7065278" y="461905"/>
                </a:lnTo>
                <a:lnTo>
                  <a:pt x="7099034" y="461905"/>
                </a:lnTo>
                <a:lnTo>
                  <a:pt x="7099034" y="480638"/>
                </a:lnTo>
                <a:cubicBezTo>
                  <a:pt x="7104513" y="472096"/>
                  <a:pt x="7109314" y="466426"/>
                  <a:pt x="7113438" y="463628"/>
                </a:cubicBezTo>
                <a:cubicBezTo>
                  <a:pt x="7117561" y="460829"/>
                  <a:pt x="7121538" y="459430"/>
                  <a:pt x="7125367" y="459430"/>
                </a:cubicBezTo>
                <a:close/>
                <a:moveTo>
                  <a:pt x="7017285" y="459430"/>
                </a:moveTo>
                <a:cubicBezTo>
                  <a:pt x="7025651" y="459430"/>
                  <a:pt x="7032912" y="462862"/>
                  <a:pt x="7039068" y="469725"/>
                </a:cubicBezTo>
                <a:cubicBezTo>
                  <a:pt x="7045224" y="476588"/>
                  <a:pt x="7048538" y="486765"/>
                  <a:pt x="7049009" y="500256"/>
                </a:cubicBezTo>
                <a:lnTo>
                  <a:pt x="7003677" y="500256"/>
                </a:lnTo>
                <a:cubicBezTo>
                  <a:pt x="7004207" y="511213"/>
                  <a:pt x="7007123" y="519873"/>
                  <a:pt x="7012425" y="526236"/>
                </a:cubicBezTo>
                <a:cubicBezTo>
                  <a:pt x="7016490" y="531125"/>
                  <a:pt x="7021380" y="533570"/>
                  <a:pt x="7027094" y="533570"/>
                </a:cubicBezTo>
                <a:cubicBezTo>
                  <a:pt x="7030629" y="533570"/>
                  <a:pt x="7033839" y="532583"/>
                  <a:pt x="7036726" y="530610"/>
                </a:cubicBezTo>
                <a:cubicBezTo>
                  <a:pt x="7039613" y="528636"/>
                  <a:pt x="7042706" y="525087"/>
                  <a:pt x="7046005" y="519962"/>
                </a:cubicBezTo>
                <a:lnTo>
                  <a:pt x="7049009" y="521906"/>
                </a:lnTo>
                <a:cubicBezTo>
                  <a:pt x="7044532" y="531037"/>
                  <a:pt x="7039583" y="537502"/>
                  <a:pt x="7034163" y="541302"/>
                </a:cubicBezTo>
                <a:cubicBezTo>
                  <a:pt x="7028744" y="545102"/>
                  <a:pt x="7022470" y="547002"/>
                  <a:pt x="7015341" y="547002"/>
                </a:cubicBezTo>
                <a:cubicBezTo>
                  <a:pt x="7003088" y="547002"/>
                  <a:pt x="6993809" y="542289"/>
                  <a:pt x="6987506" y="532863"/>
                </a:cubicBezTo>
                <a:cubicBezTo>
                  <a:pt x="6982439" y="525264"/>
                  <a:pt x="6979906" y="515838"/>
                  <a:pt x="6979906" y="504586"/>
                </a:cubicBezTo>
                <a:cubicBezTo>
                  <a:pt x="6979906" y="490800"/>
                  <a:pt x="6983632" y="479828"/>
                  <a:pt x="6991085" y="471669"/>
                </a:cubicBezTo>
                <a:cubicBezTo>
                  <a:pt x="6998537" y="463510"/>
                  <a:pt x="7007270" y="459430"/>
                  <a:pt x="7017285" y="459430"/>
                </a:cubicBezTo>
                <a:close/>
                <a:moveTo>
                  <a:pt x="6938648" y="459430"/>
                </a:moveTo>
                <a:cubicBezTo>
                  <a:pt x="6944716" y="459430"/>
                  <a:pt x="6950239" y="461345"/>
                  <a:pt x="6955217" y="465174"/>
                </a:cubicBezTo>
                <a:cubicBezTo>
                  <a:pt x="6960195" y="469003"/>
                  <a:pt x="6963980" y="474291"/>
                  <a:pt x="6966572" y="481036"/>
                </a:cubicBezTo>
                <a:cubicBezTo>
                  <a:pt x="6969164" y="487782"/>
                  <a:pt x="6970460" y="495042"/>
                  <a:pt x="6970460" y="502818"/>
                </a:cubicBezTo>
                <a:cubicBezTo>
                  <a:pt x="6970460" y="511184"/>
                  <a:pt x="6969120" y="518827"/>
                  <a:pt x="6966440" y="525749"/>
                </a:cubicBezTo>
                <a:cubicBezTo>
                  <a:pt x="6963759" y="532671"/>
                  <a:pt x="6959871" y="537944"/>
                  <a:pt x="6954775" y="541567"/>
                </a:cubicBezTo>
                <a:cubicBezTo>
                  <a:pt x="6949679" y="545190"/>
                  <a:pt x="6944009" y="547002"/>
                  <a:pt x="6937765" y="547002"/>
                </a:cubicBezTo>
                <a:cubicBezTo>
                  <a:pt x="6933228" y="547002"/>
                  <a:pt x="6928987" y="546000"/>
                  <a:pt x="6925040" y="543997"/>
                </a:cubicBezTo>
                <a:cubicBezTo>
                  <a:pt x="6922094" y="542466"/>
                  <a:pt x="6919001" y="539844"/>
                  <a:pt x="6915761" y="536132"/>
                </a:cubicBezTo>
                <a:lnTo>
                  <a:pt x="6915761" y="566884"/>
                </a:lnTo>
                <a:cubicBezTo>
                  <a:pt x="6915761" y="571126"/>
                  <a:pt x="6916100" y="574012"/>
                  <a:pt x="6916778" y="575544"/>
                </a:cubicBezTo>
                <a:cubicBezTo>
                  <a:pt x="6917455" y="577076"/>
                  <a:pt x="6918501" y="578195"/>
                  <a:pt x="6919915" y="578902"/>
                </a:cubicBezTo>
                <a:cubicBezTo>
                  <a:pt x="6921328" y="579609"/>
                  <a:pt x="6924097" y="579962"/>
                  <a:pt x="6928221" y="579962"/>
                </a:cubicBezTo>
                <a:lnTo>
                  <a:pt x="6928221" y="583232"/>
                </a:lnTo>
                <a:lnTo>
                  <a:pt x="6881122" y="583232"/>
                </a:lnTo>
                <a:lnTo>
                  <a:pt x="6881122" y="579962"/>
                </a:lnTo>
                <a:cubicBezTo>
                  <a:pt x="6884774" y="579845"/>
                  <a:pt x="6887484" y="578814"/>
                  <a:pt x="6889251" y="576870"/>
                </a:cubicBezTo>
                <a:cubicBezTo>
                  <a:pt x="6890430" y="575515"/>
                  <a:pt x="6891019" y="572010"/>
                  <a:pt x="6891019" y="566354"/>
                </a:cubicBezTo>
                <a:lnTo>
                  <a:pt x="6891019" y="479136"/>
                </a:lnTo>
                <a:cubicBezTo>
                  <a:pt x="6891019" y="473304"/>
                  <a:pt x="6890341" y="469578"/>
                  <a:pt x="6888986" y="467958"/>
                </a:cubicBezTo>
                <a:cubicBezTo>
                  <a:pt x="6887631" y="466338"/>
                  <a:pt x="6885010" y="465410"/>
                  <a:pt x="6881122" y="465174"/>
                </a:cubicBezTo>
                <a:lnTo>
                  <a:pt x="6881122" y="461905"/>
                </a:lnTo>
                <a:lnTo>
                  <a:pt x="6915761" y="461905"/>
                </a:lnTo>
                <a:lnTo>
                  <a:pt x="6915761" y="472774"/>
                </a:lnTo>
                <a:cubicBezTo>
                  <a:pt x="6918648" y="468532"/>
                  <a:pt x="6921594" y="465469"/>
                  <a:pt x="6924598" y="463583"/>
                </a:cubicBezTo>
                <a:cubicBezTo>
                  <a:pt x="6928898" y="460815"/>
                  <a:pt x="6933582" y="459430"/>
                  <a:pt x="6938648" y="459430"/>
                </a:cubicBezTo>
                <a:close/>
                <a:moveTo>
                  <a:pt x="8180465" y="431683"/>
                </a:moveTo>
                <a:lnTo>
                  <a:pt x="8183381" y="431683"/>
                </a:lnTo>
                <a:lnTo>
                  <a:pt x="8183381" y="461905"/>
                </a:lnTo>
                <a:lnTo>
                  <a:pt x="8202999" y="461905"/>
                </a:lnTo>
                <a:lnTo>
                  <a:pt x="8202999" y="470653"/>
                </a:lnTo>
                <a:lnTo>
                  <a:pt x="8183381" y="470653"/>
                </a:lnTo>
                <a:lnTo>
                  <a:pt x="8183381" y="521641"/>
                </a:lnTo>
                <a:cubicBezTo>
                  <a:pt x="8183381" y="526412"/>
                  <a:pt x="8183602" y="529490"/>
                  <a:pt x="8184044" y="530875"/>
                </a:cubicBezTo>
                <a:cubicBezTo>
                  <a:pt x="8184486" y="532259"/>
                  <a:pt x="8185267" y="533378"/>
                  <a:pt x="8186386" y="534233"/>
                </a:cubicBezTo>
                <a:cubicBezTo>
                  <a:pt x="8187505" y="535087"/>
                  <a:pt x="8188536" y="535514"/>
                  <a:pt x="8189479" y="535514"/>
                </a:cubicBezTo>
                <a:cubicBezTo>
                  <a:pt x="8193308" y="535514"/>
                  <a:pt x="8196931" y="532598"/>
                  <a:pt x="8200348" y="526766"/>
                </a:cubicBezTo>
                <a:lnTo>
                  <a:pt x="8202999" y="528710"/>
                </a:lnTo>
                <a:cubicBezTo>
                  <a:pt x="8198227" y="540021"/>
                  <a:pt x="8190480" y="545676"/>
                  <a:pt x="8179758" y="545676"/>
                </a:cubicBezTo>
                <a:cubicBezTo>
                  <a:pt x="8174515" y="545676"/>
                  <a:pt x="8170082" y="544218"/>
                  <a:pt x="8166459" y="541302"/>
                </a:cubicBezTo>
                <a:cubicBezTo>
                  <a:pt x="8162836" y="538386"/>
                  <a:pt x="8160524" y="535131"/>
                  <a:pt x="8159523" y="531538"/>
                </a:cubicBezTo>
                <a:cubicBezTo>
                  <a:pt x="8158933" y="529535"/>
                  <a:pt x="8158639" y="524115"/>
                  <a:pt x="8158639" y="515278"/>
                </a:cubicBezTo>
                <a:lnTo>
                  <a:pt x="8158639" y="470653"/>
                </a:lnTo>
                <a:lnTo>
                  <a:pt x="8147858" y="470653"/>
                </a:lnTo>
                <a:lnTo>
                  <a:pt x="8147858" y="467560"/>
                </a:lnTo>
                <a:cubicBezTo>
                  <a:pt x="8155281" y="462317"/>
                  <a:pt x="8161599" y="456809"/>
                  <a:pt x="8166813" y="451036"/>
                </a:cubicBezTo>
                <a:cubicBezTo>
                  <a:pt x="8172026" y="445262"/>
                  <a:pt x="8176577" y="438812"/>
                  <a:pt x="8180465" y="431683"/>
                </a:cubicBezTo>
                <a:close/>
                <a:moveTo>
                  <a:pt x="7999490" y="431683"/>
                </a:moveTo>
                <a:lnTo>
                  <a:pt x="8002407" y="431683"/>
                </a:lnTo>
                <a:lnTo>
                  <a:pt x="8002407" y="461905"/>
                </a:lnTo>
                <a:lnTo>
                  <a:pt x="8022024" y="461905"/>
                </a:lnTo>
                <a:lnTo>
                  <a:pt x="8022024" y="470653"/>
                </a:lnTo>
                <a:lnTo>
                  <a:pt x="8002407" y="470653"/>
                </a:lnTo>
                <a:lnTo>
                  <a:pt x="8002407" y="521641"/>
                </a:lnTo>
                <a:cubicBezTo>
                  <a:pt x="8002407" y="526412"/>
                  <a:pt x="8002627" y="529490"/>
                  <a:pt x="8003069" y="530875"/>
                </a:cubicBezTo>
                <a:cubicBezTo>
                  <a:pt x="8003511" y="532259"/>
                  <a:pt x="8004292" y="533378"/>
                  <a:pt x="8005411" y="534233"/>
                </a:cubicBezTo>
                <a:cubicBezTo>
                  <a:pt x="8006530" y="535087"/>
                  <a:pt x="8007561" y="535514"/>
                  <a:pt x="8008504" y="535514"/>
                </a:cubicBezTo>
                <a:cubicBezTo>
                  <a:pt x="8012333" y="535514"/>
                  <a:pt x="8015956" y="532598"/>
                  <a:pt x="8019373" y="526766"/>
                </a:cubicBezTo>
                <a:lnTo>
                  <a:pt x="8022024" y="528710"/>
                </a:lnTo>
                <a:cubicBezTo>
                  <a:pt x="8017252" y="540021"/>
                  <a:pt x="8009505" y="545676"/>
                  <a:pt x="7998783" y="545676"/>
                </a:cubicBezTo>
                <a:cubicBezTo>
                  <a:pt x="7993540" y="545676"/>
                  <a:pt x="7989107" y="544218"/>
                  <a:pt x="7985484" y="541302"/>
                </a:cubicBezTo>
                <a:cubicBezTo>
                  <a:pt x="7981861" y="538386"/>
                  <a:pt x="7979549" y="535131"/>
                  <a:pt x="7978548" y="531538"/>
                </a:cubicBezTo>
                <a:cubicBezTo>
                  <a:pt x="7977958" y="529535"/>
                  <a:pt x="7977664" y="524115"/>
                  <a:pt x="7977664" y="515278"/>
                </a:cubicBezTo>
                <a:lnTo>
                  <a:pt x="7977664" y="470653"/>
                </a:lnTo>
                <a:lnTo>
                  <a:pt x="7966883" y="470653"/>
                </a:lnTo>
                <a:lnTo>
                  <a:pt x="7966883" y="467560"/>
                </a:lnTo>
                <a:cubicBezTo>
                  <a:pt x="7974306" y="462317"/>
                  <a:pt x="7980624" y="456809"/>
                  <a:pt x="7985838" y="451036"/>
                </a:cubicBezTo>
                <a:cubicBezTo>
                  <a:pt x="7991051" y="445262"/>
                  <a:pt x="7995602" y="438812"/>
                  <a:pt x="7999490" y="431683"/>
                </a:cubicBezTo>
                <a:close/>
                <a:moveTo>
                  <a:pt x="4356127" y="431629"/>
                </a:moveTo>
                <a:cubicBezTo>
                  <a:pt x="4359956" y="431629"/>
                  <a:pt x="4363196" y="432970"/>
                  <a:pt x="4365847" y="435650"/>
                </a:cubicBezTo>
                <a:cubicBezTo>
                  <a:pt x="4368499" y="438331"/>
                  <a:pt x="4369824" y="441556"/>
                  <a:pt x="4369824" y="445326"/>
                </a:cubicBezTo>
                <a:cubicBezTo>
                  <a:pt x="4369824" y="449097"/>
                  <a:pt x="4368484" y="452307"/>
                  <a:pt x="4365803" y="454958"/>
                </a:cubicBezTo>
                <a:cubicBezTo>
                  <a:pt x="4363123" y="457610"/>
                  <a:pt x="4359897" y="458935"/>
                  <a:pt x="4356127" y="458935"/>
                </a:cubicBezTo>
                <a:cubicBezTo>
                  <a:pt x="4352357" y="458935"/>
                  <a:pt x="4349146" y="457610"/>
                  <a:pt x="4346495" y="454958"/>
                </a:cubicBezTo>
                <a:cubicBezTo>
                  <a:pt x="4343844" y="452307"/>
                  <a:pt x="4342519" y="449097"/>
                  <a:pt x="4342519" y="445326"/>
                </a:cubicBezTo>
                <a:cubicBezTo>
                  <a:pt x="4342519" y="441556"/>
                  <a:pt x="4343844" y="438331"/>
                  <a:pt x="4346495" y="435650"/>
                </a:cubicBezTo>
                <a:cubicBezTo>
                  <a:pt x="4349146" y="432970"/>
                  <a:pt x="4352357" y="431629"/>
                  <a:pt x="4356127" y="431629"/>
                </a:cubicBezTo>
                <a:close/>
                <a:moveTo>
                  <a:pt x="7187163" y="421963"/>
                </a:moveTo>
                <a:cubicBezTo>
                  <a:pt x="7194409" y="421963"/>
                  <a:pt x="7199785" y="423318"/>
                  <a:pt x="7203290" y="426028"/>
                </a:cubicBezTo>
                <a:cubicBezTo>
                  <a:pt x="7206795" y="428738"/>
                  <a:pt x="7208548" y="431742"/>
                  <a:pt x="7208548" y="435041"/>
                </a:cubicBezTo>
                <a:cubicBezTo>
                  <a:pt x="7208548" y="437692"/>
                  <a:pt x="7207458" y="439990"/>
                  <a:pt x="7205278" y="441934"/>
                </a:cubicBezTo>
                <a:cubicBezTo>
                  <a:pt x="7203099" y="443878"/>
                  <a:pt x="7200212" y="444850"/>
                  <a:pt x="7196619" y="444850"/>
                </a:cubicBezTo>
                <a:cubicBezTo>
                  <a:pt x="7193555" y="444850"/>
                  <a:pt x="7191125" y="444055"/>
                  <a:pt x="7189328" y="442464"/>
                </a:cubicBezTo>
                <a:cubicBezTo>
                  <a:pt x="7187531" y="440873"/>
                  <a:pt x="7186633" y="439106"/>
                  <a:pt x="7186633" y="437162"/>
                </a:cubicBezTo>
                <a:cubicBezTo>
                  <a:pt x="7186633" y="436632"/>
                  <a:pt x="7186810" y="435542"/>
                  <a:pt x="7187163" y="433892"/>
                </a:cubicBezTo>
                <a:cubicBezTo>
                  <a:pt x="7187399" y="432891"/>
                  <a:pt x="7187517" y="431948"/>
                  <a:pt x="7187517" y="431065"/>
                </a:cubicBezTo>
                <a:cubicBezTo>
                  <a:pt x="7187517" y="429827"/>
                  <a:pt x="7187163" y="428914"/>
                  <a:pt x="7186456" y="428325"/>
                </a:cubicBezTo>
                <a:cubicBezTo>
                  <a:pt x="7185514" y="427442"/>
                  <a:pt x="7184365" y="427000"/>
                  <a:pt x="7183010" y="427000"/>
                </a:cubicBezTo>
                <a:cubicBezTo>
                  <a:pt x="7181302" y="427000"/>
                  <a:pt x="7179873" y="427707"/>
                  <a:pt x="7178724" y="429121"/>
                </a:cubicBezTo>
                <a:cubicBezTo>
                  <a:pt x="7177576" y="430534"/>
                  <a:pt x="7177001" y="432802"/>
                  <a:pt x="7177001" y="435925"/>
                </a:cubicBezTo>
                <a:lnTo>
                  <a:pt x="7177178" y="451389"/>
                </a:lnTo>
                <a:lnTo>
                  <a:pt x="7177178" y="461905"/>
                </a:lnTo>
                <a:lnTo>
                  <a:pt x="7189372" y="461905"/>
                </a:lnTo>
                <a:lnTo>
                  <a:pt x="7189372" y="470565"/>
                </a:lnTo>
                <a:lnTo>
                  <a:pt x="7177178" y="470565"/>
                </a:lnTo>
                <a:lnTo>
                  <a:pt x="7177178" y="527914"/>
                </a:lnTo>
                <a:cubicBezTo>
                  <a:pt x="7177178" y="533452"/>
                  <a:pt x="7177767" y="536928"/>
                  <a:pt x="7178945" y="538342"/>
                </a:cubicBezTo>
                <a:cubicBezTo>
                  <a:pt x="7180830" y="540522"/>
                  <a:pt x="7184306" y="541523"/>
                  <a:pt x="7189372" y="541346"/>
                </a:cubicBezTo>
                <a:lnTo>
                  <a:pt x="7189372" y="544528"/>
                </a:lnTo>
                <a:lnTo>
                  <a:pt x="7140682" y="544528"/>
                </a:lnTo>
                <a:lnTo>
                  <a:pt x="7140682" y="541346"/>
                </a:lnTo>
                <a:cubicBezTo>
                  <a:pt x="7144394" y="541287"/>
                  <a:pt x="7147030" y="540860"/>
                  <a:pt x="7148591" y="540065"/>
                </a:cubicBezTo>
                <a:cubicBezTo>
                  <a:pt x="7150152" y="539270"/>
                  <a:pt x="7151228" y="538165"/>
                  <a:pt x="7151817" y="536751"/>
                </a:cubicBezTo>
                <a:cubicBezTo>
                  <a:pt x="7152406" y="535337"/>
                  <a:pt x="7152700" y="532392"/>
                  <a:pt x="7152700" y="527914"/>
                </a:cubicBezTo>
                <a:lnTo>
                  <a:pt x="7152700" y="470565"/>
                </a:lnTo>
                <a:lnTo>
                  <a:pt x="7140682" y="470565"/>
                </a:lnTo>
                <a:lnTo>
                  <a:pt x="7140682" y="461905"/>
                </a:lnTo>
                <a:lnTo>
                  <a:pt x="7152700" y="461905"/>
                </a:lnTo>
                <a:lnTo>
                  <a:pt x="7152700" y="455807"/>
                </a:lnTo>
                <a:lnTo>
                  <a:pt x="7152612" y="451654"/>
                </a:lnTo>
                <a:cubicBezTo>
                  <a:pt x="7152612" y="443171"/>
                  <a:pt x="7155720" y="436101"/>
                  <a:pt x="7161935" y="430446"/>
                </a:cubicBezTo>
                <a:cubicBezTo>
                  <a:pt x="7168150" y="424791"/>
                  <a:pt x="7176559" y="421963"/>
                  <a:pt x="7187163" y="421963"/>
                </a:cubicBezTo>
                <a:close/>
                <a:moveTo>
                  <a:pt x="8046655" y="421875"/>
                </a:moveTo>
                <a:cubicBezTo>
                  <a:pt x="8050484" y="421875"/>
                  <a:pt x="8053724" y="423215"/>
                  <a:pt x="8056375" y="425895"/>
                </a:cubicBezTo>
                <a:cubicBezTo>
                  <a:pt x="8059026" y="428576"/>
                  <a:pt x="8060352" y="431801"/>
                  <a:pt x="8060352" y="435571"/>
                </a:cubicBezTo>
                <a:cubicBezTo>
                  <a:pt x="8060352" y="439342"/>
                  <a:pt x="8059012" y="442552"/>
                  <a:pt x="8056331" y="445203"/>
                </a:cubicBezTo>
                <a:cubicBezTo>
                  <a:pt x="8053651" y="447854"/>
                  <a:pt x="8050425" y="449180"/>
                  <a:pt x="8046655" y="449180"/>
                </a:cubicBezTo>
                <a:cubicBezTo>
                  <a:pt x="8042885" y="449180"/>
                  <a:pt x="8039674" y="447854"/>
                  <a:pt x="8037023" y="445203"/>
                </a:cubicBezTo>
                <a:cubicBezTo>
                  <a:pt x="8034372" y="442552"/>
                  <a:pt x="8033047" y="439342"/>
                  <a:pt x="8033047" y="435571"/>
                </a:cubicBezTo>
                <a:cubicBezTo>
                  <a:pt x="8033047" y="431801"/>
                  <a:pt x="8034372" y="428576"/>
                  <a:pt x="8037023" y="425895"/>
                </a:cubicBezTo>
                <a:cubicBezTo>
                  <a:pt x="8039674" y="423215"/>
                  <a:pt x="8042885" y="421875"/>
                  <a:pt x="8046655" y="421875"/>
                </a:cubicBezTo>
                <a:close/>
                <a:moveTo>
                  <a:pt x="7532305" y="421875"/>
                </a:moveTo>
                <a:cubicBezTo>
                  <a:pt x="7536134" y="421875"/>
                  <a:pt x="7539374" y="423215"/>
                  <a:pt x="7542025" y="425895"/>
                </a:cubicBezTo>
                <a:cubicBezTo>
                  <a:pt x="7544676" y="428576"/>
                  <a:pt x="7546002" y="431801"/>
                  <a:pt x="7546002" y="435571"/>
                </a:cubicBezTo>
                <a:cubicBezTo>
                  <a:pt x="7546002" y="439342"/>
                  <a:pt x="7544662" y="442552"/>
                  <a:pt x="7541981" y="445203"/>
                </a:cubicBezTo>
                <a:cubicBezTo>
                  <a:pt x="7539301" y="447854"/>
                  <a:pt x="7536075" y="449180"/>
                  <a:pt x="7532305" y="449180"/>
                </a:cubicBezTo>
                <a:cubicBezTo>
                  <a:pt x="7528535" y="449180"/>
                  <a:pt x="7525324" y="447854"/>
                  <a:pt x="7522673" y="445203"/>
                </a:cubicBezTo>
                <a:cubicBezTo>
                  <a:pt x="7520022" y="442552"/>
                  <a:pt x="7518697" y="439342"/>
                  <a:pt x="7518697" y="435571"/>
                </a:cubicBezTo>
                <a:cubicBezTo>
                  <a:pt x="7518697" y="431801"/>
                  <a:pt x="7520022" y="428576"/>
                  <a:pt x="7522673" y="425895"/>
                </a:cubicBezTo>
                <a:cubicBezTo>
                  <a:pt x="7525324" y="423215"/>
                  <a:pt x="7528535" y="421875"/>
                  <a:pt x="7532305" y="421875"/>
                </a:cubicBezTo>
                <a:close/>
                <a:moveTo>
                  <a:pt x="2674553" y="394367"/>
                </a:moveTo>
                <a:cubicBezTo>
                  <a:pt x="2667425" y="398549"/>
                  <a:pt x="2662123" y="403026"/>
                  <a:pt x="2658648" y="407799"/>
                </a:cubicBezTo>
                <a:cubicBezTo>
                  <a:pt x="2656350" y="410980"/>
                  <a:pt x="2655201" y="414191"/>
                  <a:pt x="2655201" y="417430"/>
                </a:cubicBezTo>
                <a:cubicBezTo>
                  <a:pt x="2655201" y="420140"/>
                  <a:pt x="2656173" y="422526"/>
                  <a:pt x="2658117" y="424588"/>
                </a:cubicBezTo>
                <a:cubicBezTo>
                  <a:pt x="2659590" y="426179"/>
                  <a:pt x="2661652" y="426974"/>
                  <a:pt x="2664303" y="426974"/>
                </a:cubicBezTo>
                <a:cubicBezTo>
                  <a:pt x="2667248" y="426974"/>
                  <a:pt x="2670665" y="425324"/>
                  <a:pt x="2674553" y="422025"/>
                </a:cubicBezTo>
                <a:close/>
                <a:moveTo>
                  <a:pt x="2321952" y="392423"/>
                </a:moveTo>
                <a:cubicBezTo>
                  <a:pt x="2313057" y="395957"/>
                  <a:pt x="2307312" y="398461"/>
                  <a:pt x="2304720" y="399934"/>
                </a:cubicBezTo>
                <a:cubicBezTo>
                  <a:pt x="2300067" y="402526"/>
                  <a:pt x="2296738" y="405236"/>
                  <a:pt x="2294735" y="408064"/>
                </a:cubicBezTo>
                <a:cubicBezTo>
                  <a:pt x="2292732" y="410891"/>
                  <a:pt x="2291731" y="413984"/>
                  <a:pt x="2291731" y="417342"/>
                </a:cubicBezTo>
                <a:cubicBezTo>
                  <a:pt x="2291731" y="421584"/>
                  <a:pt x="2292997" y="425103"/>
                  <a:pt x="2295530" y="427902"/>
                </a:cubicBezTo>
                <a:cubicBezTo>
                  <a:pt x="2298063" y="430700"/>
                  <a:pt x="2300980" y="432099"/>
                  <a:pt x="2304279" y="432099"/>
                </a:cubicBezTo>
                <a:cubicBezTo>
                  <a:pt x="2308755" y="432099"/>
                  <a:pt x="2314646" y="429154"/>
                  <a:pt x="2321952" y="423262"/>
                </a:cubicBezTo>
                <a:close/>
                <a:moveTo>
                  <a:pt x="2121927" y="392423"/>
                </a:moveTo>
                <a:cubicBezTo>
                  <a:pt x="2113031" y="395957"/>
                  <a:pt x="2107288" y="398461"/>
                  <a:pt x="2104695" y="399934"/>
                </a:cubicBezTo>
                <a:cubicBezTo>
                  <a:pt x="2100042" y="402526"/>
                  <a:pt x="2096713" y="405236"/>
                  <a:pt x="2094710" y="408064"/>
                </a:cubicBezTo>
                <a:cubicBezTo>
                  <a:pt x="2092707" y="410891"/>
                  <a:pt x="2091706" y="413984"/>
                  <a:pt x="2091706" y="417342"/>
                </a:cubicBezTo>
                <a:cubicBezTo>
                  <a:pt x="2091706" y="421584"/>
                  <a:pt x="2092972" y="425103"/>
                  <a:pt x="2095505" y="427902"/>
                </a:cubicBezTo>
                <a:cubicBezTo>
                  <a:pt x="2098038" y="430700"/>
                  <a:pt x="2100955" y="432099"/>
                  <a:pt x="2104254" y="432099"/>
                </a:cubicBezTo>
                <a:cubicBezTo>
                  <a:pt x="2108731" y="432099"/>
                  <a:pt x="2114622" y="429154"/>
                  <a:pt x="2121927" y="423262"/>
                </a:cubicBezTo>
                <a:close/>
                <a:moveTo>
                  <a:pt x="2433406" y="363527"/>
                </a:moveTo>
                <a:cubicBezTo>
                  <a:pt x="2428516" y="363527"/>
                  <a:pt x="2424141" y="365426"/>
                  <a:pt x="2420283" y="369227"/>
                </a:cubicBezTo>
                <a:cubicBezTo>
                  <a:pt x="2416425" y="373026"/>
                  <a:pt x="2414171" y="378313"/>
                  <a:pt x="2413523" y="385088"/>
                </a:cubicBezTo>
                <a:lnTo>
                  <a:pt x="2450991" y="385088"/>
                </a:lnTo>
                <a:cubicBezTo>
                  <a:pt x="2450696" y="379904"/>
                  <a:pt x="2450077" y="376251"/>
                  <a:pt x="2449135" y="374131"/>
                </a:cubicBezTo>
                <a:cubicBezTo>
                  <a:pt x="2447663" y="370831"/>
                  <a:pt x="2445468" y="368240"/>
                  <a:pt x="2442552" y="366354"/>
                </a:cubicBezTo>
                <a:cubicBezTo>
                  <a:pt x="2439635" y="364469"/>
                  <a:pt x="2436587" y="363527"/>
                  <a:pt x="2433406" y="363527"/>
                </a:cubicBezTo>
                <a:close/>
                <a:moveTo>
                  <a:pt x="1947630" y="363527"/>
                </a:moveTo>
                <a:cubicBezTo>
                  <a:pt x="1942740" y="363527"/>
                  <a:pt x="1938367" y="365426"/>
                  <a:pt x="1934508" y="369227"/>
                </a:cubicBezTo>
                <a:cubicBezTo>
                  <a:pt x="1930649" y="373026"/>
                  <a:pt x="1928396" y="378313"/>
                  <a:pt x="1927748" y="385088"/>
                </a:cubicBezTo>
                <a:lnTo>
                  <a:pt x="1965215" y="385088"/>
                </a:lnTo>
                <a:cubicBezTo>
                  <a:pt x="1964921" y="379904"/>
                  <a:pt x="1964303" y="376251"/>
                  <a:pt x="1963360" y="374131"/>
                </a:cubicBezTo>
                <a:cubicBezTo>
                  <a:pt x="1961887" y="370831"/>
                  <a:pt x="1959692" y="368240"/>
                  <a:pt x="1956777" y="366354"/>
                </a:cubicBezTo>
                <a:cubicBezTo>
                  <a:pt x="1953861" y="364469"/>
                  <a:pt x="1950812" y="363527"/>
                  <a:pt x="1947630" y="363527"/>
                </a:cubicBezTo>
                <a:close/>
                <a:moveTo>
                  <a:pt x="1827164" y="363085"/>
                </a:moveTo>
                <a:cubicBezTo>
                  <a:pt x="1824041" y="363085"/>
                  <a:pt x="1820904" y="364013"/>
                  <a:pt x="1817753" y="365868"/>
                </a:cubicBezTo>
                <a:cubicBezTo>
                  <a:pt x="1814601" y="367724"/>
                  <a:pt x="1812053" y="370979"/>
                  <a:pt x="1810109" y="375633"/>
                </a:cubicBezTo>
                <a:cubicBezTo>
                  <a:pt x="1808165" y="380287"/>
                  <a:pt x="1807193" y="386266"/>
                  <a:pt x="1807193" y="393571"/>
                </a:cubicBezTo>
                <a:cubicBezTo>
                  <a:pt x="1807193" y="405353"/>
                  <a:pt x="1809534" y="415516"/>
                  <a:pt x="1814218" y="424058"/>
                </a:cubicBezTo>
                <a:cubicBezTo>
                  <a:pt x="1818901" y="432600"/>
                  <a:pt x="1825072" y="436871"/>
                  <a:pt x="1832730" y="436871"/>
                </a:cubicBezTo>
                <a:cubicBezTo>
                  <a:pt x="1838445" y="436871"/>
                  <a:pt x="1843158" y="434514"/>
                  <a:pt x="1846869" y="429801"/>
                </a:cubicBezTo>
                <a:cubicBezTo>
                  <a:pt x="1850581" y="425089"/>
                  <a:pt x="1852436" y="416989"/>
                  <a:pt x="1852436" y="405501"/>
                </a:cubicBezTo>
                <a:cubicBezTo>
                  <a:pt x="1852436" y="391127"/>
                  <a:pt x="1849344" y="379816"/>
                  <a:pt x="1843158" y="371568"/>
                </a:cubicBezTo>
                <a:cubicBezTo>
                  <a:pt x="1838976" y="365913"/>
                  <a:pt x="1833644" y="363085"/>
                  <a:pt x="1827164" y="363085"/>
                </a:cubicBezTo>
                <a:close/>
                <a:moveTo>
                  <a:pt x="2808769" y="361318"/>
                </a:moveTo>
                <a:cubicBezTo>
                  <a:pt x="2805705" y="361318"/>
                  <a:pt x="2803202" y="362820"/>
                  <a:pt x="2801257" y="365824"/>
                </a:cubicBezTo>
                <a:cubicBezTo>
                  <a:pt x="2797782" y="371067"/>
                  <a:pt x="2796044" y="378254"/>
                  <a:pt x="2796044" y="387386"/>
                </a:cubicBezTo>
                <a:lnTo>
                  <a:pt x="2796044" y="390479"/>
                </a:lnTo>
                <a:lnTo>
                  <a:pt x="2820080" y="390479"/>
                </a:lnTo>
                <a:cubicBezTo>
                  <a:pt x="2820080" y="380994"/>
                  <a:pt x="2819564" y="374484"/>
                  <a:pt x="2818533" y="370949"/>
                </a:cubicBezTo>
                <a:cubicBezTo>
                  <a:pt x="2817502" y="367415"/>
                  <a:pt x="2815897" y="364734"/>
                  <a:pt x="2813717" y="362908"/>
                </a:cubicBezTo>
                <a:cubicBezTo>
                  <a:pt x="2812480" y="361848"/>
                  <a:pt x="2810831" y="361318"/>
                  <a:pt x="2808769" y="361318"/>
                </a:cubicBezTo>
                <a:close/>
                <a:moveTo>
                  <a:pt x="2184886" y="359727"/>
                </a:moveTo>
                <a:lnTo>
                  <a:pt x="2213252" y="359727"/>
                </a:lnTo>
                <a:lnTo>
                  <a:pt x="2213252" y="413896"/>
                </a:lnTo>
                <a:cubicBezTo>
                  <a:pt x="2213252" y="421436"/>
                  <a:pt x="2214562" y="426385"/>
                  <a:pt x="2217184" y="428742"/>
                </a:cubicBezTo>
                <a:cubicBezTo>
                  <a:pt x="2219805" y="431098"/>
                  <a:pt x="2222971" y="432276"/>
                  <a:pt x="2226683" y="432276"/>
                </a:cubicBezTo>
                <a:cubicBezTo>
                  <a:pt x="2229216" y="432276"/>
                  <a:pt x="2232088" y="431481"/>
                  <a:pt x="2235299" y="429890"/>
                </a:cubicBezTo>
                <a:cubicBezTo>
                  <a:pt x="2238510" y="428299"/>
                  <a:pt x="2242324" y="425266"/>
                  <a:pt x="2246742" y="420788"/>
                </a:cubicBezTo>
                <a:lnTo>
                  <a:pt x="2246742" y="374926"/>
                </a:lnTo>
                <a:cubicBezTo>
                  <a:pt x="2246742" y="370331"/>
                  <a:pt x="2245903" y="367223"/>
                  <a:pt x="2244224" y="365603"/>
                </a:cubicBezTo>
                <a:cubicBezTo>
                  <a:pt x="2242545" y="363983"/>
                  <a:pt x="2239055" y="363114"/>
                  <a:pt x="2233753" y="362996"/>
                </a:cubicBezTo>
                <a:lnTo>
                  <a:pt x="2233753" y="359727"/>
                </a:lnTo>
                <a:lnTo>
                  <a:pt x="2261323" y="359727"/>
                </a:lnTo>
                <a:lnTo>
                  <a:pt x="2261323" y="408770"/>
                </a:lnTo>
                <a:cubicBezTo>
                  <a:pt x="2261323" y="418137"/>
                  <a:pt x="2261544" y="423866"/>
                  <a:pt x="2261985" y="425958"/>
                </a:cubicBezTo>
                <a:cubicBezTo>
                  <a:pt x="2262428" y="428049"/>
                  <a:pt x="2263134" y="429507"/>
                  <a:pt x="2264107" y="430332"/>
                </a:cubicBezTo>
                <a:cubicBezTo>
                  <a:pt x="2265079" y="431157"/>
                  <a:pt x="2266212" y="431569"/>
                  <a:pt x="2267509" y="431569"/>
                </a:cubicBezTo>
                <a:cubicBezTo>
                  <a:pt x="2269336" y="431569"/>
                  <a:pt x="2271396" y="431068"/>
                  <a:pt x="2273694" y="430067"/>
                </a:cubicBezTo>
                <a:lnTo>
                  <a:pt x="2274931" y="433160"/>
                </a:lnTo>
                <a:lnTo>
                  <a:pt x="2250719" y="443145"/>
                </a:lnTo>
                <a:lnTo>
                  <a:pt x="2246742" y="443145"/>
                </a:lnTo>
                <a:lnTo>
                  <a:pt x="2246742" y="426002"/>
                </a:lnTo>
                <a:cubicBezTo>
                  <a:pt x="2239791" y="433543"/>
                  <a:pt x="2234489" y="438285"/>
                  <a:pt x="2230837" y="440229"/>
                </a:cubicBezTo>
                <a:cubicBezTo>
                  <a:pt x="2227185" y="442173"/>
                  <a:pt x="2223325" y="443145"/>
                  <a:pt x="2219261" y="443145"/>
                </a:cubicBezTo>
                <a:cubicBezTo>
                  <a:pt x="2214725" y="443145"/>
                  <a:pt x="2210792" y="441834"/>
                  <a:pt x="2207464" y="439213"/>
                </a:cubicBezTo>
                <a:cubicBezTo>
                  <a:pt x="2204135" y="436591"/>
                  <a:pt x="2201823" y="433219"/>
                  <a:pt x="2200527" y="429095"/>
                </a:cubicBezTo>
                <a:cubicBezTo>
                  <a:pt x="2199231" y="424971"/>
                  <a:pt x="2198583" y="419139"/>
                  <a:pt x="2198583" y="411598"/>
                </a:cubicBezTo>
                <a:lnTo>
                  <a:pt x="2198583" y="375456"/>
                </a:lnTo>
                <a:cubicBezTo>
                  <a:pt x="2198583" y="371627"/>
                  <a:pt x="2198170" y="368976"/>
                  <a:pt x="2197346" y="367503"/>
                </a:cubicBezTo>
                <a:cubicBezTo>
                  <a:pt x="2196521" y="366031"/>
                  <a:pt x="2195298" y="364896"/>
                  <a:pt x="2193679" y="364101"/>
                </a:cubicBezTo>
                <a:cubicBezTo>
                  <a:pt x="2192059" y="363306"/>
                  <a:pt x="2189127" y="362937"/>
                  <a:pt x="2184886" y="362996"/>
                </a:cubicBezTo>
                <a:close/>
                <a:moveTo>
                  <a:pt x="1986187" y="359727"/>
                </a:moveTo>
                <a:lnTo>
                  <a:pt x="2024273" y="359727"/>
                </a:lnTo>
                <a:lnTo>
                  <a:pt x="2024273" y="362996"/>
                </a:lnTo>
                <a:lnTo>
                  <a:pt x="2021798" y="362996"/>
                </a:lnTo>
                <a:cubicBezTo>
                  <a:pt x="2019501" y="362996"/>
                  <a:pt x="2017748" y="363556"/>
                  <a:pt x="2016540" y="364676"/>
                </a:cubicBezTo>
                <a:cubicBezTo>
                  <a:pt x="2015333" y="365795"/>
                  <a:pt x="2014729" y="367297"/>
                  <a:pt x="2014729" y="369182"/>
                </a:cubicBezTo>
                <a:cubicBezTo>
                  <a:pt x="2014729" y="371244"/>
                  <a:pt x="2015347" y="373689"/>
                  <a:pt x="2016585" y="376516"/>
                </a:cubicBezTo>
                <a:lnTo>
                  <a:pt x="2035407" y="421230"/>
                </a:lnTo>
                <a:lnTo>
                  <a:pt x="2054317" y="374838"/>
                </a:lnTo>
                <a:cubicBezTo>
                  <a:pt x="2055672" y="371538"/>
                  <a:pt x="2056350" y="369035"/>
                  <a:pt x="2056350" y="367326"/>
                </a:cubicBezTo>
                <a:cubicBezTo>
                  <a:pt x="2056350" y="366502"/>
                  <a:pt x="2056114" y="365824"/>
                  <a:pt x="2055643" y="365294"/>
                </a:cubicBezTo>
                <a:cubicBezTo>
                  <a:pt x="2054994" y="364410"/>
                  <a:pt x="2054170" y="363807"/>
                  <a:pt x="2053168" y="363483"/>
                </a:cubicBezTo>
                <a:cubicBezTo>
                  <a:pt x="2052166" y="363158"/>
                  <a:pt x="2050134" y="362996"/>
                  <a:pt x="2047071" y="362996"/>
                </a:cubicBezTo>
                <a:lnTo>
                  <a:pt x="2047071" y="359727"/>
                </a:lnTo>
                <a:lnTo>
                  <a:pt x="2073492" y="359727"/>
                </a:lnTo>
                <a:lnTo>
                  <a:pt x="2073492" y="362996"/>
                </a:lnTo>
                <a:cubicBezTo>
                  <a:pt x="2070430" y="363232"/>
                  <a:pt x="2068308" y="363851"/>
                  <a:pt x="2067130" y="364852"/>
                </a:cubicBezTo>
                <a:cubicBezTo>
                  <a:pt x="2065069" y="366620"/>
                  <a:pt x="2063213" y="369565"/>
                  <a:pt x="2061563" y="373689"/>
                </a:cubicBezTo>
                <a:lnTo>
                  <a:pt x="2032844" y="443145"/>
                </a:lnTo>
                <a:lnTo>
                  <a:pt x="2029221" y="443145"/>
                </a:lnTo>
                <a:lnTo>
                  <a:pt x="2000325" y="374838"/>
                </a:lnTo>
                <a:cubicBezTo>
                  <a:pt x="1999029" y="371656"/>
                  <a:pt x="1997792" y="369374"/>
                  <a:pt x="1996613" y="367989"/>
                </a:cubicBezTo>
                <a:cubicBezTo>
                  <a:pt x="1995435" y="366605"/>
                  <a:pt x="1993933" y="365441"/>
                  <a:pt x="1992107" y="364499"/>
                </a:cubicBezTo>
                <a:cubicBezTo>
                  <a:pt x="1991105" y="363969"/>
                  <a:pt x="1989131" y="363468"/>
                  <a:pt x="1986187" y="362996"/>
                </a:cubicBezTo>
                <a:close/>
                <a:moveTo>
                  <a:pt x="2309581" y="357341"/>
                </a:moveTo>
                <a:cubicBezTo>
                  <a:pt x="2316768" y="357341"/>
                  <a:pt x="2322659" y="358549"/>
                  <a:pt x="2327254" y="360964"/>
                </a:cubicBezTo>
                <a:cubicBezTo>
                  <a:pt x="2330730" y="362790"/>
                  <a:pt x="2333293" y="365647"/>
                  <a:pt x="2334942" y="369535"/>
                </a:cubicBezTo>
                <a:cubicBezTo>
                  <a:pt x="2336002" y="372069"/>
                  <a:pt x="2336533" y="377253"/>
                  <a:pt x="2336533" y="385088"/>
                </a:cubicBezTo>
                <a:lnTo>
                  <a:pt x="2336533" y="412570"/>
                </a:lnTo>
                <a:cubicBezTo>
                  <a:pt x="2336533" y="420288"/>
                  <a:pt x="2336680" y="425015"/>
                  <a:pt x="2336974" y="426753"/>
                </a:cubicBezTo>
                <a:cubicBezTo>
                  <a:pt x="2337269" y="428491"/>
                  <a:pt x="2337755" y="429654"/>
                  <a:pt x="2338432" y="430244"/>
                </a:cubicBezTo>
                <a:cubicBezTo>
                  <a:pt x="2339110" y="430833"/>
                  <a:pt x="2339890" y="431127"/>
                  <a:pt x="2340774" y="431127"/>
                </a:cubicBezTo>
                <a:cubicBezTo>
                  <a:pt x="2341716" y="431127"/>
                  <a:pt x="2342541" y="430921"/>
                  <a:pt x="2343248" y="430509"/>
                </a:cubicBezTo>
                <a:cubicBezTo>
                  <a:pt x="2344486" y="429743"/>
                  <a:pt x="2346872" y="427592"/>
                  <a:pt x="2350406" y="424058"/>
                </a:cubicBezTo>
                <a:lnTo>
                  <a:pt x="2350406" y="429006"/>
                </a:lnTo>
                <a:cubicBezTo>
                  <a:pt x="2343808" y="437843"/>
                  <a:pt x="2337505" y="442261"/>
                  <a:pt x="2331495" y="442261"/>
                </a:cubicBezTo>
                <a:cubicBezTo>
                  <a:pt x="2328609" y="442261"/>
                  <a:pt x="2326311" y="441260"/>
                  <a:pt x="2324602" y="439257"/>
                </a:cubicBezTo>
                <a:cubicBezTo>
                  <a:pt x="2322894" y="437254"/>
                  <a:pt x="2322011" y="433837"/>
                  <a:pt x="2321952" y="429006"/>
                </a:cubicBezTo>
                <a:cubicBezTo>
                  <a:pt x="2313646" y="435428"/>
                  <a:pt x="2308432" y="439139"/>
                  <a:pt x="2306311" y="440141"/>
                </a:cubicBezTo>
                <a:cubicBezTo>
                  <a:pt x="2303129" y="441613"/>
                  <a:pt x="2299743" y="442350"/>
                  <a:pt x="2296149" y="442350"/>
                </a:cubicBezTo>
                <a:cubicBezTo>
                  <a:pt x="2290552" y="442350"/>
                  <a:pt x="2285943" y="440435"/>
                  <a:pt x="2282319" y="436606"/>
                </a:cubicBezTo>
                <a:cubicBezTo>
                  <a:pt x="2278696" y="432777"/>
                  <a:pt x="2276885" y="427740"/>
                  <a:pt x="2276885" y="421495"/>
                </a:cubicBezTo>
                <a:cubicBezTo>
                  <a:pt x="2276885" y="417548"/>
                  <a:pt x="2277769" y="414131"/>
                  <a:pt x="2279536" y="411245"/>
                </a:cubicBezTo>
                <a:cubicBezTo>
                  <a:pt x="2281952" y="407239"/>
                  <a:pt x="2286149" y="403468"/>
                  <a:pt x="2292128" y="399934"/>
                </a:cubicBezTo>
                <a:cubicBezTo>
                  <a:pt x="2298107" y="396399"/>
                  <a:pt x="2308049" y="392099"/>
                  <a:pt x="2321952" y="387032"/>
                </a:cubicBezTo>
                <a:lnTo>
                  <a:pt x="2321952" y="383851"/>
                </a:lnTo>
                <a:cubicBezTo>
                  <a:pt x="2321952" y="375780"/>
                  <a:pt x="2320670" y="370242"/>
                  <a:pt x="2318108" y="367238"/>
                </a:cubicBezTo>
                <a:cubicBezTo>
                  <a:pt x="2315545" y="364234"/>
                  <a:pt x="2311819" y="362731"/>
                  <a:pt x="2306930" y="362731"/>
                </a:cubicBezTo>
                <a:cubicBezTo>
                  <a:pt x="2303218" y="362731"/>
                  <a:pt x="2300273" y="363733"/>
                  <a:pt x="2298093" y="365736"/>
                </a:cubicBezTo>
                <a:cubicBezTo>
                  <a:pt x="2295854" y="367739"/>
                  <a:pt x="2294735" y="370036"/>
                  <a:pt x="2294735" y="372628"/>
                </a:cubicBezTo>
                <a:lnTo>
                  <a:pt x="2294911" y="377754"/>
                </a:lnTo>
                <a:cubicBezTo>
                  <a:pt x="2294911" y="380464"/>
                  <a:pt x="2294220" y="382555"/>
                  <a:pt x="2292835" y="384028"/>
                </a:cubicBezTo>
                <a:cubicBezTo>
                  <a:pt x="2291451" y="385501"/>
                  <a:pt x="2289640" y="386237"/>
                  <a:pt x="2287401" y="386237"/>
                </a:cubicBezTo>
                <a:cubicBezTo>
                  <a:pt x="2285221" y="386237"/>
                  <a:pt x="2283439" y="385471"/>
                  <a:pt x="2282055" y="383940"/>
                </a:cubicBezTo>
                <a:cubicBezTo>
                  <a:pt x="2280669" y="382408"/>
                  <a:pt x="2279977" y="380316"/>
                  <a:pt x="2279977" y="377665"/>
                </a:cubicBezTo>
                <a:cubicBezTo>
                  <a:pt x="2279977" y="372599"/>
                  <a:pt x="2282570" y="367945"/>
                  <a:pt x="2287754" y="363703"/>
                </a:cubicBezTo>
                <a:cubicBezTo>
                  <a:pt x="2292938" y="359462"/>
                  <a:pt x="2300213" y="357341"/>
                  <a:pt x="2309581" y="357341"/>
                </a:cubicBezTo>
                <a:close/>
                <a:moveTo>
                  <a:pt x="2109556" y="357341"/>
                </a:moveTo>
                <a:cubicBezTo>
                  <a:pt x="2116743" y="357341"/>
                  <a:pt x="2122633" y="358549"/>
                  <a:pt x="2127228" y="360964"/>
                </a:cubicBezTo>
                <a:cubicBezTo>
                  <a:pt x="2130704" y="362790"/>
                  <a:pt x="2133267" y="365647"/>
                  <a:pt x="2134917" y="369535"/>
                </a:cubicBezTo>
                <a:cubicBezTo>
                  <a:pt x="2135977" y="372069"/>
                  <a:pt x="2136508" y="377253"/>
                  <a:pt x="2136508" y="385088"/>
                </a:cubicBezTo>
                <a:lnTo>
                  <a:pt x="2136508" y="412570"/>
                </a:lnTo>
                <a:cubicBezTo>
                  <a:pt x="2136508" y="420288"/>
                  <a:pt x="2136655" y="425015"/>
                  <a:pt x="2136949" y="426753"/>
                </a:cubicBezTo>
                <a:cubicBezTo>
                  <a:pt x="2137244" y="428491"/>
                  <a:pt x="2137730" y="429654"/>
                  <a:pt x="2138407" y="430244"/>
                </a:cubicBezTo>
                <a:cubicBezTo>
                  <a:pt x="2139085" y="430833"/>
                  <a:pt x="2139866" y="431127"/>
                  <a:pt x="2140749" y="431127"/>
                </a:cubicBezTo>
                <a:cubicBezTo>
                  <a:pt x="2141692" y="431127"/>
                  <a:pt x="2142516" y="430921"/>
                  <a:pt x="2143223" y="430509"/>
                </a:cubicBezTo>
                <a:cubicBezTo>
                  <a:pt x="2144460" y="429743"/>
                  <a:pt x="2146846" y="427592"/>
                  <a:pt x="2150381" y="424058"/>
                </a:cubicBezTo>
                <a:lnTo>
                  <a:pt x="2150381" y="429006"/>
                </a:lnTo>
                <a:cubicBezTo>
                  <a:pt x="2143783" y="437843"/>
                  <a:pt x="2137480" y="442261"/>
                  <a:pt x="2131470" y="442261"/>
                </a:cubicBezTo>
                <a:cubicBezTo>
                  <a:pt x="2128584" y="442261"/>
                  <a:pt x="2126286" y="441260"/>
                  <a:pt x="2124578" y="439257"/>
                </a:cubicBezTo>
                <a:cubicBezTo>
                  <a:pt x="2122870" y="437254"/>
                  <a:pt x="2121986" y="433837"/>
                  <a:pt x="2121927" y="429006"/>
                </a:cubicBezTo>
                <a:cubicBezTo>
                  <a:pt x="2113621" y="435428"/>
                  <a:pt x="2108407" y="439139"/>
                  <a:pt x="2106286" y="440141"/>
                </a:cubicBezTo>
                <a:cubicBezTo>
                  <a:pt x="2103105" y="441613"/>
                  <a:pt x="2099718" y="442350"/>
                  <a:pt x="2096123" y="442350"/>
                </a:cubicBezTo>
                <a:cubicBezTo>
                  <a:pt x="2090528" y="442350"/>
                  <a:pt x="2085917" y="440435"/>
                  <a:pt x="2082294" y="436606"/>
                </a:cubicBezTo>
                <a:cubicBezTo>
                  <a:pt x="2078672" y="432777"/>
                  <a:pt x="2076860" y="427740"/>
                  <a:pt x="2076860" y="421495"/>
                </a:cubicBezTo>
                <a:cubicBezTo>
                  <a:pt x="2076860" y="417548"/>
                  <a:pt x="2077744" y="414131"/>
                  <a:pt x="2079511" y="411245"/>
                </a:cubicBezTo>
                <a:cubicBezTo>
                  <a:pt x="2081926" y="407239"/>
                  <a:pt x="2086124" y="403468"/>
                  <a:pt x="2092103" y="399934"/>
                </a:cubicBezTo>
                <a:cubicBezTo>
                  <a:pt x="2098083" y="396399"/>
                  <a:pt x="2108024" y="392099"/>
                  <a:pt x="2121927" y="387032"/>
                </a:cubicBezTo>
                <a:lnTo>
                  <a:pt x="2121927" y="383851"/>
                </a:lnTo>
                <a:cubicBezTo>
                  <a:pt x="2121927" y="375780"/>
                  <a:pt x="2120646" y="370242"/>
                  <a:pt x="2118083" y="367238"/>
                </a:cubicBezTo>
                <a:cubicBezTo>
                  <a:pt x="2115521" y="364234"/>
                  <a:pt x="2111794" y="362731"/>
                  <a:pt x="2106904" y="362731"/>
                </a:cubicBezTo>
                <a:cubicBezTo>
                  <a:pt x="2103194" y="362731"/>
                  <a:pt x="2100248" y="363733"/>
                  <a:pt x="2098068" y="365736"/>
                </a:cubicBezTo>
                <a:cubicBezTo>
                  <a:pt x="2095829" y="367739"/>
                  <a:pt x="2094710" y="370036"/>
                  <a:pt x="2094710" y="372628"/>
                </a:cubicBezTo>
                <a:lnTo>
                  <a:pt x="2094886" y="377754"/>
                </a:lnTo>
                <a:cubicBezTo>
                  <a:pt x="2094886" y="380464"/>
                  <a:pt x="2094194" y="382555"/>
                  <a:pt x="2092810" y="384028"/>
                </a:cubicBezTo>
                <a:cubicBezTo>
                  <a:pt x="2091426" y="385501"/>
                  <a:pt x="2089614" y="386237"/>
                  <a:pt x="2087375" y="386237"/>
                </a:cubicBezTo>
                <a:cubicBezTo>
                  <a:pt x="2085196" y="386237"/>
                  <a:pt x="2083414" y="385471"/>
                  <a:pt x="2082030" y="383940"/>
                </a:cubicBezTo>
                <a:cubicBezTo>
                  <a:pt x="2080645" y="382408"/>
                  <a:pt x="2079952" y="380316"/>
                  <a:pt x="2079952" y="377665"/>
                </a:cubicBezTo>
                <a:cubicBezTo>
                  <a:pt x="2079952" y="372599"/>
                  <a:pt x="2082545" y="367945"/>
                  <a:pt x="2087729" y="363703"/>
                </a:cubicBezTo>
                <a:cubicBezTo>
                  <a:pt x="2092913" y="359462"/>
                  <a:pt x="2100189" y="357341"/>
                  <a:pt x="2109556" y="357341"/>
                </a:cubicBezTo>
                <a:close/>
                <a:moveTo>
                  <a:pt x="1829903" y="357341"/>
                </a:moveTo>
                <a:cubicBezTo>
                  <a:pt x="1842156" y="357341"/>
                  <a:pt x="1851995" y="361995"/>
                  <a:pt x="1859417" y="371303"/>
                </a:cubicBezTo>
                <a:cubicBezTo>
                  <a:pt x="1865721" y="379256"/>
                  <a:pt x="1868873" y="388387"/>
                  <a:pt x="1868873" y="398697"/>
                </a:cubicBezTo>
                <a:cubicBezTo>
                  <a:pt x="1868873" y="405942"/>
                  <a:pt x="1867135" y="413277"/>
                  <a:pt x="1863659" y="420700"/>
                </a:cubicBezTo>
                <a:cubicBezTo>
                  <a:pt x="1860183" y="428122"/>
                  <a:pt x="1855397" y="433719"/>
                  <a:pt x="1849299" y="437490"/>
                </a:cubicBezTo>
                <a:cubicBezTo>
                  <a:pt x="1843202" y="441260"/>
                  <a:pt x="1836413" y="443145"/>
                  <a:pt x="1828931" y="443145"/>
                </a:cubicBezTo>
                <a:cubicBezTo>
                  <a:pt x="1816736" y="443145"/>
                  <a:pt x="1807045" y="438285"/>
                  <a:pt x="1799858" y="428564"/>
                </a:cubicBezTo>
                <a:cubicBezTo>
                  <a:pt x="1793791" y="420376"/>
                  <a:pt x="1790756" y="411186"/>
                  <a:pt x="1790756" y="400994"/>
                </a:cubicBezTo>
                <a:cubicBezTo>
                  <a:pt x="1790756" y="393571"/>
                  <a:pt x="1792597" y="386193"/>
                  <a:pt x="1796279" y="378858"/>
                </a:cubicBezTo>
                <a:cubicBezTo>
                  <a:pt x="1799962" y="371524"/>
                  <a:pt x="1804807" y="366104"/>
                  <a:pt x="1810816" y="362599"/>
                </a:cubicBezTo>
                <a:cubicBezTo>
                  <a:pt x="1816825" y="359094"/>
                  <a:pt x="1823187" y="357341"/>
                  <a:pt x="1829903" y="357341"/>
                </a:cubicBezTo>
                <a:close/>
                <a:moveTo>
                  <a:pt x="2438355" y="357252"/>
                </a:moveTo>
                <a:cubicBezTo>
                  <a:pt x="2447427" y="357252"/>
                  <a:pt x="2454879" y="360242"/>
                  <a:pt x="2460711" y="366222"/>
                </a:cubicBezTo>
                <a:cubicBezTo>
                  <a:pt x="2466542" y="372201"/>
                  <a:pt x="2469459" y="380199"/>
                  <a:pt x="2469459" y="390213"/>
                </a:cubicBezTo>
                <a:lnTo>
                  <a:pt x="2413523" y="390213"/>
                </a:lnTo>
                <a:cubicBezTo>
                  <a:pt x="2413464" y="402231"/>
                  <a:pt x="2416380" y="411657"/>
                  <a:pt x="2422271" y="418491"/>
                </a:cubicBezTo>
                <a:cubicBezTo>
                  <a:pt x="2428163" y="425324"/>
                  <a:pt x="2435085" y="428742"/>
                  <a:pt x="2443037" y="428742"/>
                </a:cubicBezTo>
                <a:cubicBezTo>
                  <a:pt x="2448340" y="428742"/>
                  <a:pt x="2452949" y="427283"/>
                  <a:pt x="2456866" y="424367"/>
                </a:cubicBezTo>
                <a:cubicBezTo>
                  <a:pt x="2460784" y="421451"/>
                  <a:pt x="2464069" y="416458"/>
                  <a:pt x="2466719" y="409389"/>
                </a:cubicBezTo>
                <a:lnTo>
                  <a:pt x="2469459" y="411156"/>
                </a:lnTo>
                <a:cubicBezTo>
                  <a:pt x="2468222" y="419227"/>
                  <a:pt x="2464628" y="426576"/>
                  <a:pt x="2458678" y="433204"/>
                </a:cubicBezTo>
                <a:cubicBezTo>
                  <a:pt x="2452728" y="439831"/>
                  <a:pt x="2445277" y="443145"/>
                  <a:pt x="2436322" y="443145"/>
                </a:cubicBezTo>
                <a:cubicBezTo>
                  <a:pt x="2426601" y="443145"/>
                  <a:pt x="2418280" y="439360"/>
                  <a:pt x="2411358" y="431790"/>
                </a:cubicBezTo>
                <a:cubicBezTo>
                  <a:pt x="2404436" y="424220"/>
                  <a:pt x="2400975" y="414043"/>
                  <a:pt x="2400975" y="401259"/>
                </a:cubicBezTo>
                <a:cubicBezTo>
                  <a:pt x="2400975" y="387415"/>
                  <a:pt x="2404524" y="376620"/>
                  <a:pt x="2411623" y="368873"/>
                </a:cubicBezTo>
                <a:cubicBezTo>
                  <a:pt x="2418722" y="361126"/>
                  <a:pt x="2427632" y="357252"/>
                  <a:pt x="2438355" y="357252"/>
                </a:cubicBezTo>
                <a:close/>
                <a:moveTo>
                  <a:pt x="1952579" y="357252"/>
                </a:moveTo>
                <a:cubicBezTo>
                  <a:pt x="1961651" y="357252"/>
                  <a:pt x="1969103" y="360242"/>
                  <a:pt x="1974936" y="366222"/>
                </a:cubicBezTo>
                <a:cubicBezTo>
                  <a:pt x="1980768" y="372201"/>
                  <a:pt x="1983684" y="380199"/>
                  <a:pt x="1983684" y="390213"/>
                </a:cubicBezTo>
                <a:lnTo>
                  <a:pt x="1927748" y="390213"/>
                </a:lnTo>
                <a:cubicBezTo>
                  <a:pt x="1927689" y="402231"/>
                  <a:pt x="1930605" y="411657"/>
                  <a:pt x="1936496" y="418491"/>
                </a:cubicBezTo>
                <a:cubicBezTo>
                  <a:pt x="1942388" y="425324"/>
                  <a:pt x="1949309" y="428742"/>
                  <a:pt x="1957263" y="428742"/>
                </a:cubicBezTo>
                <a:cubicBezTo>
                  <a:pt x="1962565" y="428742"/>
                  <a:pt x="1967175" y="427283"/>
                  <a:pt x="1971092" y="424367"/>
                </a:cubicBezTo>
                <a:cubicBezTo>
                  <a:pt x="1975010" y="421451"/>
                  <a:pt x="1978294" y="416458"/>
                  <a:pt x="1980945" y="409389"/>
                </a:cubicBezTo>
                <a:lnTo>
                  <a:pt x="1983684" y="411156"/>
                </a:lnTo>
                <a:cubicBezTo>
                  <a:pt x="1982446" y="419227"/>
                  <a:pt x="1978853" y="426576"/>
                  <a:pt x="1972903" y="433204"/>
                </a:cubicBezTo>
                <a:cubicBezTo>
                  <a:pt x="1966953" y="439831"/>
                  <a:pt x="1959501" y="443145"/>
                  <a:pt x="1950547" y="443145"/>
                </a:cubicBezTo>
                <a:cubicBezTo>
                  <a:pt x="1940826" y="443145"/>
                  <a:pt x="1932505" y="439360"/>
                  <a:pt x="1925583" y="431790"/>
                </a:cubicBezTo>
                <a:cubicBezTo>
                  <a:pt x="1918661" y="424220"/>
                  <a:pt x="1915199" y="414043"/>
                  <a:pt x="1915199" y="401259"/>
                </a:cubicBezTo>
                <a:cubicBezTo>
                  <a:pt x="1915199" y="387415"/>
                  <a:pt x="1918750" y="376620"/>
                  <a:pt x="1925848" y="368873"/>
                </a:cubicBezTo>
                <a:cubicBezTo>
                  <a:pt x="1932947" y="361126"/>
                  <a:pt x="1941857" y="357252"/>
                  <a:pt x="1952579" y="357252"/>
                </a:cubicBezTo>
                <a:close/>
                <a:moveTo>
                  <a:pt x="2884244" y="355573"/>
                </a:moveTo>
                <a:cubicBezTo>
                  <a:pt x="2888720" y="355573"/>
                  <a:pt x="2893051" y="356663"/>
                  <a:pt x="2897233" y="358843"/>
                </a:cubicBezTo>
                <a:cubicBezTo>
                  <a:pt x="2898823" y="359727"/>
                  <a:pt x="2900119" y="360169"/>
                  <a:pt x="2901121" y="360169"/>
                </a:cubicBezTo>
                <a:cubicBezTo>
                  <a:pt x="2902181" y="360169"/>
                  <a:pt x="2903036" y="359948"/>
                  <a:pt x="2903684" y="359506"/>
                </a:cubicBezTo>
                <a:cubicBezTo>
                  <a:pt x="2904332" y="359064"/>
                  <a:pt x="2905363" y="357812"/>
                  <a:pt x="2906777" y="355750"/>
                </a:cubicBezTo>
                <a:lnTo>
                  <a:pt x="2909781" y="355750"/>
                </a:lnTo>
                <a:lnTo>
                  <a:pt x="2911107" y="383940"/>
                </a:lnTo>
                <a:lnTo>
                  <a:pt x="2908103" y="383940"/>
                </a:lnTo>
                <a:cubicBezTo>
                  <a:pt x="2904509" y="375574"/>
                  <a:pt x="2900783" y="369859"/>
                  <a:pt x="2896924" y="366796"/>
                </a:cubicBezTo>
                <a:cubicBezTo>
                  <a:pt x="2893065" y="363733"/>
                  <a:pt x="2889221" y="362201"/>
                  <a:pt x="2885392" y="362201"/>
                </a:cubicBezTo>
                <a:cubicBezTo>
                  <a:pt x="2882976" y="362201"/>
                  <a:pt x="2880915" y="363011"/>
                  <a:pt x="2879206" y="364631"/>
                </a:cubicBezTo>
                <a:cubicBezTo>
                  <a:pt x="2877497" y="366251"/>
                  <a:pt x="2876644" y="368122"/>
                  <a:pt x="2876644" y="370242"/>
                </a:cubicBezTo>
                <a:cubicBezTo>
                  <a:pt x="2876644" y="371833"/>
                  <a:pt x="2877233" y="373365"/>
                  <a:pt x="2878411" y="374838"/>
                </a:cubicBezTo>
                <a:cubicBezTo>
                  <a:pt x="2880296" y="377253"/>
                  <a:pt x="2885569" y="381391"/>
                  <a:pt x="2894228" y="387253"/>
                </a:cubicBezTo>
                <a:cubicBezTo>
                  <a:pt x="2902888" y="393115"/>
                  <a:pt x="2908588" y="398093"/>
                  <a:pt x="2911328" y="402187"/>
                </a:cubicBezTo>
                <a:cubicBezTo>
                  <a:pt x="2914067" y="406281"/>
                  <a:pt x="2915437" y="410862"/>
                  <a:pt x="2915437" y="415928"/>
                </a:cubicBezTo>
                <a:cubicBezTo>
                  <a:pt x="2915437" y="420523"/>
                  <a:pt x="2914288" y="425030"/>
                  <a:pt x="2911991" y="429448"/>
                </a:cubicBezTo>
                <a:cubicBezTo>
                  <a:pt x="2909693" y="433867"/>
                  <a:pt x="2906453" y="437254"/>
                  <a:pt x="2902270" y="439610"/>
                </a:cubicBezTo>
                <a:cubicBezTo>
                  <a:pt x="2898087" y="441967"/>
                  <a:pt x="2893462" y="443145"/>
                  <a:pt x="2888397" y="443145"/>
                </a:cubicBezTo>
                <a:cubicBezTo>
                  <a:pt x="2884449" y="443145"/>
                  <a:pt x="2879177" y="441908"/>
                  <a:pt x="2872579" y="439434"/>
                </a:cubicBezTo>
                <a:cubicBezTo>
                  <a:pt x="2870811" y="438786"/>
                  <a:pt x="2869603" y="438462"/>
                  <a:pt x="2868955" y="438462"/>
                </a:cubicBezTo>
                <a:cubicBezTo>
                  <a:pt x="2867012" y="438462"/>
                  <a:pt x="2865392" y="439934"/>
                  <a:pt x="2864096" y="442880"/>
                </a:cubicBezTo>
                <a:lnTo>
                  <a:pt x="2861180" y="442880"/>
                </a:lnTo>
                <a:lnTo>
                  <a:pt x="2859765" y="413189"/>
                </a:lnTo>
                <a:lnTo>
                  <a:pt x="2862770" y="413189"/>
                </a:lnTo>
                <a:cubicBezTo>
                  <a:pt x="2865421" y="420965"/>
                  <a:pt x="2869059" y="426797"/>
                  <a:pt x="2873683" y="430685"/>
                </a:cubicBezTo>
                <a:cubicBezTo>
                  <a:pt x="2878307" y="434574"/>
                  <a:pt x="2882682" y="436518"/>
                  <a:pt x="2886806" y="436518"/>
                </a:cubicBezTo>
                <a:cubicBezTo>
                  <a:pt x="2889634" y="436518"/>
                  <a:pt x="2891945" y="435649"/>
                  <a:pt x="2893742" y="433911"/>
                </a:cubicBezTo>
                <a:cubicBezTo>
                  <a:pt x="2895540" y="432173"/>
                  <a:pt x="2896438" y="430067"/>
                  <a:pt x="2896438" y="427592"/>
                </a:cubicBezTo>
                <a:cubicBezTo>
                  <a:pt x="2896438" y="424765"/>
                  <a:pt x="2895554" y="422320"/>
                  <a:pt x="2893787" y="420258"/>
                </a:cubicBezTo>
                <a:cubicBezTo>
                  <a:pt x="2892020" y="418196"/>
                  <a:pt x="2888072" y="415074"/>
                  <a:pt x="2881945" y="410891"/>
                </a:cubicBezTo>
                <a:cubicBezTo>
                  <a:pt x="2872932" y="404647"/>
                  <a:pt x="2867100" y="399875"/>
                  <a:pt x="2864450" y="396576"/>
                </a:cubicBezTo>
                <a:cubicBezTo>
                  <a:pt x="2860561" y="391745"/>
                  <a:pt x="2858617" y="386414"/>
                  <a:pt x="2858617" y="380581"/>
                </a:cubicBezTo>
                <a:cubicBezTo>
                  <a:pt x="2858617" y="374219"/>
                  <a:pt x="2860811" y="368460"/>
                  <a:pt x="2865200" y="363306"/>
                </a:cubicBezTo>
                <a:cubicBezTo>
                  <a:pt x="2869589" y="358151"/>
                  <a:pt x="2875936" y="355573"/>
                  <a:pt x="2884244" y="355573"/>
                </a:cubicBezTo>
                <a:close/>
                <a:moveTo>
                  <a:pt x="2810094" y="355573"/>
                </a:moveTo>
                <a:cubicBezTo>
                  <a:pt x="2818460" y="355573"/>
                  <a:pt x="2825720" y="359005"/>
                  <a:pt x="2831877" y="365868"/>
                </a:cubicBezTo>
                <a:cubicBezTo>
                  <a:pt x="2838033" y="372731"/>
                  <a:pt x="2841346" y="382908"/>
                  <a:pt x="2841818" y="396399"/>
                </a:cubicBezTo>
                <a:lnTo>
                  <a:pt x="2796485" y="396399"/>
                </a:lnTo>
                <a:cubicBezTo>
                  <a:pt x="2797015" y="407357"/>
                  <a:pt x="2799932" y="416017"/>
                  <a:pt x="2805234" y="422379"/>
                </a:cubicBezTo>
                <a:cubicBezTo>
                  <a:pt x="2809299" y="427269"/>
                  <a:pt x="2814189" y="429713"/>
                  <a:pt x="2819903" y="429713"/>
                </a:cubicBezTo>
                <a:cubicBezTo>
                  <a:pt x="2823437" y="429713"/>
                  <a:pt x="2826648" y="428727"/>
                  <a:pt x="2829535" y="426753"/>
                </a:cubicBezTo>
                <a:cubicBezTo>
                  <a:pt x="2832422" y="424780"/>
                  <a:pt x="2835514" y="421230"/>
                  <a:pt x="2838814" y="416105"/>
                </a:cubicBezTo>
                <a:lnTo>
                  <a:pt x="2841818" y="418049"/>
                </a:lnTo>
                <a:cubicBezTo>
                  <a:pt x="2837341" y="427180"/>
                  <a:pt x="2832392" y="433646"/>
                  <a:pt x="2826972" y="437445"/>
                </a:cubicBezTo>
                <a:cubicBezTo>
                  <a:pt x="2821552" y="441245"/>
                  <a:pt x="2815278" y="443145"/>
                  <a:pt x="2808150" y="443145"/>
                </a:cubicBezTo>
                <a:cubicBezTo>
                  <a:pt x="2795896" y="443145"/>
                  <a:pt x="2786618" y="438432"/>
                  <a:pt x="2780315" y="429006"/>
                </a:cubicBezTo>
                <a:cubicBezTo>
                  <a:pt x="2775248" y="421407"/>
                  <a:pt x="2772715" y="411981"/>
                  <a:pt x="2772715" y="400729"/>
                </a:cubicBezTo>
                <a:cubicBezTo>
                  <a:pt x="2772715" y="386944"/>
                  <a:pt x="2776442" y="375972"/>
                  <a:pt x="2783894" y="367812"/>
                </a:cubicBezTo>
                <a:cubicBezTo>
                  <a:pt x="2791346" y="359653"/>
                  <a:pt x="2800080" y="355573"/>
                  <a:pt x="2810094" y="355573"/>
                </a:cubicBezTo>
                <a:close/>
                <a:moveTo>
                  <a:pt x="2670488" y="355573"/>
                </a:moveTo>
                <a:cubicBezTo>
                  <a:pt x="2678324" y="355573"/>
                  <a:pt x="2684524" y="357238"/>
                  <a:pt x="2689090" y="360566"/>
                </a:cubicBezTo>
                <a:cubicBezTo>
                  <a:pt x="2693656" y="363895"/>
                  <a:pt x="2696616" y="367503"/>
                  <a:pt x="2697970" y="371391"/>
                </a:cubicBezTo>
                <a:cubicBezTo>
                  <a:pt x="2698796" y="373865"/>
                  <a:pt x="2699208" y="379550"/>
                  <a:pt x="2699208" y="388446"/>
                </a:cubicBezTo>
                <a:lnTo>
                  <a:pt x="2699208" y="420523"/>
                </a:lnTo>
                <a:cubicBezTo>
                  <a:pt x="2699208" y="424294"/>
                  <a:pt x="2699355" y="426665"/>
                  <a:pt x="2699650" y="427637"/>
                </a:cubicBezTo>
                <a:cubicBezTo>
                  <a:pt x="2699944" y="428609"/>
                  <a:pt x="2700386" y="429331"/>
                  <a:pt x="2700975" y="429801"/>
                </a:cubicBezTo>
                <a:cubicBezTo>
                  <a:pt x="2701564" y="430273"/>
                  <a:pt x="2702242" y="430509"/>
                  <a:pt x="2703008" y="430509"/>
                </a:cubicBezTo>
                <a:cubicBezTo>
                  <a:pt x="2704539" y="430509"/>
                  <a:pt x="2706101" y="429419"/>
                  <a:pt x="2707691" y="427239"/>
                </a:cubicBezTo>
                <a:lnTo>
                  <a:pt x="2710342" y="429360"/>
                </a:lnTo>
                <a:cubicBezTo>
                  <a:pt x="2707396" y="433719"/>
                  <a:pt x="2704348" y="436886"/>
                  <a:pt x="2701196" y="438859"/>
                </a:cubicBezTo>
                <a:cubicBezTo>
                  <a:pt x="2698045" y="440833"/>
                  <a:pt x="2694466" y="441820"/>
                  <a:pt x="2690460" y="441820"/>
                </a:cubicBezTo>
                <a:cubicBezTo>
                  <a:pt x="2685747" y="441820"/>
                  <a:pt x="2682064" y="440715"/>
                  <a:pt x="2679414" y="438506"/>
                </a:cubicBezTo>
                <a:cubicBezTo>
                  <a:pt x="2676763" y="436297"/>
                  <a:pt x="2675143" y="432954"/>
                  <a:pt x="2674553" y="428476"/>
                </a:cubicBezTo>
                <a:cubicBezTo>
                  <a:pt x="2664480" y="437372"/>
                  <a:pt x="2655437" y="441820"/>
                  <a:pt x="2647425" y="441820"/>
                </a:cubicBezTo>
                <a:cubicBezTo>
                  <a:pt x="2642712" y="441820"/>
                  <a:pt x="2638795" y="440273"/>
                  <a:pt x="2635672" y="437180"/>
                </a:cubicBezTo>
                <a:cubicBezTo>
                  <a:pt x="2632550" y="434087"/>
                  <a:pt x="2630989" y="430214"/>
                  <a:pt x="2630989" y="425560"/>
                </a:cubicBezTo>
                <a:cubicBezTo>
                  <a:pt x="2630989" y="419256"/>
                  <a:pt x="2633698" y="413586"/>
                  <a:pt x="2639119" y="408549"/>
                </a:cubicBezTo>
                <a:cubicBezTo>
                  <a:pt x="2644539" y="403513"/>
                  <a:pt x="2656350" y="396811"/>
                  <a:pt x="2674553" y="388446"/>
                </a:cubicBezTo>
                <a:lnTo>
                  <a:pt x="2674553" y="380139"/>
                </a:lnTo>
                <a:cubicBezTo>
                  <a:pt x="2674553" y="373895"/>
                  <a:pt x="2674215" y="369963"/>
                  <a:pt x="2673537" y="368342"/>
                </a:cubicBezTo>
                <a:cubicBezTo>
                  <a:pt x="2672860" y="366723"/>
                  <a:pt x="2671579" y="365309"/>
                  <a:pt x="2669694" y="364101"/>
                </a:cubicBezTo>
                <a:cubicBezTo>
                  <a:pt x="2667808" y="362893"/>
                  <a:pt x="2665688" y="362290"/>
                  <a:pt x="2663331" y="362290"/>
                </a:cubicBezTo>
                <a:cubicBezTo>
                  <a:pt x="2659502" y="362290"/>
                  <a:pt x="2656350" y="363144"/>
                  <a:pt x="2653876" y="364852"/>
                </a:cubicBezTo>
                <a:cubicBezTo>
                  <a:pt x="2652344" y="365913"/>
                  <a:pt x="2651578" y="367150"/>
                  <a:pt x="2651578" y="368564"/>
                </a:cubicBezTo>
                <a:cubicBezTo>
                  <a:pt x="2651578" y="369801"/>
                  <a:pt x="2652403" y="371332"/>
                  <a:pt x="2654053" y="373159"/>
                </a:cubicBezTo>
                <a:cubicBezTo>
                  <a:pt x="2656291" y="375692"/>
                  <a:pt x="2657411" y="378137"/>
                  <a:pt x="2657411" y="380493"/>
                </a:cubicBezTo>
                <a:cubicBezTo>
                  <a:pt x="2657411" y="383380"/>
                  <a:pt x="2656335" y="385839"/>
                  <a:pt x="2654185" y="387872"/>
                </a:cubicBezTo>
                <a:cubicBezTo>
                  <a:pt x="2652035" y="389904"/>
                  <a:pt x="2649222" y="390920"/>
                  <a:pt x="2645746" y="390920"/>
                </a:cubicBezTo>
                <a:cubicBezTo>
                  <a:pt x="2642035" y="390920"/>
                  <a:pt x="2638927" y="389801"/>
                  <a:pt x="2636423" y="387563"/>
                </a:cubicBezTo>
                <a:cubicBezTo>
                  <a:pt x="2633920" y="385324"/>
                  <a:pt x="2632668" y="382702"/>
                  <a:pt x="2632668" y="379698"/>
                </a:cubicBezTo>
                <a:cubicBezTo>
                  <a:pt x="2632668" y="375456"/>
                  <a:pt x="2634346" y="371406"/>
                  <a:pt x="2637705" y="367547"/>
                </a:cubicBezTo>
                <a:cubicBezTo>
                  <a:pt x="2641063" y="363689"/>
                  <a:pt x="2645746" y="360728"/>
                  <a:pt x="2651755" y="358667"/>
                </a:cubicBezTo>
                <a:cubicBezTo>
                  <a:pt x="2657764" y="356605"/>
                  <a:pt x="2664009" y="355573"/>
                  <a:pt x="2670488" y="355573"/>
                </a:cubicBezTo>
                <a:close/>
                <a:moveTo>
                  <a:pt x="2579443" y="355573"/>
                </a:moveTo>
                <a:cubicBezTo>
                  <a:pt x="2583920" y="355573"/>
                  <a:pt x="2588251" y="356663"/>
                  <a:pt x="2592433" y="358843"/>
                </a:cubicBezTo>
                <a:cubicBezTo>
                  <a:pt x="2594024" y="359727"/>
                  <a:pt x="2595320" y="360169"/>
                  <a:pt x="2596321" y="360169"/>
                </a:cubicBezTo>
                <a:cubicBezTo>
                  <a:pt x="2597382" y="360169"/>
                  <a:pt x="2598235" y="359948"/>
                  <a:pt x="2598884" y="359506"/>
                </a:cubicBezTo>
                <a:cubicBezTo>
                  <a:pt x="2599532" y="359064"/>
                  <a:pt x="2600563" y="357812"/>
                  <a:pt x="2601977" y="355750"/>
                </a:cubicBezTo>
                <a:lnTo>
                  <a:pt x="2604981" y="355750"/>
                </a:lnTo>
                <a:lnTo>
                  <a:pt x="2606307" y="383940"/>
                </a:lnTo>
                <a:lnTo>
                  <a:pt x="2603302" y="383940"/>
                </a:lnTo>
                <a:cubicBezTo>
                  <a:pt x="2599709" y="375574"/>
                  <a:pt x="2595983" y="369859"/>
                  <a:pt x="2592124" y="366796"/>
                </a:cubicBezTo>
                <a:cubicBezTo>
                  <a:pt x="2588265" y="363733"/>
                  <a:pt x="2584421" y="362201"/>
                  <a:pt x="2580592" y="362201"/>
                </a:cubicBezTo>
                <a:cubicBezTo>
                  <a:pt x="2578177" y="362201"/>
                  <a:pt x="2576114" y="363011"/>
                  <a:pt x="2574407" y="364631"/>
                </a:cubicBezTo>
                <a:cubicBezTo>
                  <a:pt x="2572698" y="366251"/>
                  <a:pt x="2571844" y="368122"/>
                  <a:pt x="2571844" y="370242"/>
                </a:cubicBezTo>
                <a:cubicBezTo>
                  <a:pt x="2571844" y="371833"/>
                  <a:pt x="2572433" y="373365"/>
                  <a:pt x="2573611" y="374838"/>
                </a:cubicBezTo>
                <a:cubicBezTo>
                  <a:pt x="2575496" y="377253"/>
                  <a:pt x="2580768" y="381391"/>
                  <a:pt x="2589428" y="387253"/>
                </a:cubicBezTo>
                <a:cubicBezTo>
                  <a:pt x="2598089" y="393115"/>
                  <a:pt x="2603788" y="398093"/>
                  <a:pt x="2606528" y="402187"/>
                </a:cubicBezTo>
                <a:cubicBezTo>
                  <a:pt x="2609267" y="406281"/>
                  <a:pt x="2610636" y="410862"/>
                  <a:pt x="2610636" y="415928"/>
                </a:cubicBezTo>
                <a:cubicBezTo>
                  <a:pt x="2610636" y="420523"/>
                  <a:pt x="2609488" y="425030"/>
                  <a:pt x="2607190" y="429448"/>
                </a:cubicBezTo>
                <a:cubicBezTo>
                  <a:pt x="2604893" y="433867"/>
                  <a:pt x="2601652" y="437254"/>
                  <a:pt x="2597470" y="439610"/>
                </a:cubicBezTo>
                <a:cubicBezTo>
                  <a:pt x="2593287" y="441967"/>
                  <a:pt x="2588663" y="443145"/>
                  <a:pt x="2583596" y="443145"/>
                </a:cubicBezTo>
                <a:cubicBezTo>
                  <a:pt x="2579649" y="443145"/>
                  <a:pt x="2574377" y="441908"/>
                  <a:pt x="2567779" y="439434"/>
                </a:cubicBezTo>
                <a:cubicBezTo>
                  <a:pt x="2566011" y="438786"/>
                  <a:pt x="2564805" y="438462"/>
                  <a:pt x="2564156" y="438462"/>
                </a:cubicBezTo>
                <a:cubicBezTo>
                  <a:pt x="2562211" y="438462"/>
                  <a:pt x="2560592" y="439934"/>
                  <a:pt x="2559296" y="442880"/>
                </a:cubicBezTo>
                <a:lnTo>
                  <a:pt x="2556379" y="442880"/>
                </a:lnTo>
                <a:lnTo>
                  <a:pt x="2554966" y="413189"/>
                </a:lnTo>
                <a:lnTo>
                  <a:pt x="2557970" y="413189"/>
                </a:lnTo>
                <a:cubicBezTo>
                  <a:pt x="2560621" y="420965"/>
                  <a:pt x="2564259" y="426797"/>
                  <a:pt x="2568883" y="430685"/>
                </a:cubicBezTo>
                <a:cubicBezTo>
                  <a:pt x="2573508" y="434574"/>
                  <a:pt x="2577882" y="436518"/>
                  <a:pt x="2582006" y="436518"/>
                </a:cubicBezTo>
                <a:cubicBezTo>
                  <a:pt x="2584834" y="436518"/>
                  <a:pt x="2587146" y="435649"/>
                  <a:pt x="2588943" y="433911"/>
                </a:cubicBezTo>
                <a:cubicBezTo>
                  <a:pt x="2590739" y="432173"/>
                  <a:pt x="2591638" y="430067"/>
                  <a:pt x="2591638" y="427592"/>
                </a:cubicBezTo>
                <a:cubicBezTo>
                  <a:pt x="2591638" y="424765"/>
                  <a:pt x="2590754" y="422320"/>
                  <a:pt x="2588986" y="420258"/>
                </a:cubicBezTo>
                <a:cubicBezTo>
                  <a:pt x="2587219" y="418196"/>
                  <a:pt x="2583272" y="415074"/>
                  <a:pt x="2577146" y="410891"/>
                </a:cubicBezTo>
                <a:cubicBezTo>
                  <a:pt x="2568132" y="404647"/>
                  <a:pt x="2562300" y="399875"/>
                  <a:pt x="2559649" y="396576"/>
                </a:cubicBezTo>
                <a:cubicBezTo>
                  <a:pt x="2555760" y="391745"/>
                  <a:pt x="2553817" y="386414"/>
                  <a:pt x="2553817" y="380581"/>
                </a:cubicBezTo>
                <a:cubicBezTo>
                  <a:pt x="2553817" y="374219"/>
                  <a:pt x="2556011" y="368460"/>
                  <a:pt x="2560400" y="363306"/>
                </a:cubicBezTo>
                <a:cubicBezTo>
                  <a:pt x="2564789" y="358151"/>
                  <a:pt x="2571137" y="355573"/>
                  <a:pt x="2579443" y="355573"/>
                </a:cubicBezTo>
                <a:close/>
                <a:moveTo>
                  <a:pt x="2373056" y="333128"/>
                </a:moveTo>
                <a:lnTo>
                  <a:pt x="2375795" y="333128"/>
                </a:lnTo>
                <a:lnTo>
                  <a:pt x="2375795" y="359727"/>
                </a:lnTo>
                <a:lnTo>
                  <a:pt x="2394706" y="359727"/>
                </a:lnTo>
                <a:lnTo>
                  <a:pt x="2394706" y="365913"/>
                </a:lnTo>
                <a:lnTo>
                  <a:pt x="2375795" y="365913"/>
                </a:lnTo>
                <a:lnTo>
                  <a:pt x="2375795" y="418402"/>
                </a:lnTo>
                <a:cubicBezTo>
                  <a:pt x="2375795" y="423646"/>
                  <a:pt x="2376546" y="427180"/>
                  <a:pt x="2378049" y="429006"/>
                </a:cubicBezTo>
                <a:cubicBezTo>
                  <a:pt x="2379550" y="430833"/>
                  <a:pt x="2381480" y="431746"/>
                  <a:pt x="2383837" y="431746"/>
                </a:cubicBezTo>
                <a:cubicBezTo>
                  <a:pt x="2385780" y="431746"/>
                  <a:pt x="2387666" y="431142"/>
                  <a:pt x="2389492" y="429934"/>
                </a:cubicBezTo>
                <a:cubicBezTo>
                  <a:pt x="2391318" y="428727"/>
                  <a:pt x="2392732" y="426945"/>
                  <a:pt x="2393734" y="424588"/>
                </a:cubicBezTo>
                <a:lnTo>
                  <a:pt x="2397180" y="424588"/>
                </a:lnTo>
                <a:cubicBezTo>
                  <a:pt x="2395118" y="430361"/>
                  <a:pt x="2392202" y="434706"/>
                  <a:pt x="2388432" y="437622"/>
                </a:cubicBezTo>
                <a:cubicBezTo>
                  <a:pt x="2384661" y="440538"/>
                  <a:pt x="2380773" y="441996"/>
                  <a:pt x="2376767" y="441996"/>
                </a:cubicBezTo>
                <a:cubicBezTo>
                  <a:pt x="2374057" y="441996"/>
                  <a:pt x="2371406" y="441245"/>
                  <a:pt x="2368814" y="439743"/>
                </a:cubicBezTo>
                <a:cubicBezTo>
                  <a:pt x="2366222" y="438241"/>
                  <a:pt x="2364307" y="436091"/>
                  <a:pt x="2363070" y="433292"/>
                </a:cubicBezTo>
                <a:cubicBezTo>
                  <a:pt x="2361833" y="430494"/>
                  <a:pt x="2361214" y="426179"/>
                  <a:pt x="2361214" y="420346"/>
                </a:cubicBezTo>
                <a:lnTo>
                  <a:pt x="2361214" y="365913"/>
                </a:lnTo>
                <a:lnTo>
                  <a:pt x="2348401" y="365913"/>
                </a:lnTo>
                <a:lnTo>
                  <a:pt x="2348401" y="362996"/>
                </a:lnTo>
                <a:cubicBezTo>
                  <a:pt x="2351642" y="361700"/>
                  <a:pt x="2354956" y="359506"/>
                  <a:pt x="2358343" y="356413"/>
                </a:cubicBezTo>
                <a:cubicBezTo>
                  <a:pt x="2361729" y="353320"/>
                  <a:pt x="2364749" y="349653"/>
                  <a:pt x="2367400" y="345411"/>
                </a:cubicBezTo>
                <a:cubicBezTo>
                  <a:pt x="2368755" y="343173"/>
                  <a:pt x="2370640" y="339078"/>
                  <a:pt x="2373056" y="333128"/>
                </a:cubicBezTo>
                <a:close/>
                <a:moveTo>
                  <a:pt x="2721909" y="320845"/>
                </a:moveTo>
                <a:lnTo>
                  <a:pt x="2756549" y="320845"/>
                </a:lnTo>
                <a:lnTo>
                  <a:pt x="2756549" y="423528"/>
                </a:lnTo>
                <a:cubicBezTo>
                  <a:pt x="2756549" y="429360"/>
                  <a:pt x="2757226" y="433086"/>
                  <a:pt x="2758581" y="434706"/>
                </a:cubicBezTo>
                <a:cubicBezTo>
                  <a:pt x="2759936" y="436326"/>
                  <a:pt x="2762587" y="437254"/>
                  <a:pt x="2766534" y="437490"/>
                </a:cubicBezTo>
                <a:lnTo>
                  <a:pt x="2766534" y="440671"/>
                </a:lnTo>
                <a:lnTo>
                  <a:pt x="2721909" y="440671"/>
                </a:lnTo>
                <a:lnTo>
                  <a:pt x="2721909" y="437490"/>
                </a:lnTo>
                <a:cubicBezTo>
                  <a:pt x="2725561" y="437372"/>
                  <a:pt x="2728271" y="436311"/>
                  <a:pt x="2730039" y="434309"/>
                </a:cubicBezTo>
                <a:cubicBezTo>
                  <a:pt x="2731217" y="432954"/>
                  <a:pt x="2731806" y="429360"/>
                  <a:pt x="2731806" y="423528"/>
                </a:cubicBezTo>
                <a:lnTo>
                  <a:pt x="2731806" y="337989"/>
                </a:lnTo>
                <a:cubicBezTo>
                  <a:pt x="2731806" y="332215"/>
                  <a:pt x="2731128" y="328519"/>
                  <a:pt x="2729774" y="326899"/>
                </a:cubicBezTo>
                <a:cubicBezTo>
                  <a:pt x="2728419" y="325279"/>
                  <a:pt x="2725797" y="324351"/>
                  <a:pt x="2721909" y="324115"/>
                </a:cubicBezTo>
                <a:close/>
                <a:moveTo>
                  <a:pt x="1677252" y="320845"/>
                </a:moveTo>
                <a:lnTo>
                  <a:pt x="1775074" y="320845"/>
                </a:lnTo>
                <a:lnTo>
                  <a:pt x="1776399" y="348946"/>
                </a:lnTo>
                <a:lnTo>
                  <a:pt x="1773041" y="348946"/>
                </a:lnTo>
                <a:cubicBezTo>
                  <a:pt x="1772393" y="343998"/>
                  <a:pt x="1771509" y="340463"/>
                  <a:pt x="1770390" y="338342"/>
                </a:cubicBezTo>
                <a:cubicBezTo>
                  <a:pt x="1768564" y="334925"/>
                  <a:pt x="1766134" y="332407"/>
                  <a:pt x="1763100" y="330787"/>
                </a:cubicBezTo>
                <a:cubicBezTo>
                  <a:pt x="1760066" y="329167"/>
                  <a:pt x="1756075" y="328356"/>
                  <a:pt x="1751126" y="328356"/>
                </a:cubicBezTo>
                <a:lnTo>
                  <a:pt x="1734248" y="328356"/>
                </a:lnTo>
                <a:lnTo>
                  <a:pt x="1734248" y="419904"/>
                </a:lnTo>
                <a:cubicBezTo>
                  <a:pt x="1734248" y="427269"/>
                  <a:pt x="1735044" y="431863"/>
                  <a:pt x="1736634" y="433690"/>
                </a:cubicBezTo>
                <a:cubicBezTo>
                  <a:pt x="1738873" y="436164"/>
                  <a:pt x="1742319" y="437401"/>
                  <a:pt x="1746973" y="437401"/>
                </a:cubicBezTo>
                <a:lnTo>
                  <a:pt x="1751126" y="437401"/>
                </a:lnTo>
                <a:lnTo>
                  <a:pt x="1751126" y="440671"/>
                </a:lnTo>
                <a:lnTo>
                  <a:pt x="1700316" y="440671"/>
                </a:lnTo>
                <a:lnTo>
                  <a:pt x="1700316" y="437401"/>
                </a:lnTo>
                <a:lnTo>
                  <a:pt x="1704557" y="437401"/>
                </a:lnTo>
                <a:cubicBezTo>
                  <a:pt x="1709623" y="437401"/>
                  <a:pt x="1713217" y="435869"/>
                  <a:pt x="1715338" y="432806"/>
                </a:cubicBezTo>
                <a:cubicBezTo>
                  <a:pt x="1716634" y="430921"/>
                  <a:pt x="1717282" y="426620"/>
                  <a:pt x="1717282" y="419904"/>
                </a:cubicBezTo>
                <a:lnTo>
                  <a:pt x="1717282" y="328356"/>
                </a:lnTo>
                <a:lnTo>
                  <a:pt x="1702878" y="328356"/>
                </a:lnTo>
                <a:cubicBezTo>
                  <a:pt x="1697282" y="328356"/>
                  <a:pt x="1693305" y="328769"/>
                  <a:pt x="1690949" y="329594"/>
                </a:cubicBezTo>
                <a:cubicBezTo>
                  <a:pt x="1687885" y="330713"/>
                  <a:pt x="1685264" y="332864"/>
                  <a:pt x="1683084" y="336045"/>
                </a:cubicBezTo>
                <a:cubicBezTo>
                  <a:pt x="1680904" y="339226"/>
                  <a:pt x="1679608" y="343526"/>
                  <a:pt x="1679196" y="348946"/>
                </a:cubicBezTo>
                <a:lnTo>
                  <a:pt x="1675838" y="348946"/>
                </a:lnTo>
                <a:close/>
                <a:moveTo>
                  <a:pt x="2176124" y="315013"/>
                </a:moveTo>
                <a:lnTo>
                  <a:pt x="2180100" y="315013"/>
                </a:lnTo>
                <a:lnTo>
                  <a:pt x="2180100" y="422379"/>
                </a:lnTo>
                <a:cubicBezTo>
                  <a:pt x="2180100" y="427445"/>
                  <a:pt x="2180468" y="430803"/>
                  <a:pt x="2181204" y="432453"/>
                </a:cubicBezTo>
                <a:cubicBezTo>
                  <a:pt x="2181941" y="434102"/>
                  <a:pt x="2183075" y="435354"/>
                  <a:pt x="2184606" y="436208"/>
                </a:cubicBezTo>
                <a:cubicBezTo>
                  <a:pt x="2186139" y="437063"/>
                  <a:pt x="2188995" y="437490"/>
                  <a:pt x="2193178" y="437490"/>
                </a:cubicBezTo>
                <a:lnTo>
                  <a:pt x="2193178" y="440671"/>
                </a:lnTo>
                <a:lnTo>
                  <a:pt x="2153502" y="440671"/>
                </a:lnTo>
                <a:lnTo>
                  <a:pt x="2153502" y="437490"/>
                </a:lnTo>
                <a:cubicBezTo>
                  <a:pt x="2157213" y="437490"/>
                  <a:pt x="2159746" y="437107"/>
                  <a:pt x="2161101" y="436341"/>
                </a:cubicBezTo>
                <a:cubicBezTo>
                  <a:pt x="2162456" y="435575"/>
                  <a:pt x="2163516" y="434309"/>
                  <a:pt x="2164282" y="432541"/>
                </a:cubicBezTo>
                <a:cubicBezTo>
                  <a:pt x="2165048" y="430773"/>
                  <a:pt x="2165431" y="427386"/>
                  <a:pt x="2165431" y="422379"/>
                </a:cubicBezTo>
                <a:lnTo>
                  <a:pt x="2165431" y="348858"/>
                </a:lnTo>
                <a:cubicBezTo>
                  <a:pt x="2165431" y="339726"/>
                  <a:pt x="2165225" y="334115"/>
                  <a:pt x="2164813" y="332024"/>
                </a:cubicBezTo>
                <a:cubicBezTo>
                  <a:pt x="2164400" y="329932"/>
                  <a:pt x="2163737" y="328504"/>
                  <a:pt x="2162824" y="327738"/>
                </a:cubicBezTo>
                <a:cubicBezTo>
                  <a:pt x="2161911" y="326972"/>
                  <a:pt x="2160747" y="326589"/>
                  <a:pt x="2159334" y="326589"/>
                </a:cubicBezTo>
                <a:cubicBezTo>
                  <a:pt x="2157802" y="326589"/>
                  <a:pt x="2155858" y="327061"/>
                  <a:pt x="2153502" y="328003"/>
                </a:cubicBezTo>
                <a:lnTo>
                  <a:pt x="2152000" y="324910"/>
                </a:lnTo>
                <a:close/>
                <a:moveTo>
                  <a:pt x="4905717" y="288903"/>
                </a:moveTo>
                <a:cubicBezTo>
                  <a:pt x="4898588" y="293086"/>
                  <a:pt x="4893286" y="297563"/>
                  <a:pt x="4889811" y="302335"/>
                </a:cubicBezTo>
                <a:cubicBezTo>
                  <a:pt x="4887513" y="305516"/>
                  <a:pt x="4886364" y="308727"/>
                  <a:pt x="4886364" y="311967"/>
                </a:cubicBezTo>
                <a:cubicBezTo>
                  <a:pt x="4886364" y="314677"/>
                  <a:pt x="4887336" y="317063"/>
                  <a:pt x="4889281" y="319125"/>
                </a:cubicBezTo>
                <a:cubicBezTo>
                  <a:pt x="4890753" y="320715"/>
                  <a:pt x="4892816" y="321511"/>
                  <a:pt x="4895466" y="321511"/>
                </a:cubicBezTo>
                <a:cubicBezTo>
                  <a:pt x="4898412" y="321511"/>
                  <a:pt x="4901829" y="319861"/>
                  <a:pt x="4905717" y="316562"/>
                </a:cubicBezTo>
                <a:close/>
                <a:moveTo>
                  <a:pt x="7967944" y="284255"/>
                </a:moveTo>
                <a:lnTo>
                  <a:pt x="8019461" y="284255"/>
                </a:lnTo>
                <a:lnTo>
                  <a:pt x="8019461" y="302547"/>
                </a:lnTo>
                <a:lnTo>
                  <a:pt x="7967944" y="302547"/>
                </a:lnTo>
                <a:close/>
                <a:moveTo>
                  <a:pt x="4668652" y="260891"/>
                </a:moveTo>
                <a:cubicBezTo>
                  <a:pt x="4662702" y="260891"/>
                  <a:pt x="4657813" y="265192"/>
                  <a:pt x="4653983" y="273793"/>
                </a:cubicBezTo>
                <a:lnTo>
                  <a:pt x="4653983" y="317888"/>
                </a:lnTo>
                <a:cubicBezTo>
                  <a:pt x="4659050" y="325075"/>
                  <a:pt x="4664469" y="328669"/>
                  <a:pt x="4670243" y="328669"/>
                </a:cubicBezTo>
                <a:cubicBezTo>
                  <a:pt x="4673424" y="328669"/>
                  <a:pt x="4676045" y="326990"/>
                  <a:pt x="4678107" y="323631"/>
                </a:cubicBezTo>
                <a:cubicBezTo>
                  <a:pt x="4681171" y="318683"/>
                  <a:pt x="4682702" y="309257"/>
                  <a:pt x="4682702" y="295354"/>
                </a:cubicBezTo>
                <a:cubicBezTo>
                  <a:pt x="4682702" y="281098"/>
                  <a:pt x="4681023" y="271348"/>
                  <a:pt x="4677666" y="266105"/>
                </a:cubicBezTo>
                <a:cubicBezTo>
                  <a:pt x="4675427" y="262629"/>
                  <a:pt x="4672422" y="260891"/>
                  <a:pt x="4668652" y="260891"/>
                </a:cubicBezTo>
                <a:close/>
                <a:moveTo>
                  <a:pt x="4478152" y="260891"/>
                </a:moveTo>
                <a:cubicBezTo>
                  <a:pt x="4472202" y="260891"/>
                  <a:pt x="4467313" y="265192"/>
                  <a:pt x="4463483" y="273793"/>
                </a:cubicBezTo>
                <a:lnTo>
                  <a:pt x="4463483" y="317888"/>
                </a:lnTo>
                <a:cubicBezTo>
                  <a:pt x="4468550" y="325075"/>
                  <a:pt x="4473969" y="328669"/>
                  <a:pt x="4479743" y="328669"/>
                </a:cubicBezTo>
                <a:cubicBezTo>
                  <a:pt x="4482924" y="328669"/>
                  <a:pt x="4485546" y="326990"/>
                  <a:pt x="4487607" y="323631"/>
                </a:cubicBezTo>
                <a:cubicBezTo>
                  <a:pt x="4490671" y="318683"/>
                  <a:pt x="4492202" y="309257"/>
                  <a:pt x="4492202" y="295354"/>
                </a:cubicBezTo>
                <a:cubicBezTo>
                  <a:pt x="4492202" y="281098"/>
                  <a:pt x="4490523" y="271348"/>
                  <a:pt x="4487166" y="266105"/>
                </a:cubicBezTo>
                <a:cubicBezTo>
                  <a:pt x="4484927" y="262629"/>
                  <a:pt x="4481922" y="260891"/>
                  <a:pt x="4478152" y="260891"/>
                </a:cubicBezTo>
                <a:close/>
                <a:moveTo>
                  <a:pt x="7921030" y="260661"/>
                </a:moveTo>
                <a:cubicBezTo>
                  <a:pt x="7915080" y="260661"/>
                  <a:pt x="7910190" y="264962"/>
                  <a:pt x="7906361" y="273563"/>
                </a:cubicBezTo>
                <a:lnTo>
                  <a:pt x="7906361" y="317658"/>
                </a:lnTo>
                <a:cubicBezTo>
                  <a:pt x="7911428" y="324845"/>
                  <a:pt x="7916847" y="328438"/>
                  <a:pt x="7922621" y="328438"/>
                </a:cubicBezTo>
                <a:cubicBezTo>
                  <a:pt x="7925802" y="328438"/>
                  <a:pt x="7928423" y="326759"/>
                  <a:pt x="7930485" y="323401"/>
                </a:cubicBezTo>
                <a:cubicBezTo>
                  <a:pt x="7933549" y="318453"/>
                  <a:pt x="7935080" y="309027"/>
                  <a:pt x="7935080" y="295124"/>
                </a:cubicBezTo>
                <a:cubicBezTo>
                  <a:pt x="7935080" y="280867"/>
                  <a:pt x="7933401" y="271118"/>
                  <a:pt x="7930043" y="265875"/>
                </a:cubicBezTo>
                <a:cubicBezTo>
                  <a:pt x="7927805" y="262399"/>
                  <a:pt x="7924800" y="260661"/>
                  <a:pt x="7921030" y="260661"/>
                </a:cubicBezTo>
                <a:close/>
                <a:moveTo>
                  <a:pt x="7288297" y="257833"/>
                </a:moveTo>
                <a:cubicBezTo>
                  <a:pt x="7283407" y="257833"/>
                  <a:pt x="7279033" y="259733"/>
                  <a:pt x="7275174" y="263533"/>
                </a:cubicBezTo>
                <a:cubicBezTo>
                  <a:pt x="7271316" y="267333"/>
                  <a:pt x="7269062" y="272620"/>
                  <a:pt x="7268414" y="279395"/>
                </a:cubicBezTo>
                <a:lnTo>
                  <a:pt x="7305882" y="279395"/>
                </a:lnTo>
                <a:cubicBezTo>
                  <a:pt x="7305587" y="274210"/>
                  <a:pt x="7304969" y="270558"/>
                  <a:pt x="7304026" y="268437"/>
                </a:cubicBezTo>
                <a:cubicBezTo>
                  <a:pt x="7302553" y="265138"/>
                  <a:pt x="7300359" y="262546"/>
                  <a:pt x="7297443" y="260661"/>
                </a:cubicBezTo>
                <a:cubicBezTo>
                  <a:pt x="7294527" y="258776"/>
                  <a:pt x="7291478" y="257833"/>
                  <a:pt x="7288297" y="257833"/>
                </a:cubicBezTo>
                <a:close/>
                <a:moveTo>
                  <a:pt x="7034480" y="257391"/>
                </a:moveTo>
                <a:cubicBezTo>
                  <a:pt x="7031357" y="257391"/>
                  <a:pt x="7028220" y="258319"/>
                  <a:pt x="7025069" y="260175"/>
                </a:cubicBezTo>
                <a:cubicBezTo>
                  <a:pt x="7021917" y="262031"/>
                  <a:pt x="7019369" y="265286"/>
                  <a:pt x="7017425" y="269940"/>
                </a:cubicBezTo>
                <a:cubicBezTo>
                  <a:pt x="7015481" y="274593"/>
                  <a:pt x="7014509" y="280573"/>
                  <a:pt x="7014509" y="287878"/>
                </a:cubicBezTo>
                <a:cubicBezTo>
                  <a:pt x="7014509" y="299660"/>
                  <a:pt x="7016850" y="309822"/>
                  <a:pt x="7021534" y="318365"/>
                </a:cubicBezTo>
                <a:cubicBezTo>
                  <a:pt x="7026217" y="326906"/>
                  <a:pt x="7032388" y="331178"/>
                  <a:pt x="7040047" y="331178"/>
                </a:cubicBezTo>
                <a:cubicBezTo>
                  <a:pt x="7045761" y="331178"/>
                  <a:pt x="7050474" y="328821"/>
                  <a:pt x="7054185" y="324108"/>
                </a:cubicBezTo>
                <a:cubicBezTo>
                  <a:pt x="7057897" y="319395"/>
                  <a:pt x="7059753" y="311295"/>
                  <a:pt x="7059753" y="299807"/>
                </a:cubicBezTo>
                <a:cubicBezTo>
                  <a:pt x="7059753" y="285433"/>
                  <a:pt x="7056660" y="274122"/>
                  <a:pt x="7050474" y="265875"/>
                </a:cubicBezTo>
                <a:cubicBezTo>
                  <a:pt x="7046291" y="260219"/>
                  <a:pt x="7040960" y="257391"/>
                  <a:pt x="7034480" y="257391"/>
                </a:cubicBezTo>
                <a:close/>
                <a:moveTo>
                  <a:pt x="7197995" y="257038"/>
                </a:moveTo>
                <a:cubicBezTo>
                  <a:pt x="7192811" y="257038"/>
                  <a:pt x="7188186" y="259365"/>
                  <a:pt x="7184122" y="264019"/>
                </a:cubicBezTo>
                <a:cubicBezTo>
                  <a:pt x="7178761" y="270146"/>
                  <a:pt x="7176080" y="279100"/>
                  <a:pt x="7176080" y="290883"/>
                </a:cubicBezTo>
                <a:cubicBezTo>
                  <a:pt x="7176080" y="302782"/>
                  <a:pt x="7178672" y="311899"/>
                  <a:pt x="7183857" y="318232"/>
                </a:cubicBezTo>
                <a:cubicBezTo>
                  <a:pt x="7189041" y="324565"/>
                  <a:pt x="7194814" y="327731"/>
                  <a:pt x="7201176" y="327731"/>
                </a:cubicBezTo>
                <a:cubicBezTo>
                  <a:pt x="7206537" y="327731"/>
                  <a:pt x="7211722" y="325051"/>
                  <a:pt x="7216729" y="319690"/>
                </a:cubicBezTo>
                <a:lnTo>
                  <a:pt x="7216729" y="277981"/>
                </a:lnTo>
                <a:cubicBezTo>
                  <a:pt x="7216375" y="273975"/>
                  <a:pt x="7215315" y="270322"/>
                  <a:pt x="7213548" y="267024"/>
                </a:cubicBezTo>
                <a:cubicBezTo>
                  <a:pt x="7211780" y="263725"/>
                  <a:pt x="7209439" y="261235"/>
                  <a:pt x="7206523" y="259557"/>
                </a:cubicBezTo>
                <a:cubicBezTo>
                  <a:pt x="7203606" y="257878"/>
                  <a:pt x="7200764" y="257038"/>
                  <a:pt x="7197995" y="257038"/>
                </a:cubicBezTo>
                <a:close/>
                <a:moveTo>
                  <a:pt x="4566068" y="256385"/>
                </a:moveTo>
                <a:cubicBezTo>
                  <a:pt x="4563063" y="256385"/>
                  <a:pt x="4560486" y="257519"/>
                  <a:pt x="4558336" y="259786"/>
                </a:cubicBezTo>
                <a:cubicBezTo>
                  <a:pt x="4556185" y="262055"/>
                  <a:pt x="4554772" y="266532"/>
                  <a:pt x="4554094" y="273218"/>
                </a:cubicBezTo>
                <a:cubicBezTo>
                  <a:pt x="4553416" y="279905"/>
                  <a:pt x="4553078" y="289198"/>
                  <a:pt x="4553078" y="301098"/>
                </a:cubicBezTo>
                <a:cubicBezTo>
                  <a:pt x="4553078" y="307401"/>
                  <a:pt x="4553490" y="313293"/>
                  <a:pt x="4554315" y="318771"/>
                </a:cubicBezTo>
                <a:cubicBezTo>
                  <a:pt x="4554963" y="322954"/>
                  <a:pt x="4556347" y="326135"/>
                  <a:pt x="4558468" y="328315"/>
                </a:cubicBezTo>
                <a:cubicBezTo>
                  <a:pt x="4560589" y="330495"/>
                  <a:pt x="4563004" y="331585"/>
                  <a:pt x="4565714" y="331585"/>
                </a:cubicBezTo>
                <a:cubicBezTo>
                  <a:pt x="4568365" y="331585"/>
                  <a:pt x="4570574" y="330848"/>
                  <a:pt x="4572342" y="329375"/>
                </a:cubicBezTo>
                <a:cubicBezTo>
                  <a:pt x="4574639" y="327372"/>
                  <a:pt x="4576171" y="324574"/>
                  <a:pt x="4576937" y="320980"/>
                </a:cubicBezTo>
                <a:cubicBezTo>
                  <a:pt x="4578115" y="315384"/>
                  <a:pt x="4578704" y="304073"/>
                  <a:pt x="4578704" y="287048"/>
                </a:cubicBezTo>
                <a:cubicBezTo>
                  <a:pt x="4578704" y="277033"/>
                  <a:pt x="4578144" y="270155"/>
                  <a:pt x="4577025" y="266414"/>
                </a:cubicBezTo>
                <a:cubicBezTo>
                  <a:pt x="4575906" y="262673"/>
                  <a:pt x="4574256" y="259948"/>
                  <a:pt x="4572077" y="258240"/>
                </a:cubicBezTo>
                <a:cubicBezTo>
                  <a:pt x="4570545" y="257003"/>
                  <a:pt x="4568542" y="256385"/>
                  <a:pt x="4566068" y="256385"/>
                </a:cubicBezTo>
                <a:close/>
                <a:moveTo>
                  <a:pt x="4204118" y="256385"/>
                </a:moveTo>
                <a:cubicBezTo>
                  <a:pt x="4201113" y="256385"/>
                  <a:pt x="4198536" y="257519"/>
                  <a:pt x="4196386" y="259786"/>
                </a:cubicBezTo>
                <a:cubicBezTo>
                  <a:pt x="4194235" y="262055"/>
                  <a:pt x="4192822" y="266532"/>
                  <a:pt x="4192144" y="273218"/>
                </a:cubicBezTo>
                <a:cubicBezTo>
                  <a:pt x="4191467" y="279905"/>
                  <a:pt x="4191128" y="289198"/>
                  <a:pt x="4191128" y="301098"/>
                </a:cubicBezTo>
                <a:cubicBezTo>
                  <a:pt x="4191128" y="307401"/>
                  <a:pt x="4191540" y="313293"/>
                  <a:pt x="4192365" y="318771"/>
                </a:cubicBezTo>
                <a:cubicBezTo>
                  <a:pt x="4193013" y="322954"/>
                  <a:pt x="4194397" y="326135"/>
                  <a:pt x="4196518" y="328315"/>
                </a:cubicBezTo>
                <a:cubicBezTo>
                  <a:pt x="4198639" y="330495"/>
                  <a:pt x="4201054" y="331585"/>
                  <a:pt x="4203764" y="331585"/>
                </a:cubicBezTo>
                <a:cubicBezTo>
                  <a:pt x="4206415" y="331585"/>
                  <a:pt x="4208624" y="330848"/>
                  <a:pt x="4210392" y="329375"/>
                </a:cubicBezTo>
                <a:cubicBezTo>
                  <a:pt x="4212689" y="327372"/>
                  <a:pt x="4214221" y="324574"/>
                  <a:pt x="4214987" y="320980"/>
                </a:cubicBezTo>
                <a:cubicBezTo>
                  <a:pt x="4216165" y="315384"/>
                  <a:pt x="4216754" y="304073"/>
                  <a:pt x="4216754" y="287048"/>
                </a:cubicBezTo>
                <a:cubicBezTo>
                  <a:pt x="4216754" y="277033"/>
                  <a:pt x="4216195" y="270155"/>
                  <a:pt x="4215075" y="266414"/>
                </a:cubicBezTo>
                <a:cubicBezTo>
                  <a:pt x="4213956" y="262673"/>
                  <a:pt x="4212306" y="259948"/>
                  <a:pt x="4210127" y="258240"/>
                </a:cubicBezTo>
                <a:cubicBezTo>
                  <a:pt x="4208595" y="257003"/>
                  <a:pt x="4206592" y="256385"/>
                  <a:pt x="4204118" y="256385"/>
                </a:cubicBezTo>
                <a:close/>
                <a:moveTo>
                  <a:pt x="7818446" y="256154"/>
                </a:moveTo>
                <a:cubicBezTo>
                  <a:pt x="7815441" y="256154"/>
                  <a:pt x="7812864" y="257288"/>
                  <a:pt x="7810714" y="259557"/>
                </a:cubicBezTo>
                <a:cubicBezTo>
                  <a:pt x="7808563" y="261824"/>
                  <a:pt x="7807150" y="266302"/>
                  <a:pt x="7806472" y="272988"/>
                </a:cubicBezTo>
                <a:cubicBezTo>
                  <a:pt x="7805795" y="279675"/>
                  <a:pt x="7805456" y="288968"/>
                  <a:pt x="7805456" y="300868"/>
                </a:cubicBezTo>
                <a:cubicBezTo>
                  <a:pt x="7805456" y="307171"/>
                  <a:pt x="7805868" y="313062"/>
                  <a:pt x="7806693" y="318541"/>
                </a:cubicBezTo>
                <a:cubicBezTo>
                  <a:pt x="7807341" y="322724"/>
                  <a:pt x="7808725" y="325905"/>
                  <a:pt x="7810846" y="328085"/>
                </a:cubicBezTo>
                <a:cubicBezTo>
                  <a:pt x="7812967" y="330264"/>
                  <a:pt x="7815382" y="331354"/>
                  <a:pt x="7818092" y="331354"/>
                </a:cubicBezTo>
                <a:cubicBezTo>
                  <a:pt x="7820743" y="331354"/>
                  <a:pt x="7822952" y="330618"/>
                  <a:pt x="7824720" y="329145"/>
                </a:cubicBezTo>
                <a:cubicBezTo>
                  <a:pt x="7827017" y="327142"/>
                  <a:pt x="7828549" y="324344"/>
                  <a:pt x="7829315" y="320751"/>
                </a:cubicBezTo>
                <a:cubicBezTo>
                  <a:pt x="7830493" y="315154"/>
                  <a:pt x="7831082" y="303843"/>
                  <a:pt x="7831082" y="286817"/>
                </a:cubicBezTo>
                <a:cubicBezTo>
                  <a:pt x="7831082" y="276803"/>
                  <a:pt x="7830522" y="269925"/>
                  <a:pt x="7829403" y="266184"/>
                </a:cubicBezTo>
                <a:cubicBezTo>
                  <a:pt x="7828284" y="262443"/>
                  <a:pt x="7826634" y="259718"/>
                  <a:pt x="7824455" y="258010"/>
                </a:cubicBezTo>
                <a:cubicBezTo>
                  <a:pt x="7822923" y="256773"/>
                  <a:pt x="7820920" y="256154"/>
                  <a:pt x="7818446" y="256154"/>
                </a:cubicBezTo>
                <a:close/>
                <a:moveTo>
                  <a:pt x="7555011" y="254034"/>
                </a:moveTo>
                <a:lnTo>
                  <a:pt x="7592743" y="254034"/>
                </a:lnTo>
                <a:lnTo>
                  <a:pt x="7592743" y="257303"/>
                </a:lnTo>
                <a:lnTo>
                  <a:pt x="7590887" y="257303"/>
                </a:lnTo>
                <a:cubicBezTo>
                  <a:pt x="7588236" y="257303"/>
                  <a:pt x="7586248" y="257878"/>
                  <a:pt x="7584923" y="259026"/>
                </a:cubicBezTo>
                <a:cubicBezTo>
                  <a:pt x="7583597" y="260175"/>
                  <a:pt x="7582934" y="261604"/>
                  <a:pt x="7582934" y="263312"/>
                </a:cubicBezTo>
                <a:cubicBezTo>
                  <a:pt x="7582934" y="265609"/>
                  <a:pt x="7583907" y="268791"/>
                  <a:pt x="7585851" y="272856"/>
                </a:cubicBezTo>
                <a:lnTo>
                  <a:pt x="7605556" y="313681"/>
                </a:lnTo>
                <a:lnTo>
                  <a:pt x="7623672" y="268968"/>
                </a:lnTo>
                <a:cubicBezTo>
                  <a:pt x="7624673" y="266552"/>
                  <a:pt x="7625174" y="264166"/>
                  <a:pt x="7625174" y="261810"/>
                </a:cubicBezTo>
                <a:cubicBezTo>
                  <a:pt x="7625174" y="260749"/>
                  <a:pt x="7624968" y="259954"/>
                  <a:pt x="7624555" y="259424"/>
                </a:cubicBezTo>
                <a:cubicBezTo>
                  <a:pt x="7624084" y="258776"/>
                  <a:pt x="7623347" y="258260"/>
                  <a:pt x="7622346" y="257878"/>
                </a:cubicBezTo>
                <a:cubicBezTo>
                  <a:pt x="7621345" y="257495"/>
                  <a:pt x="7619577" y="257303"/>
                  <a:pt x="7617044" y="257303"/>
                </a:cubicBezTo>
                <a:lnTo>
                  <a:pt x="7617044" y="254034"/>
                </a:lnTo>
                <a:lnTo>
                  <a:pt x="7643377" y="254034"/>
                </a:lnTo>
                <a:lnTo>
                  <a:pt x="7643377" y="257303"/>
                </a:lnTo>
                <a:cubicBezTo>
                  <a:pt x="7641198" y="257539"/>
                  <a:pt x="7639519" y="258010"/>
                  <a:pt x="7638340" y="258717"/>
                </a:cubicBezTo>
                <a:cubicBezTo>
                  <a:pt x="7637162" y="259424"/>
                  <a:pt x="7635866" y="260749"/>
                  <a:pt x="7634452" y="262693"/>
                </a:cubicBezTo>
                <a:cubicBezTo>
                  <a:pt x="7633922" y="263518"/>
                  <a:pt x="7632921" y="265786"/>
                  <a:pt x="7631448" y="269498"/>
                </a:cubicBezTo>
                <a:lnTo>
                  <a:pt x="7598487" y="350265"/>
                </a:lnTo>
                <a:cubicBezTo>
                  <a:pt x="7595306" y="358100"/>
                  <a:pt x="7591138" y="364021"/>
                  <a:pt x="7585983" y="368027"/>
                </a:cubicBezTo>
                <a:cubicBezTo>
                  <a:pt x="7580828" y="372033"/>
                  <a:pt x="7575865" y="374036"/>
                  <a:pt x="7571093" y="374036"/>
                </a:cubicBezTo>
                <a:cubicBezTo>
                  <a:pt x="7567618" y="374036"/>
                  <a:pt x="7564760" y="373034"/>
                  <a:pt x="7562522" y="371031"/>
                </a:cubicBezTo>
                <a:cubicBezTo>
                  <a:pt x="7560283" y="369028"/>
                  <a:pt x="7559164" y="366730"/>
                  <a:pt x="7559164" y="364139"/>
                </a:cubicBezTo>
                <a:cubicBezTo>
                  <a:pt x="7559164" y="361664"/>
                  <a:pt x="7559974" y="359676"/>
                  <a:pt x="7561594" y="358174"/>
                </a:cubicBezTo>
                <a:cubicBezTo>
                  <a:pt x="7563214" y="356672"/>
                  <a:pt x="7565438" y="355920"/>
                  <a:pt x="7568266" y="355920"/>
                </a:cubicBezTo>
                <a:cubicBezTo>
                  <a:pt x="7570210" y="355920"/>
                  <a:pt x="7572861" y="356568"/>
                  <a:pt x="7576219" y="357864"/>
                </a:cubicBezTo>
                <a:cubicBezTo>
                  <a:pt x="7578575" y="358748"/>
                  <a:pt x="7580048" y="359190"/>
                  <a:pt x="7580637" y="359190"/>
                </a:cubicBezTo>
                <a:cubicBezTo>
                  <a:pt x="7582404" y="359190"/>
                  <a:pt x="7584334" y="358277"/>
                  <a:pt x="7586425" y="356450"/>
                </a:cubicBezTo>
                <a:cubicBezTo>
                  <a:pt x="7588516" y="354624"/>
                  <a:pt x="7590622" y="351090"/>
                  <a:pt x="7592743" y="345847"/>
                </a:cubicBezTo>
                <a:lnTo>
                  <a:pt x="7598487" y="331796"/>
                </a:lnTo>
                <a:lnTo>
                  <a:pt x="7569414" y="270735"/>
                </a:lnTo>
                <a:cubicBezTo>
                  <a:pt x="7568531" y="268908"/>
                  <a:pt x="7567117" y="266641"/>
                  <a:pt x="7565173" y="263930"/>
                </a:cubicBezTo>
                <a:cubicBezTo>
                  <a:pt x="7563700" y="261869"/>
                  <a:pt x="7562492" y="260484"/>
                  <a:pt x="7561550" y="259777"/>
                </a:cubicBezTo>
                <a:cubicBezTo>
                  <a:pt x="7560195" y="258835"/>
                  <a:pt x="7558015" y="258010"/>
                  <a:pt x="7555011" y="257303"/>
                </a:cubicBezTo>
                <a:close/>
                <a:moveTo>
                  <a:pt x="4716715" y="252585"/>
                </a:moveTo>
                <a:lnTo>
                  <a:pt x="4750382" y="252585"/>
                </a:lnTo>
                <a:lnTo>
                  <a:pt x="4750382" y="309051"/>
                </a:lnTo>
                <a:cubicBezTo>
                  <a:pt x="4750382" y="314942"/>
                  <a:pt x="4750662" y="318742"/>
                  <a:pt x="4751222" y="320450"/>
                </a:cubicBezTo>
                <a:cubicBezTo>
                  <a:pt x="4751781" y="322159"/>
                  <a:pt x="4752665" y="323455"/>
                  <a:pt x="4753873" y="324338"/>
                </a:cubicBezTo>
                <a:cubicBezTo>
                  <a:pt x="4755080" y="325222"/>
                  <a:pt x="4756479" y="325664"/>
                  <a:pt x="4758070" y="325664"/>
                </a:cubicBezTo>
                <a:cubicBezTo>
                  <a:pt x="4760191" y="325664"/>
                  <a:pt x="4762105" y="325104"/>
                  <a:pt x="4763814" y="323985"/>
                </a:cubicBezTo>
                <a:cubicBezTo>
                  <a:pt x="4766170" y="322453"/>
                  <a:pt x="4768998" y="319361"/>
                  <a:pt x="4772297" y="314706"/>
                </a:cubicBezTo>
                <a:lnTo>
                  <a:pt x="4772297" y="270523"/>
                </a:lnTo>
                <a:cubicBezTo>
                  <a:pt x="4772297" y="264279"/>
                  <a:pt x="4771723" y="260390"/>
                  <a:pt x="4770574" y="258859"/>
                </a:cubicBezTo>
                <a:cubicBezTo>
                  <a:pt x="4769425" y="257327"/>
                  <a:pt x="4767024" y="256325"/>
                  <a:pt x="4763372" y="255854"/>
                </a:cubicBezTo>
                <a:lnTo>
                  <a:pt x="4763372" y="252585"/>
                </a:lnTo>
                <a:lnTo>
                  <a:pt x="4797040" y="252585"/>
                </a:lnTo>
                <a:lnTo>
                  <a:pt x="4797040" y="317269"/>
                </a:lnTo>
                <a:cubicBezTo>
                  <a:pt x="4797040" y="323573"/>
                  <a:pt x="4797629" y="327505"/>
                  <a:pt x="4798807" y="329066"/>
                </a:cubicBezTo>
                <a:cubicBezTo>
                  <a:pt x="4799985" y="330627"/>
                  <a:pt x="4802371" y="331614"/>
                  <a:pt x="4805965" y="332026"/>
                </a:cubicBezTo>
                <a:lnTo>
                  <a:pt x="4805965" y="335208"/>
                </a:lnTo>
                <a:lnTo>
                  <a:pt x="4772297" y="335208"/>
                </a:lnTo>
                <a:lnTo>
                  <a:pt x="4772297" y="324162"/>
                </a:lnTo>
                <a:cubicBezTo>
                  <a:pt x="4768350" y="328874"/>
                  <a:pt x="4764403" y="332306"/>
                  <a:pt x="4760456" y="334456"/>
                </a:cubicBezTo>
                <a:cubicBezTo>
                  <a:pt x="4756509" y="336607"/>
                  <a:pt x="4752090" y="337682"/>
                  <a:pt x="4747201" y="337682"/>
                </a:cubicBezTo>
                <a:cubicBezTo>
                  <a:pt x="4742547" y="337682"/>
                  <a:pt x="4738408" y="336253"/>
                  <a:pt x="4734785" y="333396"/>
                </a:cubicBezTo>
                <a:cubicBezTo>
                  <a:pt x="4731162" y="330539"/>
                  <a:pt x="4728732" y="327196"/>
                  <a:pt x="4727495" y="323366"/>
                </a:cubicBezTo>
                <a:cubicBezTo>
                  <a:pt x="4726258" y="319537"/>
                  <a:pt x="4725639" y="312851"/>
                  <a:pt x="4725639" y="303307"/>
                </a:cubicBezTo>
                <a:lnTo>
                  <a:pt x="4725639" y="270523"/>
                </a:lnTo>
                <a:cubicBezTo>
                  <a:pt x="4725639" y="264279"/>
                  <a:pt x="4725065" y="260390"/>
                  <a:pt x="4723916" y="258859"/>
                </a:cubicBezTo>
                <a:cubicBezTo>
                  <a:pt x="4722767" y="257327"/>
                  <a:pt x="4720367" y="256325"/>
                  <a:pt x="4716715" y="255854"/>
                </a:cubicBezTo>
                <a:close/>
                <a:moveTo>
                  <a:pt x="7350800" y="251648"/>
                </a:moveTo>
                <a:lnTo>
                  <a:pt x="7354600" y="251648"/>
                </a:lnTo>
                <a:lnTo>
                  <a:pt x="7354600" y="268791"/>
                </a:lnTo>
                <a:cubicBezTo>
                  <a:pt x="7364084" y="257362"/>
                  <a:pt x="7373127" y="251648"/>
                  <a:pt x="7381728" y="251648"/>
                </a:cubicBezTo>
                <a:cubicBezTo>
                  <a:pt x="7386146" y="251648"/>
                  <a:pt x="7389946" y="252752"/>
                  <a:pt x="7393127" y="254962"/>
                </a:cubicBezTo>
                <a:cubicBezTo>
                  <a:pt x="7396309" y="257171"/>
                  <a:pt x="7398842" y="260808"/>
                  <a:pt x="7400727" y="265875"/>
                </a:cubicBezTo>
                <a:cubicBezTo>
                  <a:pt x="7402023" y="269409"/>
                  <a:pt x="7402671" y="274829"/>
                  <a:pt x="7402671" y="282134"/>
                </a:cubicBezTo>
                <a:lnTo>
                  <a:pt x="7402671" y="316686"/>
                </a:lnTo>
                <a:cubicBezTo>
                  <a:pt x="7402671" y="321811"/>
                  <a:pt x="7403083" y="325287"/>
                  <a:pt x="7403908" y="327113"/>
                </a:cubicBezTo>
                <a:cubicBezTo>
                  <a:pt x="7404556" y="328585"/>
                  <a:pt x="7405602" y="329734"/>
                  <a:pt x="7407045" y="330559"/>
                </a:cubicBezTo>
                <a:cubicBezTo>
                  <a:pt x="7408489" y="331384"/>
                  <a:pt x="7411154" y="331796"/>
                  <a:pt x="7415042" y="331796"/>
                </a:cubicBezTo>
                <a:lnTo>
                  <a:pt x="7415042" y="334977"/>
                </a:lnTo>
                <a:lnTo>
                  <a:pt x="7375012" y="334977"/>
                </a:lnTo>
                <a:lnTo>
                  <a:pt x="7375012" y="331796"/>
                </a:lnTo>
                <a:lnTo>
                  <a:pt x="7376691" y="331796"/>
                </a:lnTo>
                <a:cubicBezTo>
                  <a:pt x="7380462" y="331796"/>
                  <a:pt x="7383098" y="331222"/>
                  <a:pt x="7384600" y="330073"/>
                </a:cubicBezTo>
                <a:cubicBezTo>
                  <a:pt x="7386102" y="328924"/>
                  <a:pt x="7387148" y="327231"/>
                  <a:pt x="7387737" y="324992"/>
                </a:cubicBezTo>
                <a:cubicBezTo>
                  <a:pt x="7387973" y="324108"/>
                  <a:pt x="7388091" y="321340"/>
                  <a:pt x="7388091" y="316686"/>
                </a:cubicBezTo>
                <a:lnTo>
                  <a:pt x="7388091" y="283548"/>
                </a:lnTo>
                <a:cubicBezTo>
                  <a:pt x="7388091" y="276184"/>
                  <a:pt x="7387133" y="270838"/>
                  <a:pt x="7385219" y="267509"/>
                </a:cubicBezTo>
                <a:cubicBezTo>
                  <a:pt x="7383304" y="264181"/>
                  <a:pt x="7380079" y="262517"/>
                  <a:pt x="7375542" y="262517"/>
                </a:cubicBezTo>
                <a:cubicBezTo>
                  <a:pt x="7368532" y="262517"/>
                  <a:pt x="7361551" y="266346"/>
                  <a:pt x="7354600" y="274004"/>
                </a:cubicBezTo>
                <a:lnTo>
                  <a:pt x="7354600" y="316686"/>
                </a:lnTo>
                <a:cubicBezTo>
                  <a:pt x="7354600" y="322164"/>
                  <a:pt x="7354924" y="325552"/>
                  <a:pt x="7355572" y="326848"/>
                </a:cubicBezTo>
                <a:cubicBezTo>
                  <a:pt x="7356396" y="328556"/>
                  <a:pt x="7357530" y="329808"/>
                  <a:pt x="7358974" y="330603"/>
                </a:cubicBezTo>
                <a:cubicBezTo>
                  <a:pt x="7360417" y="331399"/>
                  <a:pt x="7363348" y="331796"/>
                  <a:pt x="7367766" y="331796"/>
                </a:cubicBezTo>
                <a:lnTo>
                  <a:pt x="7367766" y="334977"/>
                </a:lnTo>
                <a:lnTo>
                  <a:pt x="7327736" y="334977"/>
                </a:lnTo>
                <a:lnTo>
                  <a:pt x="7327736" y="331796"/>
                </a:lnTo>
                <a:lnTo>
                  <a:pt x="7329503" y="331796"/>
                </a:lnTo>
                <a:cubicBezTo>
                  <a:pt x="7333627" y="331796"/>
                  <a:pt x="7336411" y="330751"/>
                  <a:pt x="7337854" y="328659"/>
                </a:cubicBezTo>
                <a:cubicBezTo>
                  <a:pt x="7339297" y="326568"/>
                  <a:pt x="7340019" y="322577"/>
                  <a:pt x="7340019" y="316686"/>
                </a:cubicBezTo>
                <a:lnTo>
                  <a:pt x="7340019" y="286641"/>
                </a:lnTo>
                <a:cubicBezTo>
                  <a:pt x="7340019" y="276921"/>
                  <a:pt x="7339798" y="271000"/>
                  <a:pt x="7339356" y="268879"/>
                </a:cubicBezTo>
                <a:cubicBezTo>
                  <a:pt x="7338914" y="266758"/>
                  <a:pt x="7338237" y="265315"/>
                  <a:pt x="7337324" y="264549"/>
                </a:cubicBezTo>
                <a:cubicBezTo>
                  <a:pt x="7336411" y="263783"/>
                  <a:pt x="7335188" y="263400"/>
                  <a:pt x="7333657" y="263400"/>
                </a:cubicBezTo>
                <a:cubicBezTo>
                  <a:pt x="7332007" y="263400"/>
                  <a:pt x="7330034" y="263842"/>
                  <a:pt x="7327736" y="264726"/>
                </a:cubicBezTo>
                <a:lnTo>
                  <a:pt x="7326411" y="261545"/>
                </a:lnTo>
                <a:close/>
                <a:moveTo>
                  <a:pt x="7145491" y="251648"/>
                </a:moveTo>
                <a:lnTo>
                  <a:pt x="7149380" y="251648"/>
                </a:lnTo>
                <a:lnTo>
                  <a:pt x="7149380" y="316686"/>
                </a:lnTo>
                <a:cubicBezTo>
                  <a:pt x="7149380" y="321752"/>
                  <a:pt x="7149748" y="325124"/>
                  <a:pt x="7150484" y="326803"/>
                </a:cubicBezTo>
                <a:cubicBezTo>
                  <a:pt x="7151221" y="328483"/>
                  <a:pt x="7152310" y="329734"/>
                  <a:pt x="7153754" y="330559"/>
                </a:cubicBezTo>
                <a:cubicBezTo>
                  <a:pt x="7155197" y="331384"/>
                  <a:pt x="7157833" y="331796"/>
                  <a:pt x="7161663" y="331796"/>
                </a:cubicBezTo>
                <a:lnTo>
                  <a:pt x="7161663" y="334977"/>
                </a:lnTo>
                <a:lnTo>
                  <a:pt x="7122339" y="334977"/>
                </a:lnTo>
                <a:lnTo>
                  <a:pt x="7122339" y="331796"/>
                </a:lnTo>
                <a:cubicBezTo>
                  <a:pt x="7126286" y="331796"/>
                  <a:pt x="7128937" y="331413"/>
                  <a:pt x="7130292" y="330647"/>
                </a:cubicBezTo>
                <a:cubicBezTo>
                  <a:pt x="7131647" y="329882"/>
                  <a:pt x="7132722" y="328615"/>
                  <a:pt x="7133518" y="326848"/>
                </a:cubicBezTo>
                <a:cubicBezTo>
                  <a:pt x="7134313" y="325080"/>
                  <a:pt x="7134711" y="321693"/>
                  <a:pt x="7134711" y="316686"/>
                </a:cubicBezTo>
                <a:lnTo>
                  <a:pt x="7134711" y="285492"/>
                </a:lnTo>
                <a:cubicBezTo>
                  <a:pt x="7134711" y="276714"/>
                  <a:pt x="7134446" y="271029"/>
                  <a:pt x="7133915" y="268437"/>
                </a:cubicBezTo>
                <a:cubicBezTo>
                  <a:pt x="7133503" y="266552"/>
                  <a:pt x="7132855" y="265242"/>
                  <a:pt x="7131971" y="264505"/>
                </a:cubicBezTo>
                <a:cubicBezTo>
                  <a:pt x="7131088" y="263768"/>
                  <a:pt x="7129880" y="263400"/>
                  <a:pt x="7128348" y="263400"/>
                </a:cubicBezTo>
                <a:cubicBezTo>
                  <a:pt x="7126699" y="263400"/>
                  <a:pt x="7124696" y="263842"/>
                  <a:pt x="7122339" y="264726"/>
                </a:cubicBezTo>
                <a:lnTo>
                  <a:pt x="7121102" y="261545"/>
                </a:lnTo>
                <a:close/>
                <a:moveTo>
                  <a:pt x="7037219" y="251648"/>
                </a:moveTo>
                <a:cubicBezTo>
                  <a:pt x="7049473" y="251648"/>
                  <a:pt x="7059311" y="256302"/>
                  <a:pt x="7066733" y="265609"/>
                </a:cubicBezTo>
                <a:cubicBezTo>
                  <a:pt x="7073037" y="273563"/>
                  <a:pt x="7076189" y="282694"/>
                  <a:pt x="7076189" y="293003"/>
                </a:cubicBezTo>
                <a:cubicBezTo>
                  <a:pt x="7076189" y="300249"/>
                  <a:pt x="7074451" y="307584"/>
                  <a:pt x="7070975" y="315006"/>
                </a:cubicBezTo>
                <a:cubicBezTo>
                  <a:pt x="7067499" y="322429"/>
                  <a:pt x="7062713" y="328026"/>
                  <a:pt x="7056615" y="331796"/>
                </a:cubicBezTo>
                <a:cubicBezTo>
                  <a:pt x="7050518" y="335567"/>
                  <a:pt x="7043729" y="337452"/>
                  <a:pt x="7036247" y="337452"/>
                </a:cubicBezTo>
                <a:cubicBezTo>
                  <a:pt x="7024052" y="337452"/>
                  <a:pt x="7014361" y="332591"/>
                  <a:pt x="7007174" y="322871"/>
                </a:cubicBezTo>
                <a:cubicBezTo>
                  <a:pt x="7001106" y="314682"/>
                  <a:pt x="6998073" y="305492"/>
                  <a:pt x="6998073" y="295301"/>
                </a:cubicBezTo>
                <a:cubicBezTo>
                  <a:pt x="6998073" y="287878"/>
                  <a:pt x="6999914" y="280499"/>
                  <a:pt x="7003595" y="273165"/>
                </a:cubicBezTo>
                <a:cubicBezTo>
                  <a:pt x="7007277" y="265830"/>
                  <a:pt x="7012123" y="260411"/>
                  <a:pt x="7018132" y="256906"/>
                </a:cubicBezTo>
                <a:cubicBezTo>
                  <a:pt x="7024141" y="253400"/>
                  <a:pt x="7030503" y="251648"/>
                  <a:pt x="7037219" y="251648"/>
                </a:cubicBezTo>
                <a:close/>
                <a:moveTo>
                  <a:pt x="7293245" y="251559"/>
                </a:moveTo>
                <a:cubicBezTo>
                  <a:pt x="7302318" y="251559"/>
                  <a:pt x="7309770" y="254549"/>
                  <a:pt x="7315602" y="260529"/>
                </a:cubicBezTo>
                <a:cubicBezTo>
                  <a:pt x="7321434" y="266508"/>
                  <a:pt x="7324350" y="274505"/>
                  <a:pt x="7324350" y="284520"/>
                </a:cubicBezTo>
                <a:lnTo>
                  <a:pt x="7268414" y="284520"/>
                </a:lnTo>
                <a:cubicBezTo>
                  <a:pt x="7268355" y="296538"/>
                  <a:pt x="7271271" y="305964"/>
                  <a:pt x="7277162" y="312797"/>
                </a:cubicBezTo>
                <a:cubicBezTo>
                  <a:pt x="7283054" y="319631"/>
                  <a:pt x="7289976" y="323048"/>
                  <a:pt x="7297929" y="323048"/>
                </a:cubicBezTo>
                <a:cubicBezTo>
                  <a:pt x="7303231" y="323048"/>
                  <a:pt x="7307840" y="321590"/>
                  <a:pt x="7311758" y="318674"/>
                </a:cubicBezTo>
                <a:cubicBezTo>
                  <a:pt x="7315676" y="315758"/>
                  <a:pt x="7318960" y="310765"/>
                  <a:pt x="7321611" y="303696"/>
                </a:cubicBezTo>
                <a:lnTo>
                  <a:pt x="7324350" y="305463"/>
                </a:lnTo>
                <a:cubicBezTo>
                  <a:pt x="7323113" y="313534"/>
                  <a:pt x="7319520" y="320883"/>
                  <a:pt x="7313570" y="327511"/>
                </a:cubicBezTo>
                <a:cubicBezTo>
                  <a:pt x="7307620" y="334138"/>
                  <a:pt x="7300167" y="337452"/>
                  <a:pt x="7291213" y="337452"/>
                </a:cubicBezTo>
                <a:cubicBezTo>
                  <a:pt x="7281492" y="337452"/>
                  <a:pt x="7273171" y="333667"/>
                  <a:pt x="7266249" y="326096"/>
                </a:cubicBezTo>
                <a:cubicBezTo>
                  <a:pt x="7259327" y="318527"/>
                  <a:pt x="7255866" y="308350"/>
                  <a:pt x="7255866" y="295566"/>
                </a:cubicBezTo>
                <a:cubicBezTo>
                  <a:pt x="7255866" y="281722"/>
                  <a:pt x="7259415" y="270926"/>
                  <a:pt x="7266514" y="263179"/>
                </a:cubicBezTo>
                <a:cubicBezTo>
                  <a:pt x="7273613" y="255433"/>
                  <a:pt x="7282523" y="251559"/>
                  <a:pt x="7293245" y="251559"/>
                </a:cubicBezTo>
                <a:close/>
                <a:moveTo>
                  <a:pt x="5015989" y="250110"/>
                </a:moveTo>
                <a:cubicBezTo>
                  <a:pt x="5019288" y="250110"/>
                  <a:pt x="5021924" y="251127"/>
                  <a:pt x="5023898" y="253159"/>
                </a:cubicBezTo>
                <a:cubicBezTo>
                  <a:pt x="5025871" y="255192"/>
                  <a:pt x="5026858" y="258064"/>
                  <a:pt x="5026858" y="261775"/>
                </a:cubicBezTo>
                <a:cubicBezTo>
                  <a:pt x="5026858" y="265722"/>
                  <a:pt x="5025901" y="268785"/>
                  <a:pt x="5023986" y="270965"/>
                </a:cubicBezTo>
                <a:cubicBezTo>
                  <a:pt x="5022072" y="273145"/>
                  <a:pt x="5019759" y="274234"/>
                  <a:pt x="5017049" y="274234"/>
                </a:cubicBezTo>
                <a:cubicBezTo>
                  <a:pt x="5013927" y="274234"/>
                  <a:pt x="5011217" y="273233"/>
                  <a:pt x="5008920" y="271230"/>
                </a:cubicBezTo>
                <a:cubicBezTo>
                  <a:pt x="5006622" y="269227"/>
                  <a:pt x="5005267" y="268108"/>
                  <a:pt x="5004855" y="267872"/>
                </a:cubicBezTo>
                <a:cubicBezTo>
                  <a:pt x="5004266" y="267519"/>
                  <a:pt x="5003588" y="267342"/>
                  <a:pt x="5002822" y="267342"/>
                </a:cubicBezTo>
                <a:cubicBezTo>
                  <a:pt x="5001114" y="267342"/>
                  <a:pt x="4999494" y="267990"/>
                  <a:pt x="4997962" y="269286"/>
                </a:cubicBezTo>
                <a:cubicBezTo>
                  <a:pt x="4995547" y="271289"/>
                  <a:pt x="4993721" y="274146"/>
                  <a:pt x="4992483" y="277857"/>
                </a:cubicBezTo>
                <a:cubicBezTo>
                  <a:pt x="4990598" y="283572"/>
                  <a:pt x="4989656" y="289875"/>
                  <a:pt x="4989656" y="296768"/>
                </a:cubicBezTo>
                <a:lnTo>
                  <a:pt x="4989656" y="315767"/>
                </a:lnTo>
                <a:lnTo>
                  <a:pt x="4989744" y="320715"/>
                </a:lnTo>
                <a:cubicBezTo>
                  <a:pt x="4989744" y="324073"/>
                  <a:pt x="4989950" y="326224"/>
                  <a:pt x="4990363" y="327166"/>
                </a:cubicBezTo>
                <a:cubicBezTo>
                  <a:pt x="4991070" y="328757"/>
                  <a:pt x="4992115" y="329920"/>
                  <a:pt x="4993500" y="330657"/>
                </a:cubicBezTo>
                <a:cubicBezTo>
                  <a:pt x="4994884" y="331393"/>
                  <a:pt x="4997226" y="331850"/>
                  <a:pt x="5000525" y="332026"/>
                </a:cubicBezTo>
                <a:lnTo>
                  <a:pt x="5000525" y="335208"/>
                </a:lnTo>
                <a:lnTo>
                  <a:pt x="4955900" y="335208"/>
                </a:lnTo>
                <a:lnTo>
                  <a:pt x="4955900" y="332026"/>
                </a:lnTo>
                <a:cubicBezTo>
                  <a:pt x="4959493" y="331732"/>
                  <a:pt x="4961923" y="330745"/>
                  <a:pt x="4963190" y="329066"/>
                </a:cubicBezTo>
                <a:cubicBezTo>
                  <a:pt x="4964457" y="327387"/>
                  <a:pt x="4965090" y="322954"/>
                  <a:pt x="4965090" y="315767"/>
                </a:cubicBezTo>
                <a:lnTo>
                  <a:pt x="4965090" y="270081"/>
                </a:lnTo>
                <a:cubicBezTo>
                  <a:pt x="4965090" y="265368"/>
                  <a:pt x="4964854" y="262364"/>
                  <a:pt x="4964383" y="261068"/>
                </a:cubicBezTo>
                <a:cubicBezTo>
                  <a:pt x="4963794" y="259418"/>
                  <a:pt x="4962940" y="258211"/>
                  <a:pt x="4961821" y="257445"/>
                </a:cubicBezTo>
                <a:cubicBezTo>
                  <a:pt x="4960701" y="256679"/>
                  <a:pt x="4958727" y="256149"/>
                  <a:pt x="4955900" y="255854"/>
                </a:cubicBezTo>
                <a:lnTo>
                  <a:pt x="4955900" y="252585"/>
                </a:lnTo>
                <a:lnTo>
                  <a:pt x="4989656" y="252585"/>
                </a:lnTo>
                <a:lnTo>
                  <a:pt x="4989656" y="271318"/>
                </a:lnTo>
                <a:cubicBezTo>
                  <a:pt x="4995134" y="262776"/>
                  <a:pt x="4999936" y="257106"/>
                  <a:pt x="5004060" y="254308"/>
                </a:cubicBezTo>
                <a:cubicBezTo>
                  <a:pt x="5008183" y="251510"/>
                  <a:pt x="5012160" y="250110"/>
                  <a:pt x="5015989" y="250110"/>
                </a:cubicBezTo>
                <a:close/>
                <a:moveTo>
                  <a:pt x="4901652" y="250110"/>
                </a:moveTo>
                <a:cubicBezTo>
                  <a:pt x="4909487" y="250110"/>
                  <a:pt x="4915687" y="251775"/>
                  <a:pt x="4920253" y="255103"/>
                </a:cubicBezTo>
                <a:cubicBezTo>
                  <a:pt x="4924819" y="258431"/>
                  <a:pt x="4927779" y="262040"/>
                  <a:pt x="4929134" y="265928"/>
                </a:cubicBezTo>
                <a:cubicBezTo>
                  <a:pt x="4929959" y="268402"/>
                  <a:pt x="4930371" y="274087"/>
                  <a:pt x="4930371" y="282983"/>
                </a:cubicBezTo>
                <a:lnTo>
                  <a:pt x="4930371" y="315060"/>
                </a:lnTo>
                <a:cubicBezTo>
                  <a:pt x="4930371" y="318830"/>
                  <a:pt x="4930518" y="321202"/>
                  <a:pt x="4930813" y="322174"/>
                </a:cubicBezTo>
                <a:cubicBezTo>
                  <a:pt x="4931107" y="323146"/>
                  <a:pt x="4931549" y="323867"/>
                  <a:pt x="4932138" y="324338"/>
                </a:cubicBezTo>
                <a:cubicBezTo>
                  <a:pt x="4932728" y="324810"/>
                  <a:pt x="4933405" y="325045"/>
                  <a:pt x="4934171" y="325045"/>
                </a:cubicBezTo>
                <a:cubicBezTo>
                  <a:pt x="4935702" y="325045"/>
                  <a:pt x="4937264" y="323956"/>
                  <a:pt x="4938854" y="321776"/>
                </a:cubicBezTo>
                <a:lnTo>
                  <a:pt x="4941506" y="323896"/>
                </a:lnTo>
                <a:cubicBezTo>
                  <a:pt x="4938560" y="328256"/>
                  <a:pt x="4935511" y="331423"/>
                  <a:pt x="4932359" y="333396"/>
                </a:cubicBezTo>
                <a:cubicBezTo>
                  <a:pt x="4929208" y="335370"/>
                  <a:pt x="4925629" y="336356"/>
                  <a:pt x="4921623" y="336356"/>
                </a:cubicBezTo>
                <a:cubicBezTo>
                  <a:pt x="4916910" y="336356"/>
                  <a:pt x="4913228" y="335252"/>
                  <a:pt x="4910577" y="333042"/>
                </a:cubicBezTo>
                <a:cubicBezTo>
                  <a:pt x="4907926" y="330833"/>
                  <a:pt x="4906306" y="327490"/>
                  <a:pt x="4905717" y="323013"/>
                </a:cubicBezTo>
                <a:cubicBezTo>
                  <a:pt x="4895643" y="331909"/>
                  <a:pt x="4886600" y="336356"/>
                  <a:pt x="4878588" y="336356"/>
                </a:cubicBezTo>
                <a:cubicBezTo>
                  <a:pt x="4873875" y="336356"/>
                  <a:pt x="4869958" y="334810"/>
                  <a:pt x="4866835" y="331717"/>
                </a:cubicBezTo>
                <a:cubicBezTo>
                  <a:pt x="4863713" y="328624"/>
                  <a:pt x="4862152" y="324751"/>
                  <a:pt x="4862152" y="320097"/>
                </a:cubicBezTo>
                <a:cubicBezTo>
                  <a:pt x="4862152" y="313793"/>
                  <a:pt x="4864862" y="308123"/>
                  <a:pt x="4870282" y="303086"/>
                </a:cubicBezTo>
                <a:cubicBezTo>
                  <a:pt x="4875701" y="298049"/>
                  <a:pt x="4887513" y="291348"/>
                  <a:pt x="4905717" y="282983"/>
                </a:cubicBezTo>
                <a:lnTo>
                  <a:pt x="4905717" y="274676"/>
                </a:lnTo>
                <a:cubicBezTo>
                  <a:pt x="4905717" y="268432"/>
                  <a:pt x="4905378" y="264499"/>
                  <a:pt x="4904701" y="262879"/>
                </a:cubicBezTo>
                <a:cubicBezTo>
                  <a:pt x="4904023" y="261259"/>
                  <a:pt x="4902742" y="259846"/>
                  <a:pt x="4900857" y="258638"/>
                </a:cubicBezTo>
                <a:cubicBezTo>
                  <a:pt x="4898971" y="257430"/>
                  <a:pt x="4896851" y="256826"/>
                  <a:pt x="4894494" y="256826"/>
                </a:cubicBezTo>
                <a:cubicBezTo>
                  <a:pt x="4890665" y="256826"/>
                  <a:pt x="4887513" y="257681"/>
                  <a:pt x="4885039" y="259389"/>
                </a:cubicBezTo>
                <a:cubicBezTo>
                  <a:pt x="4883507" y="260449"/>
                  <a:pt x="4882741" y="261686"/>
                  <a:pt x="4882741" y="263100"/>
                </a:cubicBezTo>
                <a:cubicBezTo>
                  <a:pt x="4882741" y="264337"/>
                  <a:pt x="4883566" y="265869"/>
                  <a:pt x="4885216" y="267695"/>
                </a:cubicBezTo>
                <a:cubicBezTo>
                  <a:pt x="4887454" y="270228"/>
                  <a:pt x="4888574" y="272673"/>
                  <a:pt x="4888574" y="275030"/>
                </a:cubicBezTo>
                <a:cubicBezTo>
                  <a:pt x="4888574" y="277917"/>
                  <a:pt x="4887498" y="280376"/>
                  <a:pt x="4885348" y="282408"/>
                </a:cubicBezTo>
                <a:cubicBezTo>
                  <a:pt x="4883198" y="284441"/>
                  <a:pt x="4880385" y="285457"/>
                  <a:pt x="4876909" y="285457"/>
                </a:cubicBezTo>
                <a:cubicBezTo>
                  <a:pt x="4873198" y="285457"/>
                  <a:pt x="4870090" y="284338"/>
                  <a:pt x="4867586" y="282099"/>
                </a:cubicBezTo>
                <a:cubicBezTo>
                  <a:pt x="4865083" y="279861"/>
                  <a:pt x="4863831" y="277239"/>
                  <a:pt x="4863831" y="274234"/>
                </a:cubicBezTo>
                <a:cubicBezTo>
                  <a:pt x="4863831" y="269993"/>
                  <a:pt x="4865510" y="265943"/>
                  <a:pt x="4868868" y="262084"/>
                </a:cubicBezTo>
                <a:cubicBezTo>
                  <a:pt x="4872226" y="258225"/>
                  <a:pt x="4876909" y="255265"/>
                  <a:pt x="4882918" y="253203"/>
                </a:cubicBezTo>
                <a:cubicBezTo>
                  <a:pt x="4888927" y="251142"/>
                  <a:pt x="4895172" y="250110"/>
                  <a:pt x="4901652" y="250110"/>
                </a:cubicBezTo>
                <a:close/>
                <a:moveTo>
                  <a:pt x="4676870" y="250110"/>
                </a:moveTo>
                <a:cubicBezTo>
                  <a:pt x="4682938" y="250110"/>
                  <a:pt x="4688461" y="252025"/>
                  <a:pt x="4693439" y="255854"/>
                </a:cubicBezTo>
                <a:cubicBezTo>
                  <a:pt x="4698417" y="259683"/>
                  <a:pt x="4702202" y="264971"/>
                  <a:pt x="4704794" y="271716"/>
                </a:cubicBezTo>
                <a:cubicBezTo>
                  <a:pt x="4707386" y="278462"/>
                  <a:pt x="4708682" y="285722"/>
                  <a:pt x="4708682" y="293498"/>
                </a:cubicBezTo>
                <a:cubicBezTo>
                  <a:pt x="4708682" y="301864"/>
                  <a:pt x="4707342" y="309508"/>
                  <a:pt x="4704662" y="316430"/>
                </a:cubicBezTo>
                <a:cubicBezTo>
                  <a:pt x="4701981" y="323352"/>
                  <a:pt x="4698093" y="328624"/>
                  <a:pt x="4692997" y="332247"/>
                </a:cubicBezTo>
                <a:cubicBezTo>
                  <a:pt x="4687901" y="335870"/>
                  <a:pt x="4682231" y="337682"/>
                  <a:pt x="4675987" y="337682"/>
                </a:cubicBezTo>
                <a:cubicBezTo>
                  <a:pt x="4671450" y="337682"/>
                  <a:pt x="4667209" y="336680"/>
                  <a:pt x="4663262" y="334677"/>
                </a:cubicBezTo>
                <a:cubicBezTo>
                  <a:pt x="4660316" y="333146"/>
                  <a:pt x="4657223" y="330524"/>
                  <a:pt x="4653983" y="326813"/>
                </a:cubicBezTo>
                <a:lnTo>
                  <a:pt x="4653983" y="357564"/>
                </a:lnTo>
                <a:cubicBezTo>
                  <a:pt x="4653983" y="361806"/>
                  <a:pt x="4654322" y="364692"/>
                  <a:pt x="4654999" y="366224"/>
                </a:cubicBezTo>
                <a:cubicBezTo>
                  <a:pt x="4655677" y="367756"/>
                  <a:pt x="4656723" y="368875"/>
                  <a:pt x="4658136" y="369582"/>
                </a:cubicBezTo>
                <a:cubicBezTo>
                  <a:pt x="4659550" y="370289"/>
                  <a:pt x="4662319" y="370642"/>
                  <a:pt x="4666443" y="370642"/>
                </a:cubicBezTo>
                <a:lnTo>
                  <a:pt x="4666443" y="373912"/>
                </a:lnTo>
                <a:lnTo>
                  <a:pt x="4619344" y="373912"/>
                </a:lnTo>
                <a:lnTo>
                  <a:pt x="4619344" y="370642"/>
                </a:lnTo>
                <a:cubicBezTo>
                  <a:pt x="4622996" y="370525"/>
                  <a:pt x="4625706" y="369494"/>
                  <a:pt x="4627473" y="367550"/>
                </a:cubicBezTo>
                <a:cubicBezTo>
                  <a:pt x="4628652" y="366195"/>
                  <a:pt x="4629241" y="362690"/>
                  <a:pt x="4629241" y="357034"/>
                </a:cubicBezTo>
                <a:lnTo>
                  <a:pt x="4629241" y="269816"/>
                </a:lnTo>
                <a:cubicBezTo>
                  <a:pt x="4629241" y="263984"/>
                  <a:pt x="4628563" y="260258"/>
                  <a:pt x="4627208" y="258638"/>
                </a:cubicBezTo>
                <a:cubicBezTo>
                  <a:pt x="4625853" y="257018"/>
                  <a:pt x="4623232" y="256090"/>
                  <a:pt x="4619344" y="255854"/>
                </a:cubicBezTo>
                <a:lnTo>
                  <a:pt x="4619344" y="252585"/>
                </a:lnTo>
                <a:lnTo>
                  <a:pt x="4653983" y="252585"/>
                </a:lnTo>
                <a:lnTo>
                  <a:pt x="4653983" y="263454"/>
                </a:lnTo>
                <a:cubicBezTo>
                  <a:pt x="4656870" y="259212"/>
                  <a:pt x="4659815" y="256149"/>
                  <a:pt x="4662820" y="254263"/>
                </a:cubicBezTo>
                <a:cubicBezTo>
                  <a:pt x="4667120" y="251495"/>
                  <a:pt x="4671804" y="250110"/>
                  <a:pt x="4676870" y="250110"/>
                </a:cubicBezTo>
                <a:close/>
                <a:moveTo>
                  <a:pt x="4565714" y="250110"/>
                </a:moveTo>
                <a:cubicBezTo>
                  <a:pt x="4572901" y="250110"/>
                  <a:pt x="4579588" y="251966"/>
                  <a:pt x="4585773" y="255678"/>
                </a:cubicBezTo>
                <a:cubicBezTo>
                  <a:pt x="4591959" y="259389"/>
                  <a:pt x="4596657" y="264661"/>
                  <a:pt x="4599868" y="271495"/>
                </a:cubicBezTo>
                <a:cubicBezTo>
                  <a:pt x="4603079" y="278329"/>
                  <a:pt x="4604684" y="285811"/>
                  <a:pt x="4604684" y="293940"/>
                </a:cubicBezTo>
                <a:cubicBezTo>
                  <a:pt x="4604684" y="305664"/>
                  <a:pt x="4601709" y="315472"/>
                  <a:pt x="4595759" y="323366"/>
                </a:cubicBezTo>
                <a:cubicBezTo>
                  <a:pt x="4588572" y="332910"/>
                  <a:pt x="4578645" y="337682"/>
                  <a:pt x="4565979" y="337682"/>
                </a:cubicBezTo>
                <a:cubicBezTo>
                  <a:pt x="4553549" y="337682"/>
                  <a:pt x="4543976" y="333322"/>
                  <a:pt x="4537260" y="324603"/>
                </a:cubicBezTo>
                <a:cubicBezTo>
                  <a:pt x="4530545" y="315885"/>
                  <a:pt x="4527186" y="305782"/>
                  <a:pt x="4527186" y="294294"/>
                </a:cubicBezTo>
                <a:cubicBezTo>
                  <a:pt x="4527186" y="282453"/>
                  <a:pt x="4530618" y="272128"/>
                  <a:pt x="4537481" y="263321"/>
                </a:cubicBezTo>
                <a:cubicBezTo>
                  <a:pt x="4544344" y="254514"/>
                  <a:pt x="4553755" y="250110"/>
                  <a:pt x="4565714" y="250110"/>
                </a:cubicBezTo>
                <a:close/>
                <a:moveTo>
                  <a:pt x="4486371" y="250110"/>
                </a:moveTo>
                <a:cubicBezTo>
                  <a:pt x="4492438" y="250110"/>
                  <a:pt x="4497961" y="252025"/>
                  <a:pt x="4502939" y="255854"/>
                </a:cubicBezTo>
                <a:cubicBezTo>
                  <a:pt x="4507917" y="259683"/>
                  <a:pt x="4511702" y="264971"/>
                  <a:pt x="4514294" y="271716"/>
                </a:cubicBezTo>
                <a:cubicBezTo>
                  <a:pt x="4516886" y="278462"/>
                  <a:pt x="4518182" y="285722"/>
                  <a:pt x="4518182" y="293498"/>
                </a:cubicBezTo>
                <a:cubicBezTo>
                  <a:pt x="4518182" y="301864"/>
                  <a:pt x="4516842" y="309508"/>
                  <a:pt x="4514162" y="316430"/>
                </a:cubicBezTo>
                <a:cubicBezTo>
                  <a:pt x="4511481" y="323352"/>
                  <a:pt x="4507594" y="328624"/>
                  <a:pt x="4502497" y="332247"/>
                </a:cubicBezTo>
                <a:cubicBezTo>
                  <a:pt x="4497401" y="335870"/>
                  <a:pt x="4491731" y="337682"/>
                  <a:pt x="4485487" y="337682"/>
                </a:cubicBezTo>
                <a:cubicBezTo>
                  <a:pt x="4480950" y="337682"/>
                  <a:pt x="4476709" y="336680"/>
                  <a:pt x="4472762" y="334677"/>
                </a:cubicBezTo>
                <a:cubicBezTo>
                  <a:pt x="4469816" y="333146"/>
                  <a:pt x="4466723" y="330524"/>
                  <a:pt x="4463483" y="326813"/>
                </a:cubicBezTo>
                <a:lnTo>
                  <a:pt x="4463483" y="357564"/>
                </a:lnTo>
                <a:cubicBezTo>
                  <a:pt x="4463483" y="361806"/>
                  <a:pt x="4463822" y="364692"/>
                  <a:pt x="4464499" y="366224"/>
                </a:cubicBezTo>
                <a:cubicBezTo>
                  <a:pt x="4465177" y="367756"/>
                  <a:pt x="4466223" y="368875"/>
                  <a:pt x="4467636" y="369582"/>
                </a:cubicBezTo>
                <a:cubicBezTo>
                  <a:pt x="4469050" y="370289"/>
                  <a:pt x="4471819" y="370642"/>
                  <a:pt x="4475943" y="370642"/>
                </a:cubicBezTo>
                <a:lnTo>
                  <a:pt x="4475943" y="373912"/>
                </a:lnTo>
                <a:lnTo>
                  <a:pt x="4428844" y="373912"/>
                </a:lnTo>
                <a:lnTo>
                  <a:pt x="4428844" y="370642"/>
                </a:lnTo>
                <a:cubicBezTo>
                  <a:pt x="4432496" y="370525"/>
                  <a:pt x="4435206" y="369494"/>
                  <a:pt x="4436973" y="367550"/>
                </a:cubicBezTo>
                <a:cubicBezTo>
                  <a:pt x="4438151" y="366195"/>
                  <a:pt x="4438741" y="362690"/>
                  <a:pt x="4438741" y="357034"/>
                </a:cubicBezTo>
                <a:lnTo>
                  <a:pt x="4438741" y="269816"/>
                </a:lnTo>
                <a:cubicBezTo>
                  <a:pt x="4438741" y="263984"/>
                  <a:pt x="4438063" y="260258"/>
                  <a:pt x="4436708" y="258638"/>
                </a:cubicBezTo>
                <a:cubicBezTo>
                  <a:pt x="4435353" y="257018"/>
                  <a:pt x="4432732" y="256090"/>
                  <a:pt x="4428844" y="255854"/>
                </a:cubicBezTo>
                <a:lnTo>
                  <a:pt x="4428844" y="252585"/>
                </a:lnTo>
                <a:lnTo>
                  <a:pt x="4463483" y="252585"/>
                </a:lnTo>
                <a:lnTo>
                  <a:pt x="4463483" y="263454"/>
                </a:lnTo>
                <a:cubicBezTo>
                  <a:pt x="4466370" y="259212"/>
                  <a:pt x="4469315" y="256149"/>
                  <a:pt x="4472320" y="254263"/>
                </a:cubicBezTo>
                <a:cubicBezTo>
                  <a:pt x="4476620" y="251495"/>
                  <a:pt x="4481304" y="250110"/>
                  <a:pt x="4486371" y="250110"/>
                </a:cubicBezTo>
                <a:close/>
                <a:moveTo>
                  <a:pt x="4286731" y="250110"/>
                </a:moveTo>
                <a:cubicBezTo>
                  <a:pt x="4291209" y="250110"/>
                  <a:pt x="4295539" y="251200"/>
                  <a:pt x="4299721" y="253380"/>
                </a:cubicBezTo>
                <a:cubicBezTo>
                  <a:pt x="4301312" y="254263"/>
                  <a:pt x="4302608" y="254706"/>
                  <a:pt x="4303609" y="254706"/>
                </a:cubicBezTo>
                <a:cubicBezTo>
                  <a:pt x="4304670" y="254706"/>
                  <a:pt x="4305524" y="254485"/>
                  <a:pt x="4306172" y="254043"/>
                </a:cubicBezTo>
                <a:cubicBezTo>
                  <a:pt x="4306820" y="253601"/>
                  <a:pt x="4307851" y="252349"/>
                  <a:pt x="4309265" y="250287"/>
                </a:cubicBezTo>
                <a:lnTo>
                  <a:pt x="4312269" y="250287"/>
                </a:lnTo>
                <a:lnTo>
                  <a:pt x="4313595" y="278476"/>
                </a:lnTo>
                <a:lnTo>
                  <a:pt x="4310590" y="278476"/>
                </a:lnTo>
                <a:cubicBezTo>
                  <a:pt x="4306997" y="270111"/>
                  <a:pt x="4303271" y="264396"/>
                  <a:pt x="4299412" y="261333"/>
                </a:cubicBezTo>
                <a:cubicBezTo>
                  <a:pt x="4295553" y="258269"/>
                  <a:pt x="4291709" y="256738"/>
                  <a:pt x="4287880" y="256738"/>
                </a:cubicBezTo>
                <a:cubicBezTo>
                  <a:pt x="4285465" y="256738"/>
                  <a:pt x="4283403" y="257548"/>
                  <a:pt x="4281694" y="259168"/>
                </a:cubicBezTo>
                <a:cubicBezTo>
                  <a:pt x="4279986" y="260788"/>
                  <a:pt x="4279132" y="262659"/>
                  <a:pt x="4279132" y="264779"/>
                </a:cubicBezTo>
                <a:cubicBezTo>
                  <a:pt x="4279132" y="266370"/>
                  <a:pt x="4279721" y="267902"/>
                  <a:pt x="4280899" y="269374"/>
                </a:cubicBezTo>
                <a:cubicBezTo>
                  <a:pt x="4282784" y="271790"/>
                  <a:pt x="4288057" y="275928"/>
                  <a:pt x="4296717" y="281790"/>
                </a:cubicBezTo>
                <a:cubicBezTo>
                  <a:pt x="4305377" y="287652"/>
                  <a:pt x="4311076" y="292630"/>
                  <a:pt x="4313816" y="296724"/>
                </a:cubicBezTo>
                <a:cubicBezTo>
                  <a:pt x="4316555" y="300818"/>
                  <a:pt x="4317925" y="305399"/>
                  <a:pt x="4317925" y="310465"/>
                </a:cubicBezTo>
                <a:cubicBezTo>
                  <a:pt x="4317925" y="315060"/>
                  <a:pt x="4316776" y="319567"/>
                  <a:pt x="4314478" y="323985"/>
                </a:cubicBezTo>
                <a:cubicBezTo>
                  <a:pt x="4312181" y="328403"/>
                  <a:pt x="4308941" y="331791"/>
                  <a:pt x="4304758" y="334147"/>
                </a:cubicBezTo>
                <a:cubicBezTo>
                  <a:pt x="4300575" y="336504"/>
                  <a:pt x="4295951" y="337682"/>
                  <a:pt x="4290885" y="337682"/>
                </a:cubicBezTo>
                <a:cubicBezTo>
                  <a:pt x="4286937" y="337682"/>
                  <a:pt x="4281665" y="336445"/>
                  <a:pt x="4275067" y="333971"/>
                </a:cubicBezTo>
                <a:cubicBezTo>
                  <a:pt x="4273300" y="333322"/>
                  <a:pt x="4272092" y="332998"/>
                  <a:pt x="4271444" y="332998"/>
                </a:cubicBezTo>
                <a:cubicBezTo>
                  <a:pt x="4269500" y="332998"/>
                  <a:pt x="4267880" y="334471"/>
                  <a:pt x="4266584" y="337417"/>
                </a:cubicBezTo>
                <a:lnTo>
                  <a:pt x="4263668" y="337417"/>
                </a:lnTo>
                <a:lnTo>
                  <a:pt x="4262254" y="307726"/>
                </a:lnTo>
                <a:lnTo>
                  <a:pt x="4265258" y="307726"/>
                </a:lnTo>
                <a:cubicBezTo>
                  <a:pt x="4267909" y="315502"/>
                  <a:pt x="4271547" y="321334"/>
                  <a:pt x="4276171" y="325222"/>
                </a:cubicBezTo>
                <a:cubicBezTo>
                  <a:pt x="4280796" y="329110"/>
                  <a:pt x="4285170" y="331054"/>
                  <a:pt x="4289294" y="331054"/>
                </a:cubicBezTo>
                <a:cubicBezTo>
                  <a:pt x="4292122" y="331054"/>
                  <a:pt x="4294434" y="330186"/>
                  <a:pt x="4296231" y="328448"/>
                </a:cubicBezTo>
                <a:cubicBezTo>
                  <a:pt x="4298027" y="326710"/>
                  <a:pt x="4298926" y="324603"/>
                  <a:pt x="4298926" y="322129"/>
                </a:cubicBezTo>
                <a:cubicBezTo>
                  <a:pt x="4298926" y="319302"/>
                  <a:pt x="4298042" y="316857"/>
                  <a:pt x="4296275" y="314795"/>
                </a:cubicBezTo>
                <a:cubicBezTo>
                  <a:pt x="4294508" y="312733"/>
                  <a:pt x="4290561" y="309611"/>
                  <a:pt x="4284434" y="305428"/>
                </a:cubicBezTo>
                <a:cubicBezTo>
                  <a:pt x="4275420" y="299183"/>
                  <a:pt x="4269588" y="294412"/>
                  <a:pt x="4266937" y="291113"/>
                </a:cubicBezTo>
                <a:cubicBezTo>
                  <a:pt x="4263049" y="286282"/>
                  <a:pt x="4261105" y="280951"/>
                  <a:pt x="4261105" y="275118"/>
                </a:cubicBezTo>
                <a:cubicBezTo>
                  <a:pt x="4261105" y="268756"/>
                  <a:pt x="4263299" y="262997"/>
                  <a:pt x="4267688" y="257842"/>
                </a:cubicBezTo>
                <a:cubicBezTo>
                  <a:pt x="4272077" y="252688"/>
                  <a:pt x="4278425" y="250110"/>
                  <a:pt x="4286731" y="250110"/>
                </a:cubicBezTo>
                <a:close/>
                <a:moveTo>
                  <a:pt x="4203764" y="250110"/>
                </a:moveTo>
                <a:cubicBezTo>
                  <a:pt x="4210951" y="250110"/>
                  <a:pt x="4217638" y="251966"/>
                  <a:pt x="4223823" y="255678"/>
                </a:cubicBezTo>
                <a:cubicBezTo>
                  <a:pt x="4230009" y="259389"/>
                  <a:pt x="4234707" y="264661"/>
                  <a:pt x="4237918" y="271495"/>
                </a:cubicBezTo>
                <a:cubicBezTo>
                  <a:pt x="4241129" y="278329"/>
                  <a:pt x="4242734" y="285811"/>
                  <a:pt x="4242734" y="293940"/>
                </a:cubicBezTo>
                <a:cubicBezTo>
                  <a:pt x="4242734" y="305664"/>
                  <a:pt x="4239759" y="315472"/>
                  <a:pt x="4233809" y="323366"/>
                </a:cubicBezTo>
                <a:cubicBezTo>
                  <a:pt x="4226622" y="332910"/>
                  <a:pt x="4216695" y="337682"/>
                  <a:pt x="4204029" y="337682"/>
                </a:cubicBezTo>
                <a:cubicBezTo>
                  <a:pt x="4191599" y="337682"/>
                  <a:pt x="4182026" y="333322"/>
                  <a:pt x="4175310" y="324603"/>
                </a:cubicBezTo>
                <a:cubicBezTo>
                  <a:pt x="4168594" y="315885"/>
                  <a:pt x="4165236" y="305782"/>
                  <a:pt x="4165236" y="294294"/>
                </a:cubicBezTo>
                <a:cubicBezTo>
                  <a:pt x="4165236" y="282453"/>
                  <a:pt x="4168668" y="272128"/>
                  <a:pt x="4175531" y="263321"/>
                </a:cubicBezTo>
                <a:cubicBezTo>
                  <a:pt x="4182394" y="254514"/>
                  <a:pt x="4191805" y="250110"/>
                  <a:pt x="4203764" y="250110"/>
                </a:cubicBezTo>
                <a:close/>
                <a:moveTo>
                  <a:pt x="4081479" y="250110"/>
                </a:moveTo>
                <a:cubicBezTo>
                  <a:pt x="4086781" y="250110"/>
                  <a:pt x="4091229" y="251347"/>
                  <a:pt x="4094822" y="253822"/>
                </a:cubicBezTo>
                <a:cubicBezTo>
                  <a:pt x="4098416" y="256296"/>
                  <a:pt x="4101184" y="260066"/>
                  <a:pt x="4103129" y="265133"/>
                </a:cubicBezTo>
                <a:cubicBezTo>
                  <a:pt x="4107841" y="259831"/>
                  <a:pt x="4112363" y="256002"/>
                  <a:pt x="4116693" y="253645"/>
                </a:cubicBezTo>
                <a:cubicBezTo>
                  <a:pt x="4121023" y="251289"/>
                  <a:pt x="4125544" y="250110"/>
                  <a:pt x="4130257" y="250110"/>
                </a:cubicBezTo>
                <a:cubicBezTo>
                  <a:pt x="4135972" y="250110"/>
                  <a:pt x="4140522" y="251421"/>
                  <a:pt x="4143910" y="254043"/>
                </a:cubicBezTo>
                <a:cubicBezTo>
                  <a:pt x="4147297" y="256664"/>
                  <a:pt x="4149654" y="259993"/>
                  <a:pt x="4150979" y="264028"/>
                </a:cubicBezTo>
                <a:cubicBezTo>
                  <a:pt x="4152305" y="268064"/>
                  <a:pt x="4152967" y="274499"/>
                  <a:pt x="4152967" y="283336"/>
                </a:cubicBezTo>
                <a:lnTo>
                  <a:pt x="4152967" y="317181"/>
                </a:lnTo>
                <a:cubicBezTo>
                  <a:pt x="4152967" y="323543"/>
                  <a:pt x="4153542" y="327490"/>
                  <a:pt x="4154691" y="329022"/>
                </a:cubicBezTo>
                <a:cubicBezTo>
                  <a:pt x="4155839" y="330553"/>
                  <a:pt x="4158240" y="331555"/>
                  <a:pt x="4161892" y="332026"/>
                </a:cubicBezTo>
                <a:lnTo>
                  <a:pt x="4161892" y="335208"/>
                </a:lnTo>
                <a:lnTo>
                  <a:pt x="4119211" y="335208"/>
                </a:lnTo>
                <a:lnTo>
                  <a:pt x="4119211" y="332026"/>
                </a:lnTo>
                <a:cubicBezTo>
                  <a:pt x="4122569" y="331732"/>
                  <a:pt x="4125044" y="330436"/>
                  <a:pt x="4126634" y="328138"/>
                </a:cubicBezTo>
                <a:cubicBezTo>
                  <a:pt x="4127695" y="326547"/>
                  <a:pt x="4128225" y="322895"/>
                  <a:pt x="4128225" y="317181"/>
                </a:cubicBezTo>
                <a:lnTo>
                  <a:pt x="4128225" y="281657"/>
                </a:lnTo>
                <a:cubicBezTo>
                  <a:pt x="4128225" y="274294"/>
                  <a:pt x="4127930" y="269610"/>
                  <a:pt x="4127341" y="267607"/>
                </a:cubicBezTo>
                <a:cubicBezTo>
                  <a:pt x="4126752" y="265604"/>
                  <a:pt x="4125824" y="264116"/>
                  <a:pt x="4124558" y="263144"/>
                </a:cubicBezTo>
                <a:cubicBezTo>
                  <a:pt x="4123291" y="262172"/>
                  <a:pt x="4121803" y="261686"/>
                  <a:pt x="4120095" y="261686"/>
                </a:cubicBezTo>
                <a:cubicBezTo>
                  <a:pt x="4117562" y="261686"/>
                  <a:pt x="4114999" y="262614"/>
                  <a:pt x="4112407" y="264470"/>
                </a:cubicBezTo>
                <a:cubicBezTo>
                  <a:pt x="4109815" y="266326"/>
                  <a:pt x="4107193" y="269109"/>
                  <a:pt x="4104542" y="272821"/>
                </a:cubicBezTo>
                <a:lnTo>
                  <a:pt x="4104542" y="317181"/>
                </a:lnTo>
                <a:cubicBezTo>
                  <a:pt x="4104542" y="323131"/>
                  <a:pt x="4105043" y="326872"/>
                  <a:pt x="4106045" y="328403"/>
                </a:cubicBezTo>
                <a:cubicBezTo>
                  <a:pt x="4107400" y="330583"/>
                  <a:pt x="4109992" y="331791"/>
                  <a:pt x="4113821" y="332026"/>
                </a:cubicBezTo>
                <a:lnTo>
                  <a:pt x="4113821" y="335208"/>
                </a:lnTo>
                <a:lnTo>
                  <a:pt x="4071051" y="335208"/>
                </a:lnTo>
                <a:lnTo>
                  <a:pt x="4071051" y="332026"/>
                </a:lnTo>
                <a:cubicBezTo>
                  <a:pt x="4073349" y="331909"/>
                  <a:pt x="4075161" y="331334"/>
                  <a:pt x="4076486" y="330303"/>
                </a:cubicBezTo>
                <a:cubicBezTo>
                  <a:pt x="4077812" y="329272"/>
                  <a:pt x="4078695" y="328035"/>
                  <a:pt x="4079137" y="326592"/>
                </a:cubicBezTo>
                <a:cubicBezTo>
                  <a:pt x="4079579" y="325148"/>
                  <a:pt x="4079800" y="322012"/>
                  <a:pt x="4079800" y="317181"/>
                </a:cubicBezTo>
                <a:lnTo>
                  <a:pt x="4079800" y="281657"/>
                </a:lnTo>
                <a:cubicBezTo>
                  <a:pt x="4079800" y="274176"/>
                  <a:pt x="4079505" y="269492"/>
                  <a:pt x="4078916" y="267607"/>
                </a:cubicBezTo>
                <a:cubicBezTo>
                  <a:pt x="4078327" y="265722"/>
                  <a:pt x="4077340" y="264249"/>
                  <a:pt x="4075956" y="263189"/>
                </a:cubicBezTo>
                <a:cubicBezTo>
                  <a:pt x="4074571" y="262128"/>
                  <a:pt x="4073084" y="261598"/>
                  <a:pt x="4071493" y="261598"/>
                </a:cubicBezTo>
                <a:cubicBezTo>
                  <a:pt x="4069137" y="261598"/>
                  <a:pt x="4066987" y="262217"/>
                  <a:pt x="4065043" y="263454"/>
                </a:cubicBezTo>
                <a:cubicBezTo>
                  <a:pt x="4062274" y="265280"/>
                  <a:pt x="4059328" y="268402"/>
                  <a:pt x="4056206" y="272821"/>
                </a:cubicBezTo>
                <a:lnTo>
                  <a:pt x="4056206" y="317181"/>
                </a:lnTo>
                <a:cubicBezTo>
                  <a:pt x="4056206" y="323013"/>
                  <a:pt x="4056780" y="326857"/>
                  <a:pt x="4057929" y="328713"/>
                </a:cubicBezTo>
                <a:cubicBezTo>
                  <a:pt x="4059078" y="330568"/>
                  <a:pt x="4061478" y="331673"/>
                  <a:pt x="4065131" y="332026"/>
                </a:cubicBezTo>
                <a:lnTo>
                  <a:pt x="4065131" y="335208"/>
                </a:lnTo>
                <a:lnTo>
                  <a:pt x="4022538" y="335208"/>
                </a:lnTo>
                <a:lnTo>
                  <a:pt x="4022538" y="332026"/>
                </a:lnTo>
                <a:cubicBezTo>
                  <a:pt x="4026014" y="331673"/>
                  <a:pt x="4028488" y="330553"/>
                  <a:pt x="4029961" y="328669"/>
                </a:cubicBezTo>
                <a:cubicBezTo>
                  <a:pt x="4030962" y="327372"/>
                  <a:pt x="4031463" y="323543"/>
                  <a:pt x="4031463" y="317181"/>
                </a:cubicBezTo>
                <a:lnTo>
                  <a:pt x="4031463" y="270523"/>
                </a:lnTo>
                <a:cubicBezTo>
                  <a:pt x="4031463" y="264279"/>
                  <a:pt x="4030889" y="260390"/>
                  <a:pt x="4029740" y="258859"/>
                </a:cubicBezTo>
                <a:cubicBezTo>
                  <a:pt x="4028591" y="257327"/>
                  <a:pt x="4026191" y="256325"/>
                  <a:pt x="4022538" y="255854"/>
                </a:cubicBezTo>
                <a:lnTo>
                  <a:pt x="4022538" y="252585"/>
                </a:lnTo>
                <a:lnTo>
                  <a:pt x="4056206" y="252585"/>
                </a:lnTo>
                <a:lnTo>
                  <a:pt x="4056206" y="263454"/>
                </a:lnTo>
                <a:cubicBezTo>
                  <a:pt x="4060742" y="258505"/>
                  <a:pt x="4064939" y="255044"/>
                  <a:pt x="4068798" y="253071"/>
                </a:cubicBezTo>
                <a:cubicBezTo>
                  <a:pt x="4072657" y="251097"/>
                  <a:pt x="4076884" y="250110"/>
                  <a:pt x="4081479" y="250110"/>
                </a:cubicBezTo>
                <a:close/>
                <a:moveTo>
                  <a:pt x="7929248" y="249880"/>
                </a:moveTo>
                <a:cubicBezTo>
                  <a:pt x="7935316" y="249880"/>
                  <a:pt x="7940839" y="251795"/>
                  <a:pt x="7945817" y="255624"/>
                </a:cubicBezTo>
                <a:cubicBezTo>
                  <a:pt x="7950795" y="259453"/>
                  <a:pt x="7954580" y="264741"/>
                  <a:pt x="7957172" y="271486"/>
                </a:cubicBezTo>
                <a:cubicBezTo>
                  <a:pt x="7959764" y="278231"/>
                  <a:pt x="7961060" y="285492"/>
                  <a:pt x="7961060" y="293268"/>
                </a:cubicBezTo>
                <a:cubicBezTo>
                  <a:pt x="7961060" y="301634"/>
                  <a:pt x="7959720" y="309277"/>
                  <a:pt x="7957040" y="316199"/>
                </a:cubicBezTo>
                <a:cubicBezTo>
                  <a:pt x="7954359" y="323122"/>
                  <a:pt x="7950471" y="328394"/>
                  <a:pt x="7945375" y="332017"/>
                </a:cubicBezTo>
                <a:cubicBezTo>
                  <a:pt x="7940279" y="335640"/>
                  <a:pt x="7934609" y="337452"/>
                  <a:pt x="7928365" y="337452"/>
                </a:cubicBezTo>
                <a:cubicBezTo>
                  <a:pt x="7923828" y="337452"/>
                  <a:pt x="7919587" y="336450"/>
                  <a:pt x="7915640" y="334447"/>
                </a:cubicBezTo>
                <a:cubicBezTo>
                  <a:pt x="7912694" y="332916"/>
                  <a:pt x="7909601" y="330294"/>
                  <a:pt x="7906361" y="326583"/>
                </a:cubicBezTo>
                <a:lnTo>
                  <a:pt x="7906361" y="357334"/>
                </a:lnTo>
                <a:cubicBezTo>
                  <a:pt x="7906361" y="361576"/>
                  <a:pt x="7906700" y="364462"/>
                  <a:pt x="7907377" y="365994"/>
                </a:cubicBezTo>
                <a:cubicBezTo>
                  <a:pt x="7908055" y="367526"/>
                  <a:pt x="7909101" y="368645"/>
                  <a:pt x="7910514" y="369352"/>
                </a:cubicBezTo>
                <a:cubicBezTo>
                  <a:pt x="7911928" y="370059"/>
                  <a:pt x="7914697" y="370413"/>
                  <a:pt x="7918821" y="370413"/>
                </a:cubicBezTo>
                <a:lnTo>
                  <a:pt x="7918821" y="373682"/>
                </a:lnTo>
                <a:lnTo>
                  <a:pt x="7871721" y="373682"/>
                </a:lnTo>
                <a:lnTo>
                  <a:pt x="7871721" y="370413"/>
                </a:lnTo>
                <a:cubicBezTo>
                  <a:pt x="7875374" y="370295"/>
                  <a:pt x="7878084" y="369264"/>
                  <a:pt x="7879851" y="367320"/>
                </a:cubicBezTo>
                <a:cubicBezTo>
                  <a:pt x="7881029" y="365965"/>
                  <a:pt x="7881619" y="362459"/>
                  <a:pt x="7881619" y="356804"/>
                </a:cubicBezTo>
                <a:lnTo>
                  <a:pt x="7881619" y="269586"/>
                </a:lnTo>
                <a:cubicBezTo>
                  <a:pt x="7881619" y="263754"/>
                  <a:pt x="7880941" y="260028"/>
                  <a:pt x="7879586" y="258408"/>
                </a:cubicBezTo>
                <a:cubicBezTo>
                  <a:pt x="7878231" y="256788"/>
                  <a:pt x="7875610" y="255860"/>
                  <a:pt x="7871721" y="255624"/>
                </a:cubicBezTo>
                <a:lnTo>
                  <a:pt x="7871721" y="252355"/>
                </a:lnTo>
                <a:lnTo>
                  <a:pt x="7906361" y="252355"/>
                </a:lnTo>
                <a:lnTo>
                  <a:pt x="7906361" y="263224"/>
                </a:lnTo>
                <a:cubicBezTo>
                  <a:pt x="7909248" y="258982"/>
                  <a:pt x="7912193" y="255919"/>
                  <a:pt x="7915198" y="254034"/>
                </a:cubicBezTo>
                <a:cubicBezTo>
                  <a:pt x="7919498" y="251265"/>
                  <a:pt x="7924182" y="249880"/>
                  <a:pt x="7929248" y="249880"/>
                </a:cubicBezTo>
                <a:close/>
                <a:moveTo>
                  <a:pt x="7818092" y="249880"/>
                </a:moveTo>
                <a:cubicBezTo>
                  <a:pt x="7825279" y="249880"/>
                  <a:pt x="7831966" y="251736"/>
                  <a:pt x="7838151" y="255447"/>
                </a:cubicBezTo>
                <a:cubicBezTo>
                  <a:pt x="7844337" y="259159"/>
                  <a:pt x="7849035" y="264431"/>
                  <a:pt x="7852246" y="271265"/>
                </a:cubicBezTo>
                <a:cubicBezTo>
                  <a:pt x="7855457" y="278099"/>
                  <a:pt x="7857062" y="285580"/>
                  <a:pt x="7857062" y="293710"/>
                </a:cubicBezTo>
                <a:cubicBezTo>
                  <a:pt x="7857062" y="305433"/>
                  <a:pt x="7854087" y="315242"/>
                  <a:pt x="7848137" y="323136"/>
                </a:cubicBezTo>
                <a:cubicBezTo>
                  <a:pt x="7840950" y="332680"/>
                  <a:pt x="7831023" y="337452"/>
                  <a:pt x="7818357" y="337452"/>
                </a:cubicBezTo>
                <a:cubicBezTo>
                  <a:pt x="7805927" y="337452"/>
                  <a:pt x="7796354" y="333092"/>
                  <a:pt x="7789638" y="324373"/>
                </a:cubicBezTo>
                <a:cubicBezTo>
                  <a:pt x="7782922" y="315654"/>
                  <a:pt x="7779564" y="305551"/>
                  <a:pt x="7779564" y="294064"/>
                </a:cubicBezTo>
                <a:cubicBezTo>
                  <a:pt x="7779564" y="282222"/>
                  <a:pt x="7782996" y="271898"/>
                  <a:pt x="7789859" y="263091"/>
                </a:cubicBezTo>
                <a:cubicBezTo>
                  <a:pt x="7796722" y="254284"/>
                  <a:pt x="7806133" y="249880"/>
                  <a:pt x="7818092" y="249880"/>
                </a:cubicBezTo>
                <a:close/>
                <a:moveTo>
                  <a:pt x="7437497" y="227435"/>
                </a:moveTo>
                <a:lnTo>
                  <a:pt x="7440236" y="227435"/>
                </a:lnTo>
                <a:lnTo>
                  <a:pt x="7440236" y="254034"/>
                </a:lnTo>
                <a:lnTo>
                  <a:pt x="7459147" y="254034"/>
                </a:lnTo>
                <a:lnTo>
                  <a:pt x="7459147" y="260219"/>
                </a:lnTo>
                <a:lnTo>
                  <a:pt x="7440236" y="260219"/>
                </a:lnTo>
                <a:lnTo>
                  <a:pt x="7440236" y="312709"/>
                </a:lnTo>
                <a:cubicBezTo>
                  <a:pt x="7440236" y="317952"/>
                  <a:pt x="7440987" y="321487"/>
                  <a:pt x="7442490" y="323313"/>
                </a:cubicBezTo>
                <a:cubicBezTo>
                  <a:pt x="7443992" y="325139"/>
                  <a:pt x="7445921" y="326052"/>
                  <a:pt x="7448278" y="326052"/>
                </a:cubicBezTo>
                <a:cubicBezTo>
                  <a:pt x="7450222" y="326052"/>
                  <a:pt x="7452107" y="325449"/>
                  <a:pt x="7453933" y="324241"/>
                </a:cubicBezTo>
                <a:cubicBezTo>
                  <a:pt x="7455759" y="323033"/>
                  <a:pt x="7457173" y="321251"/>
                  <a:pt x="7458175" y="318895"/>
                </a:cubicBezTo>
                <a:lnTo>
                  <a:pt x="7461621" y="318895"/>
                </a:lnTo>
                <a:cubicBezTo>
                  <a:pt x="7459559" y="324668"/>
                  <a:pt x="7456643" y="329013"/>
                  <a:pt x="7452873" y="331929"/>
                </a:cubicBezTo>
                <a:cubicBezTo>
                  <a:pt x="7449102" y="334845"/>
                  <a:pt x="7445214" y="336303"/>
                  <a:pt x="7441208" y="336303"/>
                </a:cubicBezTo>
                <a:cubicBezTo>
                  <a:pt x="7438498" y="336303"/>
                  <a:pt x="7435847" y="335552"/>
                  <a:pt x="7433255" y="334050"/>
                </a:cubicBezTo>
                <a:cubicBezTo>
                  <a:pt x="7430663" y="332547"/>
                  <a:pt x="7428749" y="330397"/>
                  <a:pt x="7427511" y="327599"/>
                </a:cubicBezTo>
                <a:cubicBezTo>
                  <a:pt x="7426274" y="324801"/>
                  <a:pt x="7425656" y="320485"/>
                  <a:pt x="7425656" y="314653"/>
                </a:cubicBezTo>
                <a:lnTo>
                  <a:pt x="7425656" y="260219"/>
                </a:lnTo>
                <a:lnTo>
                  <a:pt x="7412843" y="260219"/>
                </a:lnTo>
                <a:lnTo>
                  <a:pt x="7412843" y="257303"/>
                </a:lnTo>
                <a:cubicBezTo>
                  <a:pt x="7416083" y="256007"/>
                  <a:pt x="7419396" y="253812"/>
                  <a:pt x="7422784" y="250720"/>
                </a:cubicBezTo>
                <a:cubicBezTo>
                  <a:pt x="7426171" y="247627"/>
                  <a:pt x="7429190" y="243959"/>
                  <a:pt x="7431841" y="239718"/>
                </a:cubicBezTo>
                <a:cubicBezTo>
                  <a:pt x="7433196" y="237480"/>
                  <a:pt x="7435082" y="233385"/>
                  <a:pt x="7437497" y="227435"/>
                </a:cubicBezTo>
                <a:close/>
                <a:moveTo>
                  <a:pt x="4366112" y="222363"/>
                </a:moveTo>
                <a:lnTo>
                  <a:pt x="4369029" y="222363"/>
                </a:lnTo>
                <a:lnTo>
                  <a:pt x="4369029" y="252585"/>
                </a:lnTo>
                <a:lnTo>
                  <a:pt x="4388646" y="252585"/>
                </a:lnTo>
                <a:lnTo>
                  <a:pt x="4388646" y="261333"/>
                </a:lnTo>
                <a:lnTo>
                  <a:pt x="4369029" y="261333"/>
                </a:lnTo>
                <a:lnTo>
                  <a:pt x="4369029" y="312321"/>
                </a:lnTo>
                <a:cubicBezTo>
                  <a:pt x="4369029" y="317092"/>
                  <a:pt x="4369250" y="320170"/>
                  <a:pt x="4369691" y="321555"/>
                </a:cubicBezTo>
                <a:cubicBezTo>
                  <a:pt x="4370133" y="322939"/>
                  <a:pt x="4370914" y="324059"/>
                  <a:pt x="4372033" y="324913"/>
                </a:cubicBezTo>
                <a:cubicBezTo>
                  <a:pt x="4373152" y="325767"/>
                  <a:pt x="4374183" y="326194"/>
                  <a:pt x="4375126" y="326194"/>
                </a:cubicBezTo>
                <a:cubicBezTo>
                  <a:pt x="4378955" y="326194"/>
                  <a:pt x="4382578" y="323278"/>
                  <a:pt x="4385995" y="317446"/>
                </a:cubicBezTo>
                <a:lnTo>
                  <a:pt x="4388646" y="319390"/>
                </a:lnTo>
                <a:cubicBezTo>
                  <a:pt x="4383874" y="330701"/>
                  <a:pt x="4376127" y="336356"/>
                  <a:pt x="4365406" y="336356"/>
                </a:cubicBezTo>
                <a:cubicBezTo>
                  <a:pt x="4360162" y="336356"/>
                  <a:pt x="4355729" y="334898"/>
                  <a:pt x="4352106" y="331982"/>
                </a:cubicBezTo>
                <a:cubicBezTo>
                  <a:pt x="4348483" y="329066"/>
                  <a:pt x="4346171" y="325811"/>
                  <a:pt x="4345170" y="322218"/>
                </a:cubicBezTo>
                <a:cubicBezTo>
                  <a:pt x="4344580" y="320215"/>
                  <a:pt x="4344286" y="314795"/>
                  <a:pt x="4344286" y="305958"/>
                </a:cubicBezTo>
                <a:lnTo>
                  <a:pt x="4344286" y="261333"/>
                </a:lnTo>
                <a:lnTo>
                  <a:pt x="4333505" y="261333"/>
                </a:lnTo>
                <a:lnTo>
                  <a:pt x="4333505" y="258240"/>
                </a:lnTo>
                <a:cubicBezTo>
                  <a:pt x="4340928" y="252997"/>
                  <a:pt x="4347246" y="247489"/>
                  <a:pt x="4352460" y="241716"/>
                </a:cubicBezTo>
                <a:cubicBezTo>
                  <a:pt x="4357673" y="235942"/>
                  <a:pt x="4362224" y="229492"/>
                  <a:pt x="4366112" y="222363"/>
                </a:cubicBezTo>
                <a:close/>
                <a:moveTo>
                  <a:pt x="7751840" y="222133"/>
                </a:moveTo>
                <a:lnTo>
                  <a:pt x="7754757" y="222133"/>
                </a:lnTo>
                <a:lnTo>
                  <a:pt x="7754757" y="252355"/>
                </a:lnTo>
                <a:lnTo>
                  <a:pt x="7774374" y="252355"/>
                </a:lnTo>
                <a:lnTo>
                  <a:pt x="7774374" y="261103"/>
                </a:lnTo>
                <a:lnTo>
                  <a:pt x="7754757" y="261103"/>
                </a:lnTo>
                <a:lnTo>
                  <a:pt x="7754757" y="312090"/>
                </a:lnTo>
                <a:cubicBezTo>
                  <a:pt x="7754757" y="316862"/>
                  <a:pt x="7754977" y="319940"/>
                  <a:pt x="7755419" y="321325"/>
                </a:cubicBezTo>
                <a:cubicBezTo>
                  <a:pt x="7755861" y="322709"/>
                  <a:pt x="7756642" y="323829"/>
                  <a:pt x="7757761" y="324683"/>
                </a:cubicBezTo>
                <a:cubicBezTo>
                  <a:pt x="7758880" y="325537"/>
                  <a:pt x="7759911" y="325964"/>
                  <a:pt x="7760854" y="325964"/>
                </a:cubicBezTo>
                <a:cubicBezTo>
                  <a:pt x="7764683" y="325964"/>
                  <a:pt x="7768306" y="323048"/>
                  <a:pt x="7771723" y="317216"/>
                </a:cubicBezTo>
                <a:lnTo>
                  <a:pt x="7774374" y="319160"/>
                </a:lnTo>
                <a:cubicBezTo>
                  <a:pt x="7769602" y="330471"/>
                  <a:pt x="7761855" y="336126"/>
                  <a:pt x="7751134" y="336126"/>
                </a:cubicBezTo>
                <a:cubicBezTo>
                  <a:pt x="7745890" y="336126"/>
                  <a:pt x="7741457" y="334668"/>
                  <a:pt x="7737834" y="331752"/>
                </a:cubicBezTo>
                <a:cubicBezTo>
                  <a:pt x="7734211" y="328836"/>
                  <a:pt x="7731899" y="325581"/>
                  <a:pt x="7730898" y="321988"/>
                </a:cubicBezTo>
                <a:cubicBezTo>
                  <a:pt x="7730308" y="319984"/>
                  <a:pt x="7730014" y="314565"/>
                  <a:pt x="7730014" y="305728"/>
                </a:cubicBezTo>
                <a:lnTo>
                  <a:pt x="7730014" y="261103"/>
                </a:lnTo>
                <a:lnTo>
                  <a:pt x="7719233" y="261103"/>
                </a:lnTo>
                <a:lnTo>
                  <a:pt x="7719233" y="258010"/>
                </a:lnTo>
                <a:cubicBezTo>
                  <a:pt x="7726656" y="252767"/>
                  <a:pt x="7732974" y="247259"/>
                  <a:pt x="7738188" y="241485"/>
                </a:cubicBezTo>
                <a:cubicBezTo>
                  <a:pt x="7743401" y="235712"/>
                  <a:pt x="7747952" y="229261"/>
                  <a:pt x="7751840" y="222133"/>
                </a:cubicBezTo>
                <a:close/>
                <a:moveTo>
                  <a:pt x="4810197" y="215382"/>
                </a:moveTo>
                <a:lnTo>
                  <a:pt x="4844837" y="215382"/>
                </a:lnTo>
                <a:lnTo>
                  <a:pt x="4844837" y="318064"/>
                </a:lnTo>
                <a:cubicBezTo>
                  <a:pt x="4844837" y="323896"/>
                  <a:pt x="4845514" y="327623"/>
                  <a:pt x="4846869" y="329243"/>
                </a:cubicBezTo>
                <a:cubicBezTo>
                  <a:pt x="4848224" y="330863"/>
                  <a:pt x="4850876" y="331791"/>
                  <a:pt x="4854822" y="332026"/>
                </a:cubicBezTo>
                <a:lnTo>
                  <a:pt x="4854822" y="335208"/>
                </a:lnTo>
                <a:lnTo>
                  <a:pt x="4810197" y="335208"/>
                </a:lnTo>
                <a:lnTo>
                  <a:pt x="4810197" y="332026"/>
                </a:lnTo>
                <a:cubicBezTo>
                  <a:pt x="4813849" y="331909"/>
                  <a:pt x="4816559" y="330848"/>
                  <a:pt x="4818327" y="328845"/>
                </a:cubicBezTo>
                <a:cubicBezTo>
                  <a:pt x="4819505" y="327490"/>
                  <a:pt x="4820094" y="323896"/>
                  <a:pt x="4820094" y="318064"/>
                </a:cubicBezTo>
                <a:lnTo>
                  <a:pt x="4820094" y="232526"/>
                </a:lnTo>
                <a:cubicBezTo>
                  <a:pt x="4820094" y="226752"/>
                  <a:pt x="4819417" y="223055"/>
                  <a:pt x="4818062" y="221436"/>
                </a:cubicBezTo>
                <a:cubicBezTo>
                  <a:pt x="4816707" y="219815"/>
                  <a:pt x="4814085" y="218887"/>
                  <a:pt x="4810197" y="218652"/>
                </a:cubicBezTo>
                <a:close/>
                <a:moveTo>
                  <a:pt x="6884568" y="215152"/>
                </a:moveTo>
                <a:lnTo>
                  <a:pt x="6982390" y="215152"/>
                </a:lnTo>
                <a:lnTo>
                  <a:pt x="6983715" y="243253"/>
                </a:lnTo>
                <a:lnTo>
                  <a:pt x="6980357" y="243253"/>
                </a:lnTo>
                <a:cubicBezTo>
                  <a:pt x="6979709" y="238304"/>
                  <a:pt x="6978826" y="234769"/>
                  <a:pt x="6977706" y="232649"/>
                </a:cubicBezTo>
                <a:cubicBezTo>
                  <a:pt x="6975880" y="229232"/>
                  <a:pt x="6973450" y="226714"/>
                  <a:pt x="6970416" y="225093"/>
                </a:cubicBezTo>
                <a:cubicBezTo>
                  <a:pt x="6967382" y="223474"/>
                  <a:pt x="6963391" y="222663"/>
                  <a:pt x="6958442" y="222663"/>
                </a:cubicBezTo>
                <a:lnTo>
                  <a:pt x="6941564" y="222663"/>
                </a:lnTo>
                <a:lnTo>
                  <a:pt x="6941564" y="314211"/>
                </a:lnTo>
                <a:cubicBezTo>
                  <a:pt x="6941564" y="321575"/>
                  <a:pt x="6942360" y="326170"/>
                  <a:pt x="6943950" y="327996"/>
                </a:cubicBezTo>
                <a:cubicBezTo>
                  <a:pt x="6946189" y="330471"/>
                  <a:pt x="6949635" y="331708"/>
                  <a:pt x="6954289" y="331708"/>
                </a:cubicBezTo>
                <a:lnTo>
                  <a:pt x="6958442" y="331708"/>
                </a:lnTo>
                <a:lnTo>
                  <a:pt x="6958442" y="334977"/>
                </a:lnTo>
                <a:lnTo>
                  <a:pt x="6907632" y="334977"/>
                </a:lnTo>
                <a:lnTo>
                  <a:pt x="6907632" y="331708"/>
                </a:lnTo>
                <a:lnTo>
                  <a:pt x="6911873" y="331708"/>
                </a:lnTo>
                <a:cubicBezTo>
                  <a:pt x="6916940" y="331708"/>
                  <a:pt x="6920533" y="330176"/>
                  <a:pt x="6922654" y="327113"/>
                </a:cubicBezTo>
                <a:cubicBezTo>
                  <a:pt x="6923950" y="325228"/>
                  <a:pt x="6924598" y="320927"/>
                  <a:pt x="6924598" y="314211"/>
                </a:cubicBezTo>
                <a:lnTo>
                  <a:pt x="6924598" y="222663"/>
                </a:lnTo>
                <a:lnTo>
                  <a:pt x="6910194" y="222663"/>
                </a:lnTo>
                <a:cubicBezTo>
                  <a:pt x="6904598" y="222663"/>
                  <a:pt x="6900621" y="223076"/>
                  <a:pt x="6898265" y="223900"/>
                </a:cubicBezTo>
                <a:cubicBezTo>
                  <a:pt x="6895201" y="225020"/>
                  <a:pt x="6892580" y="227170"/>
                  <a:pt x="6890400" y="230351"/>
                </a:cubicBezTo>
                <a:cubicBezTo>
                  <a:pt x="6888220" y="233532"/>
                  <a:pt x="6886924" y="237833"/>
                  <a:pt x="6886512" y="243253"/>
                </a:cubicBezTo>
                <a:lnTo>
                  <a:pt x="6883154" y="243253"/>
                </a:lnTo>
                <a:close/>
                <a:moveTo>
                  <a:pt x="7553267" y="209497"/>
                </a:moveTo>
                <a:cubicBezTo>
                  <a:pt x="7559452" y="209497"/>
                  <a:pt x="7565137" y="211499"/>
                  <a:pt x="7570321" y="215506"/>
                </a:cubicBezTo>
                <a:cubicBezTo>
                  <a:pt x="7573738" y="218156"/>
                  <a:pt x="7575447" y="221132"/>
                  <a:pt x="7575447" y="224431"/>
                </a:cubicBezTo>
                <a:cubicBezTo>
                  <a:pt x="7575447" y="226198"/>
                  <a:pt x="7574681" y="227862"/>
                  <a:pt x="7573149" y="229423"/>
                </a:cubicBezTo>
                <a:cubicBezTo>
                  <a:pt x="7571617" y="230985"/>
                  <a:pt x="7569968" y="231765"/>
                  <a:pt x="7568200" y="231765"/>
                </a:cubicBezTo>
                <a:cubicBezTo>
                  <a:pt x="7566846" y="231765"/>
                  <a:pt x="7565417" y="231279"/>
                  <a:pt x="7563915" y="230307"/>
                </a:cubicBezTo>
                <a:cubicBezTo>
                  <a:pt x="7562412" y="229335"/>
                  <a:pt x="7560572" y="227244"/>
                  <a:pt x="7558392" y="224033"/>
                </a:cubicBezTo>
                <a:cubicBezTo>
                  <a:pt x="7556212" y="220822"/>
                  <a:pt x="7554209" y="218657"/>
                  <a:pt x="7552383" y="217538"/>
                </a:cubicBezTo>
                <a:cubicBezTo>
                  <a:pt x="7550557" y="216419"/>
                  <a:pt x="7548524" y="215859"/>
                  <a:pt x="7546286" y="215859"/>
                </a:cubicBezTo>
                <a:cubicBezTo>
                  <a:pt x="7543576" y="215859"/>
                  <a:pt x="7541278" y="216581"/>
                  <a:pt x="7539393" y="218024"/>
                </a:cubicBezTo>
                <a:cubicBezTo>
                  <a:pt x="7537508" y="219467"/>
                  <a:pt x="7536153" y="221706"/>
                  <a:pt x="7535328" y="224740"/>
                </a:cubicBezTo>
                <a:cubicBezTo>
                  <a:pt x="7534503" y="227774"/>
                  <a:pt x="7534091" y="235594"/>
                  <a:pt x="7534091" y="248201"/>
                </a:cubicBezTo>
                <a:lnTo>
                  <a:pt x="7534091" y="254034"/>
                </a:lnTo>
                <a:lnTo>
                  <a:pt x="7554945" y="254034"/>
                </a:lnTo>
                <a:lnTo>
                  <a:pt x="7554945" y="260396"/>
                </a:lnTo>
                <a:lnTo>
                  <a:pt x="7534091" y="260396"/>
                </a:lnTo>
                <a:lnTo>
                  <a:pt x="7534091" y="313593"/>
                </a:lnTo>
                <a:cubicBezTo>
                  <a:pt x="7534091" y="321133"/>
                  <a:pt x="7534916" y="325905"/>
                  <a:pt x="7536565" y="327908"/>
                </a:cubicBezTo>
                <a:cubicBezTo>
                  <a:pt x="7538745" y="330500"/>
                  <a:pt x="7541661" y="331796"/>
                  <a:pt x="7545314" y="331796"/>
                </a:cubicBezTo>
                <a:lnTo>
                  <a:pt x="7552648" y="331796"/>
                </a:lnTo>
                <a:lnTo>
                  <a:pt x="7552648" y="334977"/>
                </a:lnTo>
                <a:lnTo>
                  <a:pt x="7504563" y="334977"/>
                </a:lnTo>
                <a:lnTo>
                  <a:pt x="7504311" y="334977"/>
                </a:lnTo>
                <a:lnTo>
                  <a:pt x="7465239" y="334977"/>
                </a:lnTo>
                <a:lnTo>
                  <a:pt x="7465239" y="331796"/>
                </a:lnTo>
                <a:cubicBezTo>
                  <a:pt x="7469186" y="331796"/>
                  <a:pt x="7471837" y="331413"/>
                  <a:pt x="7473192" y="330647"/>
                </a:cubicBezTo>
                <a:cubicBezTo>
                  <a:pt x="7474547" y="329882"/>
                  <a:pt x="7475622" y="328615"/>
                  <a:pt x="7476418" y="326848"/>
                </a:cubicBezTo>
                <a:cubicBezTo>
                  <a:pt x="7477213" y="325080"/>
                  <a:pt x="7477611" y="321693"/>
                  <a:pt x="7477611" y="316686"/>
                </a:cubicBezTo>
                <a:lnTo>
                  <a:pt x="7477611" y="285492"/>
                </a:lnTo>
                <a:cubicBezTo>
                  <a:pt x="7477611" y="276714"/>
                  <a:pt x="7477346" y="271029"/>
                  <a:pt x="7476815" y="268437"/>
                </a:cubicBezTo>
                <a:cubicBezTo>
                  <a:pt x="7476403" y="266552"/>
                  <a:pt x="7475755" y="265242"/>
                  <a:pt x="7474871" y="264505"/>
                </a:cubicBezTo>
                <a:cubicBezTo>
                  <a:pt x="7473988" y="263768"/>
                  <a:pt x="7472780" y="263400"/>
                  <a:pt x="7471248" y="263400"/>
                </a:cubicBezTo>
                <a:cubicBezTo>
                  <a:pt x="7469599" y="263400"/>
                  <a:pt x="7467596" y="263842"/>
                  <a:pt x="7465239" y="264726"/>
                </a:cubicBezTo>
                <a:lnTo>
                  <a:pt x="7464002" y="261545"/>
                </a:lnTo>
                <a:lnTo>
                  <a:pt x="7488391" y="251648"/>
                </a:lnTo>
                <a:lnTo>
                  <a:pt x="7492280" y="251648"/>
                </a:lnTo>
                <a:lnTo>
                  <a:pt x="7492280" y="316686"/>
                </a:lnTo>
                <a:cubicBezTo>
                  <a:pt x="7492280" y="321752"/>
                  <a:pt x="7492648" y="325124"/>
                  <a:pt x="7493384" y="326803"/>
                </a:cubicBezTo>
                <a:cubicBezTo>
                  <a:pt x="7494120" y="328483"/>
                  <a:pt x="7495210" y="329734"/>
                  <a:pt x="7496654" y="330559"/>
                </a:cubicBezTo>
                <a:cubicBezTo>
                  <a:pt x="7498097" y="331384"/>
                  <a:pt x="7500733" y="331796"/>
                  <a:pt x="7504563" y="331796"/>
                </a:cubicBezTo>
                <a:lnTo>
                  <a:pt x="7507934" y="331796"/>
                </a:lnTo>
                <a:cubicBezTo>
                  <a:pt x="7510291" y="331796"/>
                  <a:pt x="7512441" y="331207"/>
                  <a:pt x="7514385" y="330029"/>
                </a:cubicBezTo>
                <a:cubicBezTo>
                  <a:pt x="7516329" y="328851"/>
                  <a:pt x="7517669" y="327260"/>
                  <a:pt x="7518406" y="325257"/>
                </a:cubicBezTo>
                <a:cubicBezTo>
                  <a:pt x="7519142" y="323254"/>
                  <a:pt x="7519510" y="319366"/>
                  <a:pt x="7519510" y="313593"/>
                </a:cubicBezTo>
                <a:lnTo>
                  <a:pt x="7519510" y="260396"/>
                </a:lnTo>
                <a:lnTo>
                  <a:pt x="7503781" y="260396"/>
                </a:lnTo>
                <a:lnTo>
                  <a:pt x="7503781" y="254034"/>
                </a:lnTo>
                <a:lnTo>
                  <a:pt x="7519510" y="254034"/>
                </a:lnTo>
                <a:lnTo>
                  <a:pt x="7519510" y="248732"/>
                </a:lnTo>
                <a:cubicBezTo>
                  <a:pt x="7519510" y="240661"/>
                  <a:pt x="7520807" y="233827"/>
                  <a:pt x="7523399" y="228230"/>
                </a:cubicBezTo>
                <a:cubicBezTo>
                  <a:pt x="7525991" y="222634"/>
                  <a:pt x="7529952" y="218112"/>
                  <a:pt x="7535284" y="214666"/>
                </a:cubicBezTo>
                <a:cubicBezTo>
                  <a:pt x="7540615" y="211220"/>
                  <a:pt x="7546610" y="209497"/>
                  <a:pt x="7553267" y="209497"/>
                </a:cubicBezTo>
                <a:close/>
                <a:moveTo>
                  <a:pt x="7484945" y="209320"/>
                </a:moveTo>
                <a:cubicBezTo>
                  <a:pt x="7487419" y="209320"/>
                  <a:pt x="7489525" y="210189"/>
                  <a:pt x="7491263" y="211927"/>
                </a:cubicBezTo>
                <a:cubicBezTo>
                  <a:pt x="7493001" y="213665"/>
                  <a:pt x="7493870" y="215771"/>
                  <a:pt x="7493870" y="218245"/>
                </a:cubicBezTo>
                <a:cubicBezTo>
                  <a:pt x="7493870" y="220719"/>
                  <a:pt x="7493001" y="222840"/>
                  <a:pt x="7491263" y="224607"/>
                </a:cubicBezTo>
                <a:cubicBezTo>
                  <a:pt x="7489525" y="226375"/>
                  <a:pt x="7487419" y="227258"/>
                  <a:pt x="7484945" y="227258"/>
                </a:cubicBezTo>
                <a:cubicBezTo>
                  <a:pt x="7482471" y="227258"/>
                  <a:pt x="7480350" y="226375"/>
                  <a:pt x="7478583" y="224607"/>
                </a:cubicBezTo>
                <a:cubicBezTo>
                  <a:pt x="7476815" y="222840"/>
                  <a:pt x="7475932" y="220719"/>
                  <a:pt x="7475932" y="218245"/>
                </a:cubicBezTo>
                <a:cubicBezTo>
                  <a:pt x="7475932" y="215771"/>
                  <a:pt x="7476801" y="213665"/>
                  <a:pt x="7478539" y="211927"/>
                </a:cubicBezTo>
                <a:cubicBezTo>
                  <a:pt x="7480276" y="210189"/>
                  <a:pt x="7482412" y="209320"/>
                  <a:pt x="7484945" y="209320"/>
                </a:cubicBezTo>
                <a:close/>
                <a:moveTo>
                  <a:pt x="7227333" y="209320"/>
                </a:moveTo>
                <a:lnTo>
                  <a:pt x="7231309" y="209320"/>
                </a:lnTo>
                <a:lnTo>
                  <a:pt x="7231309" y="302900"/>
                </a:lnTo>
                <a:cubicBezTo>
                  <a:pt x="7231309" y="312385"/>
                  <a:pt x="7231530" y="318173"/>
                  <a:pt x="7231972" y="320264"/>
                </a:cubicBezTo>
                <a:cubicBezTo>
                  <a:pt x="7232414" y="322356"/>
                  <a:pt x="7233121" y="323814"/>
                  <a:pt x="7234093" y="324639"/>
                </a:cubicBezTo>
                <a:cubicBezTo>
                  <a:pt x="7235065" y="325463"/>
                  <a:pt x="7236199" y="325876"/>
                  <a:pt x="7237495" y="325876"/>
                </a:cubicBezTo>
                <a:cubicBezTo>
                  <a:pt x="7239086" y="325876"/>
                  <a:pt x="7241207" y="325375"/>
                  <a:pt x="7243858" y="324373"/>
                </a:cubicBezTo>
                <a:lnTo>
                  <a:pt x="7244830" y="327466"/>
                </a:lnTo>
                <a:lnTo>
                  <a:pt x="7220794" y="337452"/>
                </a:lnTo>
                <a:lnTo>
                  <a:pt x="7216729" y="337452"/>
                </a:lnTo>
                <a:lnTo>
                  <a:pt x="7216729" y="325876"/>
                </a:lnTo>
                <a:cubicBezTo>
                  <a:pt x="7212782" y="329999"/>
                  <a:pt x="7208923" y="332960"/>
                  <a:pt x="7205153" y="334757"/>
                </a:cubicBezTo>
                <a:cubicBezTo>
                  <a:pt x="7201383" y="336553"/>
                  <a:pt x="7197318" y="337452"/>
                  <a:pt x="7192958" y="337452"/>
                </a:cubicBezTo>
                <a:cubicBezTo>
                  <a:pt x="7184122" y="337452"/>
                  <a:pt x="7176404" y="333755"/>
                  <a:pt x="7169806" y="326362"/>
                </a:cubicBezTo>
                <a:cubicBezTo>
                  <a:pt x="7163208" y="318968"/>
                  <a:pt x="7159909" y="309469"/>
                  <a:pt x="7159909" y="297863"/>
                </a:cubicBezTo>
                <a:cubicBezTo>
                  <a:pt x="7159909" y="286258"/>
                  <a:pt x="7163562" y="275639"/>
                  <a:pt x="7170867" y="266007"/>
                </a:cubicBezTo>
                <a:cubicBezTo>
                  <a:pt x="7178172" y="256375"/>
                  <a:pt x="7187568" y="251559"/>
                  <a:pt x="7199056" y="251559"/>
                </a:cubicBezTo>
                <a:cubicBezTo>
                  <a:pt x="7206184" y="251559"/>
                  <a:pt x="7212075" y="253827"/>
                  <a:pt x="7216729" y="258363"/>
                </a:cubicBezTo>
                <a:lnTo>
                  <a:pt x="7216729" y="243430"/>
                </a:lnTo>
                <a:cubicBezTo>
                  <a:pt x="7216729" y="234180"/>
                  <a:pt x="7216508" y="228496"/>
                  <a:pt x="7216066" y="226375"/>
                </a:cubicBezTo>
                <a:cubicBezTo>
                  <a:pt x="7215624" y="224254"/>
                  <a:pt x="7214932" y="222811"/>
                  <a:pt x="7213990" y="222045"/>
                </a:cubicBezTo>
                <a:cubicBezTo>
                  <a:pt x="7213047" y="221279"/>
                  <a:pt x="7211869" y="220896"/>
                  <a:pt x="7210455" y="220896"/>
                </a:cubicBezTo>
                <a:cubicBezTo>
                  <a:pt x="7208923" y="220896"/>
                  <a:pt x="7206891" y="221367"/>
                  <a:pt x="7204358" y="222310"/>
                </a:cubicBezTo>
                <a:lnTo>
                  <a:pt x="7203209" y="219217"/>
                </a:lnTo>
                <a:close/>
                <a:moveTo>
                  <a:pt x="7142045" y="209320"/>
                </a:moveTo>
                <a:cubicBezTo>
                  <a:pt x="7144519" y="209320"/>
                  <a:pt x="7146625" y="210189"/>
                  <a:pt x="7148363" y="211927"/>
                </a:cubicBezTo>
                <a:cubicBezTo>
                  <a:pt x="7150101" y="213665"/>
                  <a:pt x="7150970" y="215771"/>
                  <a:pt x="7150970" y="218245"/>
                </a:cubicBezTo>
                <a:cubicBezTo>
                  <a:pt x="7150970" y="220719"/>
                  <a:pt x="7150101" y="222840"/>
                  <a:pt x="7148363" y="224607"/>
                </a:cubicBezTo>
                <a:cubicBezTo>
                  <a:pt x="7146625" y="226375"/>
                  <a:pt x="7144519" y="227258"/>
                  <a:pt x="7142045" y="227258"/>
                </a:cubicBezTo>
                <a:cubicBezTo>
                  <a:pt x="7139571" y="227258"/>
                  <a:pt x="7137450" y="226375"/>
                  <a:pt x="7135683" y="224607"/>
                </a:cubicBezTo>
                <a:cubicBezTo>
                  <a:pt x="7133915" y="222840"/>
                  <a:pt x="7133032" y="220719"/>
                  <a:pt x="7133032" y="218245"/>
                </a:cubicBezTo>
                <a:cubicBezTo>
                  <a:pt x="7133032" y="215771"/>
                  <a:pt x="7133901" y="213665"/>
                  <a:pt x="7135639" y="211927"/>
                </a:cubicBezTo>
                <a:cubicBezTo>
                  <a:pt x="7137376" y="210189"/>
                  <a:pt x="7139512" y="209320"/>
                  <a:pt x="7142045" y="209320"/>
                </a:cubicBezTo>
                <a:close/>
                <a:moveTo>
                  <a:pt x="8441341" y="181390"/>
                </a:moveTo>
                <a:lnTo>
                  <a:pt x="8658333" y="181390"/>
                </a:lnTo>
                <a:lnTo>
                  <a:pt x="8623507" y="257293"/>
                </a:lnTo>
                <a:lnTo>
                  <a:pt x="8441341" y="257293"/>
                </a:lnTo>
                <a:lnTo>
                  <a:pt x="8401604" y="338553"/>
                </a:lnTo>
                <a:cubicBezTo>
                  <a:pt x="8480483" y="350162"/>
                  <a:pt x="8542991" y="379481"/>
                  <a:pt x="8589128" y="426510"/>
                </a:cubicBezTo>
                <a:cubicBezTo>
                  <a:pt x="8628716" y="466992"/>
                  <a:pt x="8648510" y="514617"/>
                  <a:pt x="8648510" y="569386"/>
                </a:cubicBezTo>
                <a:cubicBezTo>
                  <a:pt x="8648510" y="601235"/>
                  <a:pt x="8642036" y="630703"/>
                  <a:pt x="8629088" y="657790"/>
                </a:cubicBezTo>
                <a:cubicBezTo>
                  <a:pt x="8616140" y="684876"/>
                  <a:pt x="8599843" y="707944"/>
                  <a:pt x="8580198" y="726995"/>
                </a:cubicBezTo>
                <a:cubicBezTo>
                  <a:pt x="8560553" y="746045"/>
                  <a:pt x="8538675" y="761374"/>
                  <a:pt x="8514565" y="772982"/>
                </a:cubicBezTo>
                <a:cubicBezTo>
                  <a:pt x="8480334" y="789353"/>
                  <a:pt x="8445211" y="797539"/>
                  <a:pt x="8409194" y="797539"/>
                </a:cubicBezTo>
                <a:cubicBezTo>
                  <a:pt x="8372880" y="797539"/>
                  <a:pt x="8346463" y="791363"/>
                  <a:pt x="8329943" y="779010"/>
                </a:cubicBezTo>
                <a:cubicBezTo>
                  <a:pt x="8313423" y="766657"/>
                  <a:pt x="8305163" y="753039"/>
                  <a:pt x="8305163" y="738157"/>
                </a:cubicBezTo>
                <a:cubicBezTo>
                  <a:pt x="8305163" y="729822"/>
                  <a:pt x="8308587" y="722455"/>
                  <a:pt x="8315433" y="716056"/>
                </a:cubicBezTo>
                <a:cubicBezTo>
                  <a:pt x="8322279" y="709656"/>
                  <a:pt x="8330911" y="706456"/>
                  <a:pt x="8341329" y="706456"/>
                </a:cubicBezTo>
                <a:cubicBezTo>
                  <a:pt x="8349068" y="706456"/>
                  <a:pt x="8355839" y="707647"/>
                  <a:pt x="8361644" y="710028"/>
                </a:cubicBezTo>
                <a:cubicBezTo>
                  <a:pt x="8367448" y="712410"/>
                  <a:pt x="8377345" y="718512"/>
                  <a:pt x="8391335" y="728334"/>
                </a:cubicBezTo>
                <a:cubicBezTo>
                  <a:pt x="8413659" y="743812"/>
                  <a:pt x="8436281" y="751551"/>
                  <a:pt x="8459201" y="751551"/>
                </a:cubicBezTo>
                <a:cubicBezTo>
                  <a:pt x="8494026" y="751551"/>
                  <a:pt x="8524611" y="738380"/>
                  <a:pt x="8550953" y="712037"/>
                </a:cubicBezTo>
                <a:cubicBezTo>
                  <a:pt x="8577296" y="685695"/>
                  <a:pt x="8590467" y="653622"/>
                  <a:pt x="8590467" y="615820"/>
                </a:cubicBezTo>
                <a:cubicBezTo>
                  <a:pt x="8590467" y="579208"/>
                  <a:pt x="8578710" y="545052"/>
                  <a:pt x="8555195" y="513352"/>
                </a:cubicBezTo>
                <a:cubicBezTo>
                  <a:pt x="8531680" y="481652"/>
                  <a:pt x="8499235" y="457169"/>
                  <a:pt x="8457861" y="439905"/>
                </a:cubicBezTo>
                <a:cubicBezTo>
                  <a:pt x="8425417" y="426510"/>
                  <a:pt x="8381215" y="418771"/>
                  <a:pt x="8325255" y="416688"/>
                </a:cubicBezTo>
                <a:close/>
                <a:moveTo>
                  <a:pt x="5707282" y="139284"/>
                </a:moveTo>
                <a:lnTo>
                  <a:pt x="5494755" y="439768"/>
                </a:lnTo>
                <a:lnTo>
                  <a:pt x="5707282" y="439768"/>
                </a:lnTo>
                <a:close/>
                <a:moveTo>
                  <a:pt x="5188444" y="48513"/>
                </a:moveTo>
                <a:cubicBezTo>
                  <a:pt x="5183554" y="48513"/>
                  <a:pt x="5179180" y="50413"/>
                  <a:pt x="5175321" y="54213"/>
                </a:cubicBezTo>
                <a:cubicBezTo>
                  <a:pt x="5171462" y="58013"/>
                  <a:pt x="5169209" y="63300"/>
                  <a:pt x="5168561" y="70075"/>
                </a:cubicBezTo>
                <a:lnTo>
                  <a:pt x="5206029" y="70075"/>
                </a:lnTo>
                <a:cubicBezTo>
                  <a:pt x="5205734" y="64891"/>
                  <a:pt x="5205115" y="61238"/>
                  <a:pt x="5204173" y="59117"/>
                </a:cubicBezTo>
                <a:cubicBezTo>
                  <a:pt x="5202700" y="55818"/>
                  <a:pt x="5200506" y="53226"/>
                  <a:pt x="5197590" y="51341"/>
                </a:cubicBezTo>
                <a:cubicBezTo>
                  <a:pt x="5194674" y="49456"/>
                  <a:pt x="5191625" y="48513"/>
                  <a:pt x="5188444" y="48513"/>
                </a:cubicBezTo>
                <a:close/>
                <a:moveTo>
                  <a:pt x="4902694" y="48513"/>
                </a:moveTo>
                <a:cubicBezTo>
                  <a:pt x="4897804" y="48513"/>
                  <a:pt x="4893430" y="50413"/>
                  <a:pt x="4889571" y="54213"/>
                </a:cubicBezTo>
                <a:cubicBezTo>
                  <a:pt x="4885713" y="58013"/>
                  <a:pt x="4883459" y="63300"/>
                  <a:pt x="4882811" y="70075"/>
                </a:cubicBezTo>
                <a:lnTo>
                  <a:pt x="4920279" y="70075"/>
                </a:lnTo>
                <a:cubicBezTo>
                  <a:pt x="4919984" y="64891"/>
                  <a:pt x="4919365" y="61238"/>
                  <a:pt x="4918423" y="59117"/>
                </a:cubicBezTo>
                <a:cubicBezTo>
                  <a:pt x="4916950" y="55818"/>
                  <a:pt x="4914756" y="53226"/>
                  <a:pt x="4911840" y="51341"/>
                </a:cubicBezTo>
                <a:cubicBezTo>
                  <a:pt x="4908923" y="49456"/>
                  <a:pt x="4905875" y="48513"/>
                  <a:pt x="4902694" y="48513"/>
                </a:cubicBezTo>
                <a:close/>
                <a:moveTo>
                  <a:pt x="4512169" y="48513"/>
                </a:moveTo>
                <a:cubicBezTo>
                  <a:pt x="4507279" y="48513"/>
                  <a:pt x="4502905" y="50413"/>
                  <a:pt x="4499046" y="54213"/>
                </a:cubicBezTo>
                <a:cubicBezTo>
                  <a:pt x="4495188" y="58013"/>
                  <a:pt x="4492934" y="63300"/>
                  <a:pt x="4492286" y="70075"/>
                </a:cubicBezTo>
                <a:lnTo>
                  <a:pt x="4529754" y="70075"/>
                </a:lnTo>
                <a:cubicBezTo>
                  <a:pt x="4529460" y="64891"/>
                  <a:pt x="4528841" y="61238"/>
                  <a:pt x="4527898" y="59117"/>
                </a:cubicBezTo>
                <a:cubicBezTo>
                  <a:pt x="4526425" y="55818"/>
                  <a:pt x="4524231" y="53226"/>
                  <a:pt x="4521315" y="51341"/>
                </a:cubicBezTo>
                <a:cubicBezTo>
                  <a:pt x="4518399" y="49456"/>
                  <a:pt x="4515350" y="48513"/>
                  <a:pt x="4512169" y="48513"/>
                </a:cubicBezTo>
                <a:close/>
                <a:moveTo>
                  <a:pt x="4388344" y="48513"/>
                </a:moveTo>
                <a:cubicBezTo>
                  <a:pt x="4383454" y="48513"/>
                  <a:pt x="4379080" y="50413"/>
                  <a:pt x="4375221" y="54213"/>
                </a:cubicBezTo>
                <a:cubicBezTo>
                  <a:pt x="4371363" y="58013"/>
                  <a:pt x="4369109" y="63300"/>
                  <a:pt x="4368461" y="70075"/>
                </a:cubicBezTo>
                <a:lnTo>
                  <a:pt x="4405929" y="70075"/>
                </a:lnTo>
                <a:cubicBezTo>
                  <a:pt x="4405634" y="64891"/>
                  <a:pt x="4405016" y="61238"/>
                  <a:pt x="4404073" y="59117"/>
                </a:cubicBezTo>
                <a:cubicBezTo>
                  <a:pt x="4402600" y="55818"/>
                  <a:pt x="4400406" y="53226"/>
                  <a:pt x="4397490" y="51341"/>
                </a:cubicBezTo>
                <a:cubicBezTo>
                  <a:pt x="4394573" y="49456"/>
                  <a:pt x="4391525" y="48513"/>
                  <a:pt x="4388344" y="48513"/>
                </a:cubicBezTo>
                <a:close/>
                <a:moveTo>
                  <a:pt x="4172627" y="48072"/>
                </a:moveTo>
                <a:cubicBezTo>
                  <a:pt x="4169504" y="48072"/>
                  <a:pt x="4166367" y="48999"/>
                  <a:pt x="4163216" y="50855"/>
                </a:cubicBezTo>
                <a:cubicBezTo>
                  <a:pt x="4160064" y="52711"/>
                  <a:pt x="4157516" y="55966"/>
                  <a:pt x="4155572" y="60620"/>
                </a:cubicBezTo>
                <a:cubicBezTo>
                  <a:pt x="4153628" y="65274"/>
                  <a:pt x="4152656" y="71253"/>
                  <a:pt x="4152656" y="78558"/>
                </a:cubicBezTo>
                <a:cubicBezTo>
                  <a:pt x="4152656" y="90340"/>
                  <a:pt x="4154997" y="100502"/>
                  <a:pt x="4159681" y="109045"/>
                </a:cubicBezTo>
                <a:cubicBezTo>
                  <a:pt x="4164364" y="117587"/>
                  <a:pt x="4170535" y="121858"/>
                  <a:pt x="4178194" y="121858"/>
                </a:cubicBezTo>
                <a:cubicBezTo>
                  <a:pt x="4183908" y="121858"/>
                  <a:pt x="4188621" y="119501"/>
                  <a:pt x="4192332" y="114788"/>
                </a:cubicBezTo>
                <a:cubicBezTo>
                  <a:pt x="4196044" y="110075"/>
                  <a:pt x="4197900" y="101975"/>
                  <a:pt x="4197900" y="90488"/>
                </a:cubicBezTo>
                <a:cubicBezTo>
                  <a:pt x="4197900" y="76113"/>
                  <a:pt x="4194807" y="64802"/>
                  <a:pt x="4188621" y="56555"/>
                </a:cubicBezTo>
                <a:cubicBezTo>
                  <a:pt x="4184438" y="50899"/>
                  <a:pt x="4179107" y="48072"/>
                  <a:pt x="4172627" y="48072"/>
                </a:cubicBezTo>
                <a:close/>
                <a:moveTo>
                  <a:pt x="4298042" y="47718"/>
                </a:moveTo>
                <a:cubicBezTo>
                  <a:pt x="4292858" y="47718"/>
                  <a:pt x="4288234" y="50045"/>
                  <a:pt x="4284169" y="54699"/>
                </a:cubicBezTo>
                <a:cubicBezTo>
                  <a:pt x="4278808" y="60826"/>
                  <a:pt x="4276127" y="69780"/>
                  <a:pt x="4276127" y="81562"/>
                </a:cubicBezTo>
                <a:cubicBezTo>
                  <a:pt x="4276127" y="93463"/>
                  <a:pt x="4278719" y="102579"/>
                  <a:pt x="4283904" y="108912"/>
                </a:cubicBezTo>
                <a:cubicBezTo>
                  <a:pt x="4289088" y="115245"/>
                  <a:pt x="4294861" y="118411"/>
                  <a:pt x="4301223" y="118411"/>
                </a:cubicBezTo>
                <a:cubicBezTo>
                  <a:pt x="4306584" y="118411"/>
                  <a:pt x="4311769" y="115731"/>
                  <a:pt x="4316776" y="110370"/>
                </a:cubicBezTo>
                <a:lnTo>
                  <a:pt x="4316776" y="68661"/>
                </a:lnTo>
                <a:cubicBezTo>
                  <a:pt x="4316423" y="64655"/>
                  <a:pt x="4315362" y="61003"/>
                  <a:pt x="4313595" y="57703"/>
                </a:cubicBezTo>
                <a:cubicBezTo>
                  <a:pt x="4311827" y="54404"/>
                  <a:pt x="4309486" y="51915"/>
                  <a:pt x="4306570" y="50236"/>
                </a:cubicBezTo>
                <a:cubicBezTo>
                  <a:pt x="4303654" y="48558"/>
                  <a:pt x="4300811" y="47718"/>
                  <a:pt x="4298042" y="47718"/>
                </a:cubicBezTo>
                <a:close/>
                <a:moveTo>
                  <a:pt x="5731838" y="45076"/>
                </a:moveTo>
                <a:lnTo>
                  <a:pt x="5780952" y="45076"/>
                </a:lnTo>
                <a:lnTo>
                  <a:pt x="5780952" y="439768"/>
                </a:lnTo>
                <a:lnTo>
                  <a:pt x="5862212" y="439768"/>
                </a:lnTo>
                <a:lnTo>
                  <a:pt x="5862212" y="503169"/>
                </a:lnTo>
                <a:lnTo>
                  <a:pt x="5780952" y="503169"/>
                </a:lnTo>
                <a:lnTo>
                  <a:pt x="5780952" y="663011"/>
                </a:lnTo>
                <a:lnTo>
                  <a:pt x="5707282" y="663011"/>
                </a:lnTo>
                <a:lnTo>
                  <a:pt x="5707282" y="503169"/>
                </a:lnTo>
                <a:lnTo>
                  <a:pt x="5451000" y="503169"/>
                </a:lnTo>
                <a:lnTo>
                  <a:pt x="5451000" y="446019"/>
                </a:lnTo>
                <a:close/>
                <a:moveTo>
                  <a:pt x="4574849" y="42328"/>
                </a:moveTo>
                <a:lnTo>
                  <a:pt x="4578560" y="42328"/>
                </a:lnTo>
                <a:lnTo>
                  <a:pt x="4578560" y="60531"/>
                </a:lnTo>
                <a:cubicBezTo>
                  <a:pt x="4585335" y="48396"/>
                  <a:pt x="4592286" y="42328"/>
                  <a:pt x="4599414" y="42328"/>
                </a:cubicBezTo>
                <a:cubicBezTo>
                  <a:pt x="4602655" y="42328"/>
                  <a:pt x="4605336" y="43314"/>
                  <a:pt x="4607456" y="45288"/>
                </a:cubicBezTo>
                <a:lnTo>
                  <a:pt x="4610233" y="51268"/>
                </a:lnTo>
                <a:lnTo>
                  <a:pt x="4632264" y="42328"/>
                </a:lnTo>
                <a:lnTo>
                  <a:pt x="4636063" y="42328"/>
                </a:lnTo>
                <a:lnTo>
                  <a:pt x="4636063" y="59559"/>
                </a:lnTo>
                <a:cubicBezTo>
                  <a:pt x="4641954" y="53668"/>
                  <a:pt x="4645430" y="50281"/>
                  <a:pt x="4646491" y="49397"/>
                </a:cubicBezTo>
                <a:cubicBezTo>
                  <a:pt x="4649142" y="47158"/>
                  <a:pt x="4651999" y="45420"/>
                  <a:pt x="4655062" y="44183"/>
                </a:cubicBezTo>
                <a:cubicBezTo>
                  <a:pt x="4658126" y="42946"/>
                  <a:pt x="4661160" y="42328"/>
                  <a:pt x="4664164" y="42328"/>
                </a:cubicBezTo>
                <a:cubicBezTo>
                  <a:pt x="4669230" y="42328"/>
                  <a:pt x="4673590" y="43801"/>
                  <a:pt x="4677242" y="46746"/>
                </a:cubicBezTo>
                <a:cubicBezTo>
                  <a:pt x="4680895" y="49692"/>
                  <a:pt x="4683340" y="53963"/>
                  <a:pt x="4684577" y="59559"/>
                </a:cubicBezTo>
                <a:cubicBezTo>
                  <a:pt x="4690645" y="52490"/>
                  <a:pt x="4695770" y="47851"/>
                  <a:pt x="4699953" y="45641"/>
                </a:cubicBezTo>
                <a:cubicBezTo>
                  <a:pt x="4704135" y="43432"/>
                  <a:pt x="4708436" y="42328"/>
                  <a:pt x="4712854" y="42328"/>
                </a:cubicBezTo>
                <a:cubicBezTo>
                  <a:pt x="4717155" y="42328"/>
                  <a:pt x="4720969" y="43432"/>
                  <a:pt x="4724298" y="45641"/>
                </a:cubicBezTo>
                <a:cubicBezTo>
                  <a:pt x="4727626" y="47851"/>
                  <a:pt x="4730262" y="51459"/>
                  <a:pt x="4732206" y="56466"/>
                </a:cubicBezTo>
                <a:cubicBezTo>
                  <a:pt x="4733502" y="59883"/>
                  <a:pt x="4734150" y="65244"/>
                  <a:pt x="4734150" y="72549"/>
                </a:cubicBezTo>
                <a:lnTo>
                  <a:pt x="4734150" y="107366"/>
                </a:lnTo>
                <a:cubicBezTo>
                  <a:pt x="4734150" y="112432"/>
                  <a:pt x="4734533" y="115908"/>
                  <a:pt x="4735299" y="117793"/>
                </a:cubicBezTo>
                <a:cubicBezTo>
                  <a:pt x="4735889" y="119089"/>
                  <a:pt x="4736978" y="120193"/>
                  <a:pt x="4738569" y="121107"/>
                </a:cubicBezTo>
                <a:lnTo>
                  <a:pt x="4746307" y="122470"/>
                </a:lnTo>
                <a:lnTo>
                  <a:pt x="4754214" y="121327"/>
                </a:lnTo>
                <a:cubicBezTo>
                  <a:pt x="4755569" y="120562"/>
                  <a:pt x="4756644" y="119295"/>
                  <a:pt x="4757440" y="117528"/>
                </a:cubicBezTo>
                <a:cubicBezTo>
                  <a:pt x="4758235" y="115760"/>
                  <a:pt x="4758633" y="112373"/>
                  <a:pt x="4758633" y="107366"/>
                </a:cubicBezTo>
                <a:lnTo>
                  <a:pt x="4758633" y="76172"/>
                </a:lnTo>
                <a:cubicBezTo>
                  <a:pt x="4758633" y="67394"/>
                  <a:pt x="4758368" y="61710"/>
                  <a:pt x="4757837" y="59117"/>
                </a:cubicBezTo>
                <a:cubicBezTo>
                  <a:pt x="4757425" y="57232"/>
                  <a:pt x="4756777" y="55921"/>
                  <a:pt x="4755893" y="55185"/>
                </a:cubicBezTo>
                <a:cubicBezTo>
                  <a:pt x="4755010" y="54449"/>
                  <a:pt x="4753802" y="54081"/>
                  <a:pt x="4752270" y="54081"/>
                </a:cubicBezTo>
                <a:cubicBezTo>
                  <a:pt x="4750621" y="54081"/>
                  <a:pt x="4748618" y="54522"/>
                  <a:pt x="4746261" y="55406"/>
                </a:cubicBezTo>
                <a:lnTo>
                  <a:pt x="4745024" y="52225"/>
                </a:lnTo>
                <a:lnTo>
                  <a:pt x="4769413" y="42328"/>
                </a:lnTo>
                <a:lnTo>
                  <a:pt x="4773302" y="42328"/>
                </a:lnTo>
                <a:lnTo>
                  <a:pt x="4773302" y="107366"/>
                </a:lnTo>
                <a:cubicBezTo>
                  <a:pt x="4773302" y="112432"/>
                  <a:pt x="4773670" y="115805"/>
                  <a:pt x="4774406" y="117484"/>
                </a:cubicBezTo>
                <a:cubicBezTo>
                  <a:pt x="4775142" y="119163"/>
                  <a:pt x="4776232" y="120414"/>
                  <a:pt x="4777676" y="121239"/>
                </a:cubicBezTo>
                <a:lnTo>
                  <a:pt x="4783036" y="122078"/>
                </a:lnTo>
                <a:lnTo>
                  <a:pt x="4790326" y="119339"/>
                </a:lnTo>
                <a:cubicBezTo>
                  <a:pt x="4791769" y="117248"/>
                  <a:pt x="4792491" y="113257"/>
                  <a:pt x="4792491" y="107366"/>
                </a:cubicBezTo>
                <a:lnTo>
                  <a:pt x="4792491" y="77321"/>
                </a:lnTo>
                <a:cubicBezTo>
                  <a:pt x="4792491" y="67601"/>
                  <a:pt x="4792270" y="61680"/>
                  <a:pt x="4791828" y="59559"/>
                </a:cubicBezTo>
                <a:cubicBezTo>
                  <a:pt x="4791386" y="57438"/>
                  <a:pt x="4790709" y="55995"/>
                  <a:pt x="4789796" y="55229"/>
                </a:cubicBezTo>
                <a:cubicBezTo>
                  <a:pt x="4788883" y="54463"/>
                  <a:pt x="4787660" y="54081"/>
                  <a:pt x="4786129" y="54081"/>
                </a:cubicBezTo>
                <a:cubicBezTo>
                  <a:pt x="4784479" y="54081"/>
                  <a:pt x="4782506" y="54522"/>
                  <a:pt x="4780208" y="55406"/>
                </a:cubicBezTo>
                <a:lnTo>
                  <a:pt x="4778883" y="52225"/>
                </a:lnTo>
                <a:lnTo>
                  <a:pt x="4803272" y="42328"/>
                </a:lnTo>
                <a:lnTo>
                  <a:pt x="4807072" y="42328"/>
                </a:lnTo>
                <a:lnTo>
                  <a:pt x="4807072" y="59471"/>
                </a:lnTo>
                <a:cubicBezTo>
                  <a:pt x="4816556" y="48042"/>
                  <a:pt x="4825599" y="42328"/>
                  <a:pt x="4834200" y="42328"/>
                </a:cubicBezTo>
                <a:cubicBezTo>
                  <a:pt x="4838618" y="42328"/>
                  <a:pt x="4842418" y="43432"/>
                  <a:pt x="4845599" y="45641"/>
                </a:cubicBezTo>
                <a:cubicBezTo>
                  <a:pt x="4848781" y="47851"/>
                  <a:pt x="4851314" y="51488"/>
                  <a:pt x="4853199" y="56555"/>
                </a:cubicBezTo>
                <a:cubicBezTo>
                  <a:pt x="4854495" y="60089"/>
                  <a:pt x="4855143" y="65509"/>
                  <a:pt x="4855143" y="72814"/>
                </a:cubicBezTo>
                <a:lnTo>
                  <a:pt x="4855143" y="107366"/>
                </a:lnTo>
                <a:cubicBezTo>
                  <a:pt x="4855143" y="112491"/>
                  <a:pt x="4855555" y="115967"/>
                  <a:pt x="4856380" y="117793"/>
                </a:cubicBezTo>
                <a:cubicBezTo>
                  <a:pt x="4857028" y="119266"/>
                  <a:pt x="4858074" y="120414"/>
                  <a:pt x="4859517" y="121239"/>
                </a:cubicBezTo>
                <a:cubicBezTo>
                  <a:pt x="4860961" y="122064"/>
                  <a:pt x="4863626" y="122476"/>
                  <a:pt x="4867514" y="122476"/>
                </a:cubicBezTo>
                <a:lnTo>
                  <a:pt x="4867514" y="125658"/>
                </a:lnTo>
                <a:lnTo>
                  <a:pt x="4827484" y="125658"/>
                </a:lnTo>
                <a:lnTo>
                  <a:pt x="4827484" y="122476"/>
                </a:lnTo>
                <a:lnTo>
                  <a:pt x="4829163" y="122476"/>
                </a:lnTo>
                <a:cubicBezTo>
                  <a:pt x="4832934" y="122476"/>
                  <a:pt x="4835570" y="121902"/>
                  <a:pt x="4837072" y="120753"/>
                </a:cubicBezTo>
                <a:cubicBezTo>
                  <a:pt x="4838574" y="119604"/>
                  <a:pt x="4839620" y="117911"/>
                  <a:pt x="4840209" y="115672"/>
                </a:cubicBezTo>
                <a:cubicBezTo>
                  <a:pt x="4840445" y="114788"/>
                  <a:pt x="4840563" y="112020"/>
                  <a:pt x="4840563" y="107366"/>
                </a:cubicBezTo>
                <a:lnTo>
                  <a:pt x="4840563" y="74228"/>
                </a:lnTo>
                <a:cubicBezTo>
                  <a:pt x="4840563" y="66864"/>
                  <a:pt x="4839605" y="61518"/>
                  <a:pt x="4837691" y="58189"/>
                </a:cubicBezTo>
                <a:cubicBezTo>
                  <a:pt x="4835776" y="54861"/>
                  <a:pt x="4832551" y="53197"/>
                  <a:pt x="4828014" y="53197"/>
                </a:cubicBezTo>
                <a:cubicBezTo>
                  <a:pt x="4821004" y="53197"/>
                  <a:pt x="4814023" y="57026"/>
                  <a:pt x="4807072" y="64684"/>
                </a:cubicBezTo>
                <a:lnTo>
                  <a:pt x="4807072" y="107366"/>
                </a:lnTo>
                <a:cubicBezTo>
                  <a:pt x="4807072" y="112844"/>
                  <a:pt x="4807396" y="116232"/>
                  <a:pt x="4808044" y="117528"/>
                </a:cubicBezTo>
                <a:cubicBezTo>
                  <a:pt x="4808868" y="119236"/>
                  <a:pt x="4810002" y="120488"/>
                  <a:pt x="4811446" y="121283"/>
                </a:cubicBezTo>
                <a:cubicBezTo>
                  <a:pt x="4812889" y="122079"/>
                  <a:pt x="4815820" y="122476"/>
                  <a:pt x="4820238" y="122476"/>
                </a:cubicBezTo>
                <a:lnTo>
                  <a:pt x="4820238" y="125658"/>
                </a:lnTo>
                <a:lnTo>
                  <a:pt x="4785585" y="125658"/>
                </a:lnTo>
                <a:lnTo>
                  <a:pt x="4780208" y="125658"/>
                </a:lnTo>
                <a:lnTo>
                  <a:pt x="4746345" y="125658"/>
                </a:lnTo>
                <a:lnTo>
                  <a:pt x="4746261" y="125658"/>
                </a:lnTo>
                <a:lnTo>
                  <a:pt x="4706403" y="125658"/>
                </a:lnTo>
                <a:lnTo>
                  <a:pt x="4706403" y="122476"/>
                </a:lnTo>
                <a:lnTo>
                  <a:pt x="4708082" y="122476"/>
                </a:lnTo>
                <a:cubicBezTo>
                  <a:pt x="4711558" y="122476"/>
                  <a:pt x="4714268" y="121799"/>
                  <a:pt x="4716212" y="120444"/>
                </a:cubicBezTo>
                <a:cubicBezTo>
                  <a:pt x="4717567" y="119501"/>
                  <a:pt x="4718539" y="117999"/>
                  <a:pt x="4719128" y="115937"/>
                </a:cubicBezTo>
                <a:cubicBezTo>
                  <a:pt x="4719364" y="114936"/>
                  <a:pt x="4719482" y="112078"/>
                  <a:pt x="4719482" y="107366"/>
                </a:cubicBezTo>
                <a:lnTo>
                  <a:pt x="4719482" y="72549"/>
                </a:lnTo>
                <a:cubicBezTo>
                  <a:pt x="4719482" y="65951"/>
                  <a:pt x="4718686" y="61297"/>
                  <a:pt x="4717096" y="58587"/>
                </a:cubicBezTo>
                <a:cubicBezTo>
                  <a:pt x="4714798" y="54817"/>
                  <a:pt x="4711116" y="52932"/>
                  <a:pt x="4706050" y="52932"/>
                </a:cubicBezTo>
                <a:cubicBezTo>
                  <a:pt x="4702928" y="52932"/>
                  <a:pt x="4699791" y="53712"/>
                  <a:pt x="4696639" y="55273"/>
                </a:cubicBezTo>
                <a:cubicBezTo>
                  <a:pt x="4693487" y="56835"/>
                  <a:pt x="4689673" y="59736"/>
                  <a:pt x="4685195" y="63977"/>
                </a:cubicBezTo>
                <a:lnTo>
                  <a:pt x="4685019" y="64950"/>
                </a:lnTo>
                <a:lnTo>
                  <a:pt x="4685195" y="68749"/>
                </a:lnTo>
                <a:lnTo>
                  <a:pt x="4685195" y="107366"/>
                </a:lnTo>
                <a:cubicBezTo>
                  <a:pt x="4685195" y="112903"/>
                  <a:pt x="4685505" y="116350"/>
                  <a:pt x="4686123" y="117704"/>
                </a:cubicBezTo>
                <a:cubicBezTo>
                  <a:pt x="4686742" y="119059"/>
                  <a:pt x="4687906" y="120193"/>
                  <a:pt x="4689614" y="121107"/>
                </a:cubicBezTo>
                <a:cubicBezTo>
                  <a:pt x="4691322" y="122020"/>
                  <a:pt x="4694238" y="122476"/>
                  <a:pt x="4698362" y="122476"/>
                </a:cubicBezTo>
                <a:lnTo>
                  <a:pt x="4698362" y="125658"/>
                </a:lnTo>
                <a:lnTo>
                  <a:pt x="4657448" y="125658"/>
                </a:lnTo>
                <a:lnTo>
                  <a:pt x="4657448" y="122476"/>
                </a:lnTo>
                <a:cubicBezTo>
                  <a:pt x="4661925" y="122476"/>
                  <a:pt x="4665004" y="121946"/>
                  <a:pt x="4666682" y="120886"/>
                </a:cubicBezTo>
                <a:cubicBezTo>
                  <a:pt x="4668361" y="119825"/>
                  <a:pt x="4669525" y="118235"/>
                  <a:pt x="4670173" y="116114"/>
                </a:cubicBezTo>
                <a:cubicBezTo>
                  <a:pt x="4670467" y="115112"/>
                  <a:pt x="4670615" y="112196"/>
                  <a:pt x="4670615" y="107366"/>
                </a:cubicBezTo>
                <a:lnTo>
                  <a:pt x="4670615" y="72549"/>
                </a:lnTo>
                <a:cubicBezTo>
                  <a:pt x="4670615" y="65951"/>
                  <a:pt x="4669643" y="61209"/>
                  <a:pt x="4667699" y="58322"/>
                </a:cubicBezTo>
                <a:cubicBezTo>
                  <a:pt x="4665107" y="54552"/>
                  <a:pt x="4661484" y="52667"/>
                  <a:pt x="4656830" y="52667"/>
                </a:cubicBezTo>
                <a:cubicBezTo>
                  <a:pt x="4653648" y="52667"/>
                  <a:pt x="4650497" y="53521"/>
                  <a:pt x="4647374" y="55229"/>
                </a:cubicBezTo>
                <a:cubicBezTo>
                  <a:pt x="4642485" y="57821"/>
                  <a:pt x="4638714" y="60737"/>
                  <a:pt x="4636063" y="63977"/>
                </a:cubicBezTo>
                <a:lnTo>
                  <a:pt x="4636063" y="107366"/>
                </a:lnTo>
                <a:cubicBezTo>
                  <a:pt x="4636063" y="112668"/>
                  <a:pt x="4636432" y="116114"/>
                  <a:pt x="4637168" y="117704"/>
                </a:cubicBezTo>
                <a:cubicBezTo>
                  <a:pt x="4637904" y="119295"/>
                  <a:pt x="4638994" y="120488"/>
                  <a:pt x="4640438" y="121283"/>
                </a:cubicBezTo>
                <a:cubicBezTo>
                  <a:pt x="4641881" y="122079"/>
                  <a:pt x="4644812" y="122476"/>
                  <a:pt x="4649230" y="122476"/>
                </a:cubicBezTo>
                <a:lnTo>
                  <a:pt x="4649230" y="125658"/>
                </a:lnTo>
                <a:lnTo>
                  <a:pt x="4609200" y="125658"/>
                </a:lnTo>
                <a:lnTo>
                  <a:pt x="4609200" y="122476"/>
                </a:lnTo>
                <a:cubicBezTo>
                  <a:pt x="4612911" y="122476"/>
                  <a:pt x="4615503" y="122079"/>
                  <a:pt x="4616976" y="121283"/>
                </a:cubicBezTo>
                <a:cubicBezTo>
                  <a:pt x="4618449" y="120488"/>
                  <a:pt x="4619568" y="119221"/>
                  <a:pt x="4620334" y="117484"/>
                </a:cubicBezTo>
                <a:cubicBezTo>
                  <a:pt x="4621100" y="115746"/>
                  <a:pt x="4621483" y="112373"/>
                  <a:pt x="4621483" y="107366"/>
                </a:cubicBezTo>
                <a:lnTo>
                  <a:pt x="4621483" y="76437"/>
                </a:lnTo>
                <a:cubicBezTo>
                  <a:pt x="4621483" y="67542"/>
                  <a:pt x="4621218" y="61798"/>
                  <a:pt x="4620688" y="59206"/>
                </a:cubicBezTo>
                <a:cubicBezTo>
                  <a:pt x="4620275" y="57262"/>
                  <a:pt x="4619627" y="55921"/>
                  <a:pt x="4618744" y="55185"/>
                </a:cubicBezTo>
                <a:cubicBezTo>
                  <a:pt x="4617860" y="54449"/>
                  <a:pt x="4616652" y="54081"/>
                  <a:pt x="4615121" y="54081"/>
                </a:cubicBezTo>
                <a:lnTo>
                  <a:pt x="4609364" y="55369"/>
                </a:lnTo>
                <a:lnTo>
                  <a:pt x="4608340" y="57969"/>
                </a:lnTo>
                <a:cubicBezTo>
                  <a:pt x="4606808" y="59559"/>
                  <a:pt x="4604982" y="60354"/>
                  <a:pt x="4602861" y="60354"/>
                </a:cubicBezTo>
                <a:cubicBezTo>
                  <a:pt x="4600799" y="60354"/>
                  <a:pt x="4598487" y="59338"/>
                  <a:pt x="4595924" y="57306"/>
                </a:cubicBezTo>
                <a:cubicBezTo>
                  <a:pt x="4593361" y="55273"/>
                  <a:pt x="4591462" y="54257"/>
                  <a:pt x="4590224" y="54257"/>
                </a:cubicBezTo>
                <a:cubicBezTo>
                  <a:pt x="4589164" y="54257"/>
                  <a:pt x="4588015" y="54846"/>
                  <a:pt x="4586778" y="56025"/>
                </a:cubicBezTo>
                <a:cubicBezTo>
                  <a:pt x="4584127" y="58440"/>
                  <a:pt x="4581388" y="62416"/>
                  <a:pt x="4578560" y="67954"/>
                </a:cubicBezTo>
                <a:lnTo>
                  <a:pt x="4578560" y="106747"/>
                </a:lnTo>
                <a:cubicBezTo>
                  <a:pt x="4578560" y="111224"/>
                  <a:pt x="4579120" y="114612"/>
                  <a:pt x="4580239" y="116909"/>
                </a:cubicBezTo>
                <a:cubicBezTo>
                  <a:pt x="4581005" y="118500"/>
                  <a:pt x="4582360" y="119825"/>
                  <a:pt x="4584304" y="120886"/>
                </a:cubicBezTo>
                <a:cubicBezTo>
                  <a:pt x="4586248" y="121946"/>
                  <a:pt x="4589047" y="122476"/>
                  <a:pt x="4592699" y="122476"/>
                </a:cubicBezTo>
                <a:lnTo>
                  <a:pt x="4592699" y="125658"/>
                </a:lnTo>
                <a:lnTo>
                  <a:pt x="4551255" y="125658"/>
                </a:lnTo>
                <a:lnTo>
                  <a:pt x="4551255" y="122476"/>
                </a:lnTo>
                <a:cubicBezTo>
                  <a:pt x="4555378" y="122476"/>
                  <a:pt x="4558442" y="121828"/>
                  <a:pt x="4560445" y="120532"/>
                </a:cubicBezTo>
                <a:cubicBezTo>
                  <a:pt x="4561918" y="119590"/>
                  <a:pt x="4562949" y="118087"/>
                  <a:pt x="4563538" y="116025"/>
                </a:cubicBezTo>
                <a:cubicBezTo>
                  <a:pt x="4563832" y="115024"/>
                  <a:pt x="4563979" y="112167"/>
                  <a:pt x="4563979" y="107454"/>
                </a:cubicBezTo>
                <a:lnTo>
                  <a:pt x="4563979" y="76084"/>
                </a:lnTo>
                <a:cubicBezTo>
                  <a:pt x="4563979" y="66658"/>
                  <a:pt x="4563788" y="61047"/>
                  <a:pt x="4563405" y="59250"/>
                </a:cubicBezTo>
                <a:cubicBezTo>
                  <a:pt x="4563022" y="57453"/>
                  <a:pt x="4562315" y="56142"/>
                  <a:pt x="4561284" y="55318"/>
                </a:cubicBezTo>
                <a:cubicBezTo>
                  <a:pt x="4560254" y="54493"/>
                  <a:pt x="4558972" y="54081"/>
                  <a:pt x="4557440" y="54081"/>
                </a:cubicBezTo>
                <a:cubicBezTo>
                  <a:pt x="4555614" y="54081"/>
                  <a:pt x="4553552" y="54522"/>
                  <a:pt x="4551255" y="55406"/>
                </a:cubicBezTo>
                <a:lnTo>
                  <a:pt x="4550371" y="52225"/>
                </a:lnTo>
                <a:close/>
                <a:moveTo>
                  <a:pt x="4175366" y="42328"/>
                </a:moveTo>
                <a:cubicBezTo>
                  <a:pt x="4187620" y="42328"/>
                  <a:pt x="4197458" y="46982"/>
                  <a:pt x="4204880" y="56290"/>
                </a:cubicBezTo>
                <a:cubicBezTo>
                  <a:pt x="4211184" y="64243"/>
                  <a:pt x="4214336" y="73374"/>
                  <a:pt x="4214336" y="83683"/>
                </a:cubicBezTo>
                <a:cubicBezTo>
                  <a:pt x="4214336" y="90929"/>
                  <a:pt x="4212598" y="98264"/>
                  <a:pt x="4209122" y="105687"/>
                </a:cubicBezTo>
                <a:cubicBezTo>
                  <a:pt x="4205646" y="113109"/>
                  <a:pt x="4200860" y="118706"/>
                  <a:pt x="4194762" y="122476"/>
                </a:cubicBezTo>
                <a:cubicBezTo>
                  <a:pt x="4188665" y="126247"/>
                  <a:pt x="4181876" y="128132"/>
                  <a:pt x="4174394" y="128132"/>
                </a:cubicBezTo>
                <a:cubicBezTo>
                  <a:pt x="4162199" y="128132"/>
                  <a:pt x="4152509" y="123272"/>
                  <a:pt x="4145321" y="113551"/>
                </a:cubicBezTo>
                <a:cubicBezTo>
                  <a:pt x="4139253" y="105363"/>
                  <a:pt x="4136220" y="96172"/>
                  <a:pt x="4136220" y="85981"/>
                </a:cubicBezTo>
                <a:cubicBezTo>
                  <a:pt x="4136220" y="78558"/>
                  <a:pt x="4138061" y="71179"/>
                  <a:pt x="4141742" y="63845"/>
                </a:cubicBezTo>
                <a:cubicBezTo>
                  <a:pt x="4145424" y="56511"/>
                  <a:pt x="4150270" y="51091"/>
                  <a:pt x="4156279" y="47585"/>
                </a:cubicBezTo>
                <a:cubicBezTo>
                  <a:pt x="4162288" y="44080"/>
                  <a:pt x="4168650" y="42328"/>
                  <a:pt x="4175366" y="42328"/>
                </a:cubicBezTo>
                <a:close/>
                <a:moveTo>
                  <a:pt x="5193392" y="42239"/>
                </a:moveTo>
                <a:cubicBezTo>
                  <a:pt x="5202464" y="42239"/>
                  <a:pt x="5209917" y="45229"/>
                  <a:pt x="5215749" y="51209"/>
                </a:cubicBezTo>
                <a:cubicBezTo>
                  <a:pt x="5221581" y="57188"/>
                  <a:pt x="5224497" y="65185"/>
                  <a:pt x="5224497" y="75200"/>
                </a:cubicBezTo>
                <a:lnTo>
                  <a:pt x="5168561" y="75200"/>
                </a:lnTo>
                <a:cubicBezTo>
                  <a:pt x="5168502" y="87218"/>
                  <a:pt x="5171418" y="96644"/>
                  <a:pt x="5177309" y="103477"/>
                </a:cubicBezTo>
                <a:cubicBezTo>
                  <a:pt x="5183201" y="110311"/>
                  <a:pt x="5190123" y="113728"/>
                  <a:pt x="5198076" y="113728"/>
                </a:cubicBezTo>
                <a:cubicBezTo>
                  <a:pt x="5203378" y="113728"/>
                  <a:pt x="5207988" y="112270"/>
                  <a:pt x="5211905" y="109354"/>
                </a:cubicBezTo>
                <a:cubicBezTo>
                  <a:pt x="5215823" y="106438"/>
                  <a:pt x="5219107" y="101445"/>
                  <a:pt x="5221758" y="94376"/>
                </a:cubicBezTo>
                <a:lnTo>
                  <a:pt x="5224497" y="96143"/>
                </a:lnTo>
                <a:cubicBezTo>
                  <a:pt x="5223260" y="104214"/>
                  <a:pt x="5219666" y="111563"/>
                  <a:pt x="5213717" y="118190"/>
                </a:cubicBezTo>
                <a:cubicBezTo>
                  <a:pt x="5207766" y="124818"/>
                  <a:pt x="5200314" y="128132"/>
                  <a:pt x="5191360" y="128132"/>
                </a:cubicBezTo>
                <a:cubicBezTo>
                  <a:pt x="5181639" y="128132"/>
                  <a:pt x="5173318" y="124347"/>
                  <a:pt x="5166396" y="116777"/>
                </a:cubicBezTo>
                <a:cubicBezTo>
                  <a:pt x="5159474" y="109207"/>
                  <a:pt x="5156013" y="99030"/>
                  <a:pt x="5156013" y="86246"/>
                </a:cubicBezTo>
                <a:cubicBezTo>
                  <a:pt x="5156013" y="72402"/>
                  <a:pt x="5159563" y="61606"/>
                  <a:pt x="5166661" y="53860"/>
                </a:cubicBezTo>
                <a:cubicBezTo>
                  <a:pt x="5173760" y="46113"/>
                  <a:pt x="5182670" y="42239"/>
                  <a:pt x="5193392" y="42239"/>
                </a:cubicBezTo>
                <a:close/>
                <a:moveTo>
                  <a:pt x="4907642" y="42239"/>
                </a:moveTo>
                <a:cubicBezTo>
                  <a:pt x="4916715" y="42239"/>
                  <a:pt x="4924167" y="45229"/>
                  <a:pt x="4929999" y="51209"/>
                </a:cubicBezTo>
                <a:cubicBezTo>
                  <a:pt x="4935831" y="57188"/>
                  <a:pt x="4938747" y="65185"/>
                  <a:pt x="4938747" y="75200"/>
                </a:cubicBezTo>
                <a:lnTo>
                  <a:pt x="4882811" y="75200"/>
                </a:lnTo>
                <a:cubicBezTo>
                  <a:pt x="4882752" y="87218"/>
                  <a:pt x="4885668" y="96644"/>
                  <a:pt x="4891559" y="103477"/>
                </a:cubicBezTo>
                <a:cubicBezTo>
                  <a:pt x="4897451" y="110311"/>
                  <a:pt x="4904373" y="113728"/>
                  <a:pt x="4912326" y="113728"/>
                </a:cubicBezTo>
                <a:cubicBezTo>
                  <a:pt x="4917628" y="113728"/>
                  <a:pt x="4922237" y="112270"/>
                  <a:pt x="4926155" y="109354"/>
                </a:cubicBezTo>
                <a:cubicBezTo>
                  <a:pt x="4930073" y="106438"/>
                  <a:pt x="4933357" y="101445"/>
                  <a:pt x="4936008" y="94376"/>
                </a:cubicBezTo>
                <a:lnTo>
                  <a:pt x="4938747" y="96143"/>
                </a:lnTo>
                <a:cubicBezTo>
                  <a:pt x="4937510" y="104214"/>
                  <a:pt x="4933917" y="111563"/>
                  <a:pt x="4927966" y="118190"/>
                </a:cubicBezTo>
                <a:cubicBezTo>
                  <a:pt x="4922016" y="124818"/>
                  <a:pt x="4914564" y="128132"/>
                  <a:pt x="4905610" y="128132"/>
                </a:cubicBezTo>
                <a:cubicBezTo>
                  <a:pt x="4895889" y="128132"/>
                  <a:pt x="4887568" y="124347"/>
                  <a:pt x="4880646" y="116777"/>
                </a:cubicBezTo>
                <a:cubicBezTo>
                  <a:pt x="4873724" y="109207"/>
                  <a:pt x="4870263" y="99030"/>
                  <a:pt x="4870263" y="86246"/>
                </a:cubicBezTo>
                <a:cubicBezTo>
                  <a:pt x="4870263" y="72402"/>
                  <a:pt x="4873812" y="61606"/>
                  <a:pt x="4880911" y="53860"/>
                </a:cubicBezTo>
                <a:cubicBezTo>
                  <a:pt x="4888010" y="46113"/>
                  <a:pt x="4896920" y="42239"/>
                  <a:pt x="4907642" y="42239"/>
                </a:cubicBezTo>
                <a:close/>
                <a:moveTo>
                  <a:pt x="4517117" y="42239"/>
                </a:moveTo>
                <a:cubicBezTo>
                  <a:pt x="4526190" y="42239"/>
                  <a:pt x="4533642" y="45229"/>
                  <a:pt x="4539474" y="51209"/>
                </a:cubicBezTo>
                <a:cubicBezTo>
                  <a:pt x="4545307" y="57188"/>
                  <a:pt x="4548222" y="65185"/>
                  <a:pt x="4548222" y="75200"/>
                </a:cubicBezTo>
                <a:lnTo>
                  <a:pt x="4492286" y="75200"/>
                </a:lnTo>
                <a:cubicBezTo>
                  <a:pt x="4492227" y="87218"/>
                  <a:pt x="4495143" y="96644"/>
                  <a:pt x="4501034" y="103477"/>
                </a:cubicBezTo>
                <a:cubicBezTo>
                  <a:pt x="4506926" y="110311"/>
                  <a:pt x="4513848" y="113728"/>
                  <a:pt x="4521801" y="113728"/>
                </a:cubicBezTo>
                <a:cubicBezTo>
                  <a:pt x="4527103" y="113728"/>
                  <a:pt x="4531712" y="112270"/>
                  <a:pt x="4535630" y="109354"/>
                </a:cubicBezTo>
                <a:cubicBezTo>
                  <a:pt x="4539548" y="106438"/>
                  <a:pt x="4542832" y="101445"/>
                  <a:pt x="4545483" y="94376"/>
                </a:cubicBezTo>
                <a:lnTo>
                  <a:pt x="4548222" y="96143"/>
                </a:lnTo>
                <a:cubicBezTo>
                  <a:pt x="4546985" y="104214"/>
                  <a:pt x="4543392" y="111563"/>
                  <a:pt x="4537442" y="118190"/>
                </a:cubicBezTo>
                <a:cubicBezTo>
                  <a:pt x="4531492" y="124818"/>
                  <a:pt x="4524039" y="128132"/>
                  <a:pt x="4515085" y="128132"/>
                </a:cubicBezTo>
                <a:cubicBezTo>
                  <a:pt x="4505364" y="128132"/>
                  <a:pt x="4497043" y="124347"/>
                  <a:pt x="4490121" y="116777"/>
                </a:cubicBezTo>
                <a:cubicBezTo>
                  <a:pt x="4483199" y="109207"/>
                  <a:pt x="4479738" y="99030"/>
                  <a:pt x="4479738" y="86246"/>
                </a:cubicBezTo>
                <a:cubicBezTo>
                  <a:pt x="4479738" y="72402"/>
                  <a:pt x="4483287" y="61606"/>
                  <a:pt x="4490386" y="53860"/>
                </a:cubicBezTo>
                <a:cubicBezTo>
                  <a:pt x="4497485" y="46113"/>
                  <a:pt x="4506395" y="42239"/>
                  <a:pt x="4517117" y="42239"/>
                </a:cubicBezTo>
                <a:close/>
                <a:moveTo>
                  <a:pt x="4393292" y="42239"/>
                </a:moveTo>
                <a:cubicBezTo>
                  <a:pt x="4402365" y="42239"/>
                  <a:pt x="4409817" y="45229"/>
                  <a:pt x="4415649" y="51209"/>
                </a:cubicBezTo>
                <a:cubicBezTo>
                  <a:pt x="4421481" y="57188"/>
                  <a:pt x="4424397" y="65185"/>
                  <a:pt x="4424397" y="75200"/>
                </a:cubicBezTo>
                <a:lnTo>
                  <a:pt x="4368461" y="75200"/>
                </a:lnTo>
                <a:cubicBezTo>
                  <a:pt x="4368402" y="87218"/>
                  <a:pt x="4371318" y="96644"/>
                  <a:pt x="4377210" y="103477"/>
                </a:cubicBezTo>
                <a:cubicBezTo>
                  <a:pt x="4383101" y="110311"/>
                  <a:pt x="4390023" y="113728"/>
                  <a:pt x="4397976" y="113728"/>
                </a:cubicBezTo>
                <a:cubicBezTo>
                  <a:pt x="4403278" y="113728"/>
                  <a:pt x="4407887" y="112270"/>
                  <a:pt x="4411805" y="109354"/>
                </a:cubicBezTo>
                <a:cubicBezTo>
                  <a:pt x="4415723" y="106438"/>
                  <a:pt x="4419007" y="101445"/>
                  <a:pt x="4421658" y="94376"/>
                </a:cubicBezTo>
                <a:lnTo>
                  <a:pt x="4424397" y="96143"/>
                </a:lnTo>
                <a:cubicBezTo>
                  <a:pt x="4423160" y="104214"/>
                  <a:pt x="4419567" y="111563"/>
                  <a:pt x="4413617" y="118190"/>
                </a:cubicBezTo>
                <a:cubicBezTo>
                  <a:pt x="4407667" y="124818"/>
                  <a:pt x="4400214" y="128132"/>
                  <a:pt x="4391260" y="128132"/>
                </a:cubicBezTo>
                <a:cubicBezTo>
                  <a:pt x="4381539" y="128132"/>
                  <a:pt x="4373218" y="124347"/>
                  <a:pt x="4366297" y="116777"/>
                </a:cubicBezTo>
                <a:cubicBezTo>
                  <a:pt x="4359374" y="109207"/>
                  <a:pt x="4355913" y="99030"/>
                  <a:pt x="4355913" y="86246"/>
                </a:cubicBezTo>
                <a:cubicBezTo>
                  <a:pt x="4355913" y="72402"/>
                  <a:pt x="4359463" y="61606"/>
                  <a:pt x="4366561" y="53860"/>
                </a:cubicBezTo>
                <a:cubicBezTo>
                  <a:pt x="4373660" y="46113"/>
                  <a:pt x="4382570" y="42239"/>
                  <a:pt x="4393292" y="42239"/>
                </a:cubicBezTo>
                <a:close/>
                <a:moveTo>
                  <a:pt x="5042369" y="18115"/>
                </a:moveTo>
                <a:lnTo>
                  <a:pt x="5045108" y="18115"/>
                </a:lnTo>
                <a:lnTo>
                  <a:pt x="5045108" y="44714"/>
                </a:lnTo>
                <a:lnTo>
                  <a:pt x="5064019" y="44714"/>
                </a:lnTo>
                <a:lnTo>
                  <a:pt x="5064019" y="50899"/>
                </a:lnTo>
                <a:lnTo>
                  <a:pt x="5045108" y="50899"/>
                </a:lnTo>
                <a:lnTo>
                  <a:pt x="5045108" y="103389"/>
                </a:lnTo>
                <a:cubicBezTo>
                  <a:pt x="5045108" y="108632"/>
                  <a:pt x="5045859" y="112167"/>
                  <a:pt x="5047362" y="113993"/>
                </a:cubicBezTo>
                <a:cubicBezTo>
                  <a:pt x="5048864" y="115819"/>
                  <a:pt x="5050793" y="116732"/>
                  <a:pt x="5053150" y="116732"/>
                </a:cubicBezTo>
                <a:cubicBezTo>
                  <a:pt x="5055094" y="116732"/>
                  <a:pt x="5056979" y="116129"/>
                  <a:pt x="5058805" y="114921"/>
                </a:cubicBezTo>
                <a:cubicBezTo>
                  <a:pt x="5060631" y="113713"/>
                  <a:pt x="5062046" y="111931"/>
                  <a:pt x="5063047" y="109575"/>
                </a:cubicBezTo>
                <a:lnTo>
                  <a:pt x="5066493" y="109575"/>
                </a:lnTo>
                <a:cubicBezTo>
                  <a:pt x="5064431" y="115348"/>
                  <a:pt x="5061515" y="119693"/>
                  <a:pt x="5057745" y="122609"/>
                </a:cubicBezTo>
                <a:cubicBezTo>
                  <a:pt x="5053974" y="125525"/>
                  <a:pt x="5050086" y="126983"/>
                  <a:pt x="5046080" y="126983"/>
                </a:cubicBezTo>
                <a:cubicBezTo>
                  <a:pt x="5043370" y="126983"/>
                  <a:pt x="5040719" y="126232"/>
                  <a:pt x="5038127" y="124730"/>
                </a:cubicBezTo>
                <a:cubicBezTo>
                  <a:pt x="5035535" y="123227"/>
                  <a:pt x="5033621" y="121077"/>
                  <a:pt x="5032383" y="118279"/>
                </a:cubicBezTo>
                <a:cubicBezTo>
                  <a:pt x="5031146" y="115481"/>
                  <a:pt x="5030528" y="111165"/>
                  <a:pt x="5030528" y="105333"/>
                </a:cubicBezTo>
                <a:lnTo>
                  <a:pt x="5030528" y="50899"/>
                </a:lnTo>
                <a:lnTo>
                  <a:pt x="5017715" y="50899"/>
                </a:lnTo>
                <a:lnTo>
                  <a:pt x="5017715" y="47983"/>
                </a:lnTo>
                <a:cubicBezTo>
                  <a:pt x="5020955" y="46687"/>
                  <a:pt x="5024268" y="44493"/>
                  <a:pt x="5027656" y="41400"/>
                </a:cubicBezTo>
                <a:cubicBezTo>
                  <a:pt x="5031043" y="38307"/>
                  <a:pt x="5034062" y="34640"/>
                  <a:pt x="5036713" y="30398"/>
                </a:cubicBezTo>
                <a:cubicBezTo>
                  <a:pt x="5038068" y="28160"/>
                  <a:pt x="5039953" y="24065"/>
                  <a:pt x="5042369" y="18115"/>
                </a:cubicBezTo>
                <a:close/>
                <a:moveTo>
                  <a:pt x="4451819" y="18115"/>
                </a:moveTo>
                <a:lnTo>
                  <a:pt x="4454558" y="18115"/>
                </a:lnTo>
                <a:lnTo>
                  <a:pt x="4454558" y="44714"/>
                </a:lnTo>
                <a:lnTo>
                  <a:pt x="4473469" y="44714"/>
                </a:lnTo>
                <a:lnTo>
                  <a:pt x="4473469" y="50899"/>
                </a:lnTo>
                <a:lnTo>
                  <a:pt x="4454558" y="50899"/>
                </a:lnTo>
                <a:lnTo>
                  <a:pt x="4454558" y="103389"/>
                </a:lnTo>
                <a:cubicBezTo>
                  <a:pt x="4454558" y="108632"/>
                  <a:pt x="4455309" y="112167"/>
                  <a:pt x="4456812" y="113993"/>
                </a:cubicBezTo>
                <a:cubicBezTo>
                  <a:pt x="4458314" y="115819"/>
                  <a:pt x="4460243" y="116732"/>
                  <a:pt x="4462600" y="116732"/>
                </a:cubicBezTo>
                <a:cubicBezTo>
                  <a:pt x="4464544" y="116732"/>
                  <a:pt x="4466429" y="116129"/>
                  <a:pt x="4468255" y="114921"/>
                </a:cubicBezTo>
                <a:cubicBezTo>
                  <a:pt x="4470082" y="113713"/>
                  <a:pt x="4471495" y="111931"/>
                  <a:pt x="4472497" y="109575"/>
                </a:cubicBezTo>
                <a:lnTo>
                  <a:pt x="4475943" y="109575"/>
                </a:lnTo>
                <a:cubicBezTo>
                  <a:pt x="4473881" y="115348"/>
                  <a:pt x="4470966" y="119693"/>
                  <a:pt x="4467195" y="122609"/>
                </a:cubicBezTo>
                <a:cubicBezTo>
                  <a:pt x="4463424" y="125525"/>
                  <a:pt x="4459536" y="126983"/>
                  <a:pt x="4455530" y="126983"/>
                </a:cubicBezTo>
                <a:cubicBezTo>
                  <a:pt x="4452820" y="126983"/>
                  <a:pt x="4450169" y="126232"/>
                  <a:pt x="4447577" y="124730"/>
                </a:cubicBezTo>
                <a:cubicBezTo>
                  <a:pt x="4444985" y="123227"/>
                  <a:pt x="4443071" y="121077"/>
                  <a:pt x="4441833" y="118279"/>
                </a:cubicBezTo>
                <a:cubicBezTo>
                  <a:pt x="4440596" y="115481"/>
                  <a:pt x="4439978" y="111165"/>
                  <a:pt x="4439978" y="105333"/>
                </a:cubicBezTo>
                <a:lnTo>
                  <a:pt x="4439978" y="50899"/>
                </a:lnTo>
                <a:lnTo>
                  <a:pt x="4427165" y="50899"/>
                </a:lnTo>
                <a:lnTo>
                  <a:pt x="4427165" y="47983"/>
                </a:lnTo>
                <a:cubicBezTo>
                  <a:pt x="4430405" y="46687"/>
                  <a:pt x="4433718" y="44493"/>
                  <a:pt x="4437106" y="41400"/>
                </a:cubicBezTo>
                <a:cubicBezTo>
                  <a:pt x="4440493" y="38307"/>
                  <a:pt x="4443512" y="34640"/>
                  <a:pt x="4446163" y="30398"/>
                </a:cubicBezTo>
                <a:cubicBezTo>
                  <a:pt x="4447518" y="28160"/>
                  <a:pt x="4449404" y="24065"/>
                  <a:pt x="4451819" y="18115"/>
                </a:cubicBezTo>
                <a:close/>
                <a:moveTo>
                  <a:pt x="4022715" y="5832"/>
                </a:moveTo>
                <a:lnTo>
                  <a:pt x="4120537" y="5832"/>
                </a:lnTo>
                <a:lnTo>
                  <a:pt x="4121862" y="33933"/>
                </a:lnTo>
                <a:lnTo>
                  <a:pt x="4118504" y="33933"/>
                </a:lnTo>
                <a:cubicBezTo>
                  <a:pt x="4117856" y="28984"/>
                  <a:pt x="4116973" y="25450"/>
                  <a:pt x="4115853" y="23329"/>
                </a:cubicBezTo>
                <a:cubicBezTo>
                  <a:pt x="4114027" y="19912"/>
                  <a:pt x="4111597" y="17394"/>
                  <a:pt x="4108563" y="15774"/>
                </a:cubicBezTo>
                <a:cubicBezTo>
                  <a:pt x="4105529" y="14153"/>
                  <a:pt x="4101538" y="13343"/>
                  <a:pt x="4096589" y="13343"/>
                </a:cubicBezTo>
                <a:lnTo>
                  <a:pt x="4079711" y="13343"/>
                </a:lnTo>
                <a:lnTo>
                  <a:pt x="4079711" y="104891"/>
                </a:lnTo>
                <a:cubicBezTo>
                  <a:pt x="4079711" y="112255"/>
                  <a:pt x="4080507" y="116850"/>
                  <a:pt x="4082097" y="118676"/>
                </a:cubicBezTo>
                <a:cubicBezTo>
                  <a:pt x="4084336" y="121151"/>
                  <a:pt x="4087782" y="122388"/>
                  <a:pt x="4092436" y="122388"/>
                </a:cubicBezTo>
                <a:lnTo>
                  <a:pt x="4096589" y="122388"/>
                </a:lnTo>
                <a:lnTo>
                  <a:pt x="4096589" y="125658"/>
                </a:lnTo>
                <a:lnTo>
                  <a:pt x="4045779" y="125658"/>
                </a:lnTo>
                <a:lnTo>
                  <a:pt x="4045779" y="122388"/>
                </a:lnTo>
                <a:lnTo>
                  <a:pt x="4050020" y="122388"/>
                </a:lnTo>
                <a:cubicBezTo>
                  <a:pt x="4055087" y="122388"/>
                  <a:pt x="4058680" y="120856"/>
                  <a:pt x="4060801" y="117793"/>
                </a:cubicBezTo>
                <a:cubicBezTo>
                  <a:pt x="4062097" y="115908"/>
                  <a:pt x="4062745" y="111607"/>
                  <a:pt x="4062745" y="104891"/>
                </a:cubicBezTo>
                <a:lnTo>
                  <a:pt x="4062745" y="13343"/>
                </a:lnTo>
                <a:lnTo>
                  <a:pt x="4048341" y="13343"/>
                </a:lnTo>
                <a:cubicBezTo>
                  <a:pt x="4042745" y="13343"/>
                  <a:pt x="4038768" y="13756"/>
                  <a:pt x="4036412" y="14581"/>
                </a:cubicBezTo>
                <a:cubicBezTo>
                  <a:pt x="4033348" y="15700"/>
                  <a:pt x="4030727" y="17850"/>
                  <a:pt x="4028547" y="21031"/>
                </a:cubicBezTo>
                <a:cubicBezTo>
                  <a:pt x="4026367" y="24213"/>
                  <a:pt x="4025071" y="28513"/>
                  <a:pt x="4024659" y="33933"/>
                </a:cubicBezTo>
                <a:lnTo>
                  <a:pt x="4021301" y="33933"/>
                </a:lnTo>
                <a:close/>
                <a:moveTo>
                  <a:pt x="5088933" y="0"/>
                </a:moveTo>
                <a:lnTo>
                  <a:pt x="5092998" y="0"/>
                </a:lnTo>
                <a:lnTo>
                  <a:pt x="5092998" y="59206"/>
                </a:lnTo>
                <a:cubicBezTo>
                  <a:pt x="5099537" y="52019"/>
                  <a:pt x="5104722" y="47409"/>
                  <a:pt x="5108551" y="45376"/>
                </a:cubicBezTo>
                <a:cubicBezTo>
                  <a:pt x="5112380" y="43344"/>
                  <a:pt x="5116209" y="42328"/>
                  <a:pt x="5120038" y="42328"/>
                </a:cubicBezTo>
                <a:cubicBezTo>
                  <a:pt x="5124634" y="42328"/>
                  <a:pt x="5128581" y="43594"/>
                  <a:pt x="5131880" y="46127"/>
                </a:cubicBezTo>
                <a:cubicBezTo>
                  <a:pt x="5135179" y="48661"/>
                  <a:pt x="5137623" y="52637"/>
                  <a:pt x="5139214" y="58057"/>
                </a:cubicBezTo>
                <a:cubicBezTo>
                  <a:pt x="5140333" y="61827"/>
                  <a:pt x="5140893" y="68720"/>
                  <a:pt x="5140893" y="78735"/>
                </a:cubicBezTo>
                <a:lnTo>
                  <a:pt x="5140893" y="107366"/>
                </a:lnTo>
                <a:cubicBezTo>
                  <a:pt x="5140893" y="112491"/>
                  <a:pt x="5141305" y="115996"/>
                  <a:pt x="5142130" y="117881"/>
                </a:cubicBezTo>
                <a:cubicBezTo>
                  <a:pt x="5142719" y="119295"/>
                  <a:pt x="5143721" y="120414"/>
                  <a:pt x="5145135" y="121239"/>
                </a:cubicBezTo>
                <a:cubicBezTo>
                  <a:pt x="5146549" y="122064"/>
                  <a:pt x="5149141" y="122476"/>
                  <a:pt x="5152911" y="122476"/>
                </a:cubicBezTo>
                <a:lnTo>
                  <a:pt x="5152911" y="125658"/>
                </a:lnTo>
                <a:lnTo>
                  <a:pt x="5113147" y="125658"/>
                </a:lnTo>
                <a:lnTo>
                  <a:pt x="5113147" y="122476"/>
                </a:lnTo>
                <a:lnTo>
                  <a:pt x="5115002" y="122476"/>
                </a:lnTo>
                <a:cubicBezTo>
                  <a:pt x="5118772" y="122476"/>
                  <a:pt x="5121393" y="121902"/>
                  <a:pt x="5122866" y="120753"/>
                </a:cubicBezTo>
                <a:cubicBezTo>
                  <a:pt x="5124339" y="119604"/>
                  <a:pt x="5125370" y="117911"/>
                  <a:pt x="5125959" y="115672"/>
                </a:cubicBezTo>
                <a:cubicBezTo>
                  <a:pt x="5126136" y="114729"/>
                  <a:pt x="5126224" y="111961"/>
                  <a:pt x="5126224" y="107366"/>
                </a:cubicBezTo>
                <a:lnTo>
                  <a:pt x="5126224" y="78735"/>
                </a:lnTo>
                <a:cubicBezTo>
                  <a:pt x="5126224" y="69898"/>
                  <a:pt x="5125768" y="64095"/>
                  <a:pt x="5124854" y="61326"/>
                </a:cubicBezTo>
                <a:cubicBezTo>
                  <a:pt x="5123941" y="58558"/>
                  <a:pt x="5122483" y="56481"/>
                  <a:pt x="5120480" y="55097"/>
                </a:cubicBezTo>
                <a:cubicBezTo>
                  <a:pt x="5118477" y="53712"/>
                  <a:pt x="5116062" y="53020"/>
                  <a:pt x="5113234" y="53020"/>
                </a:cubicBezTo>
                <a:cubicBezTo>
                  <a:pt x="5110348" y="53020"/>
                  <a:pt x="5107343" y="53786"/>
                  <a:pt x="5104221" y="55318"/>
                </a:cubicBezTo>
                <a:cubicBezTo>
                  <a:pt x="5101099" y="56849"/>
                  <a:pt x="5097358" y="59942"/>
                  <a:pt x="5092998" y="64596"/>
                </a:cubicBezTo>
                <a:lnTo>
                  <a:pt x="5092998" y="107366"/>
                </a:lnTo>
                <a:cubicBezTo>
                  <a:pt x="5092998" y="112903"/>
                  <a:pt x="5093308" y="116350"/>
                  <a:pt x="5093926" y="117704"/>
                </a:cubicBezTo>
                <a:cubicBezTo>
                  <a:pt x="5094545" y="119059"/>
                  <a:pt x="5095693" y="120193"/>
                  <a:pt x="5097372" y="121107"/>
                </a:cubicBezTo>
                <a:cubicBezTo>
                  <a:pt x="5099052" y="122020"/>
                  <a:pt x="5101953" y="122476"/>
                  <a:pt x="5106077" y="122476"/>
                </a:cubicBezTo>
                <a:lnTo>
                  <a:pt x="5106077" y="125658"/>
                </a:lnTo>
                <a:lnTo>
                  <a:pt x="5065958" y="125658"/>
                </a:lnTo>
                <a:lnTo>
                  <a:pt x="5065958" y="122476"/>
                </a:lnTo>
                <a:cubicBezTo>
                  <a:pt x="5069552" y="122476"/>
                  <a:pt x="5072379" y="121917"/>
                  <a:pt x="5074441" y="120797"/>
                </a:cubicBezTo>
                <a:cubicBezTo>
                  <a:pt x="5075620" y="120208"/>
                  <a:pt x="5076562" y="119089"/>
                  <a:pt x="5077269" y="117439"/>
                </a:cubicBezTo>
                <a:cubicBezTo>
                  <a:pt x="5077976" y="115790"/>
                  <a:pt x="5078329" y="112432"/>
                  <a:pt x="5078329" y="107366"/>
                </a:cubicBezTo>
                <a:lnTo>
                  <a:pt x="5078329" y="34110"/>
                </a:lnTo>
                <a:cubicBezTo>
                  <a:pt x="5078329" y="24861"/>
                  <a:pt x="5078108" y="19176"/>
                  <a:pt x="5077667" y="17055"/>
                </a:cubicBezTo>
                <a:cubicBezTo>
                  <a:pt x="5077225" y="14934"/>
                  <a:pt x="5076547" y="13491"/>
                  <a:pt x="5075635" y="12725"/>
                </a:cubicBezTo>
                <a:cubicBezTo>
                  <a:pt x="5074721" y="11959"/>
                  <a:pt x="5073499" y="11576"/>
                  <a:pt x="5071967" y="11576"/>
                </a:cubicBezTo>
                <a:cubicBezTo>
                  <a:pt x="5070730" y="11576"/>
                  <a:pt x="5068727" y="12047"/>
                  <a:pt x="5065958" y="12990"/>
                </a:cubicBezTo>
                <a:lnTo>
                  <a:pt x="5064722" y="9897"/>
                </a:lnTo>
                <a:close/>
                <a:moveTo>
                  <a:pt x="4765967" y="0"/>
                </a:moveTo>
                <a:cubicBezTo>
                  <a:pt x="4768441" y="0"/>
                  <a:pt x="4770547" y="869"/>
                  <a:pt x="4772285" y="2607"/>
                </a:cubicBezTo>
                <a:cubicBezTo>
                  <a:pt x="4774023" y="4345"/>
                  <a:pt x="4774892" y="6451"/>
                  <a:pt x="4774892" y="8925"/>
                </a:cubicBezTo>
                <a:cubicBezTo>
                  <a:pt x="4774892" y="11399"/>
                  <a:pt x="4774023" y="13520"/>
                  <a:pt x="4772285" y="15287"/>
                </a:cubicBezTo>
                <a:cubicBezTo>
                  <a:pt x="4770547" y="17055"/>
                  <a:pt x="4768441" y="17938"/>
                  <a:pt x="4765967" y="17938"/>
                </a:cubicBezTo>
                <a:cubicBezTo>
                  <a:pt x="4763493" y="17938"/>
                  <a:pt x="4761372" y="17055"/>
                  <a:pt x="4759605" y="15287"/>
                </a:cubicBezTo>
                <a:cubicBezTo>
                  <a:pt x="4757837" y="13520"/>
                  <a:pt x="4756954" y="11399"/>
                  <a:pt x="4756954" y="8925"/>
                </a:cubicBezTo>
                <a:cubicBezTo>
                  <a:pt x="4756954" y="6451"/>
                  <a:pt x="4757823" y="4345"/>
                  <a:pt x="4759561" y="2607"/>
                </a:cubicBezTo>
                <a:cubicBezTo>
                  <a:pt x="4761298" y="869"/>
                  <a:pt x="4763434" y="0"/>
                  <a:pt x="4765967" y="0"/>
                </a:cubicBezTo>
                <a:close/>
                <a:moveTo>
                  <a:pt x="4327380" y="0"/>
                </a:moveTo>
                <a:lnTo>
                  <a:pt x="4331356" y="0"/>
                </a:lnTo>
                <a:lnTo>
                  <a:pt x="4331356" y="93580"/>
                </a:lnTo>
                <a:cubicBezTo>
                  <a:pt x="4331356" y="103065"/>
                  <a:pt x="4331577" y="108853"/>
                  <a:pt x="4332019" y="110945"/>
                </a:cubicBezTo>
                <a:cubicBezTo>
                  <a:pt x="4332461" y="113036"/>
                  <a:pt x="4333168" y="114494"/>
                  <a:pt x="4334140" y="115319"/>
                </a:cubicBezTo>
                <a:cubicBezTo>
                  <a:pt x="4335112" y="116143"/>
                  <a:pt x="4336246" y="116556"/>
                  <a:pt x="4337542" y="116556"/>
                </a:cubicBezTo>
                <a:cubicBezTo>
                  <a:pt x="4339133" y="116556"/>
                  <a:pt x="4341254" y="116055"/>
                  <a:pt x="4343905" y="115053"/>
                </a:cubicBezTo>
                <a:lnTo>
                  <a:pt x="4344877" y="118146"/>
                </a:lnTo>
                <a:lnTo>
                  <a:pt x="4320841" y="128132"/>
                </a:lnTo>
                <a:lnTo>
                  <a:pt x="4316776" y="128132"/>
                </a:lnTo>
                <a:lnTo>
                  <a:pt x="4316776" y="116556"/>
                </a:lnTo>
                <a:cubicBezTo>
                  <a:pt x="4312829" y="120679"/>
                  <a:pt x="4308970" y="123640"/>
                  <a:pt x="4305200" y="125437"/>
                </a:cubicBezTo>
                <a:cubicBezTo>
                  <a:pt x="4301430" y="127233"/>
                  <a:pt x="4297365" y="128132"/>
                  <a:pt x="4293005" y="128132"/>
                </a:cubicBezTo>
                <a:cubicBezTo>
                  <a:pt x="4284169" y="128132"/>
                  <a:pt x="4276451" y="124435"/>
                  <a:pt x="4269853" y="117042"/>
                </a:cubicBezTo>
                <a:cubicBezTo>
                  <a:pt x="4263255" y="109648"/>
                  <a:pt x="4259956" y="100149"/>
                  <a:pt x="4259956" y="88543"/>
                </a:cubicBezTo>
                <a:cubicBezTo>
                  <a:pt x="4259956" y="76938"/>
                  <a:pt x="4263609" y="66319"/>
                  <a:pt x="4270914" y="56687"/>
                </a:cubicBezTo>
                <a:cubicBezTo>
                  <a:pt x="4278219" y="47055"/>
                  <a:pt x="4287615" y="42239"/>
                  <a:pt x="4299103" y="42239"/>
                </a:cubicBezTo>
                <a:cubicBezTo>
                  <a:pt x="4306231" y="42239"/>
                  <a:pt x="4312122" y="44507"/>
                  <a:pt x="4316776" y="49044"/>
                </a:cubicBezTo>
                <a:lnTo>
                  <a:pt x="4316776" y="34110"/>
                </a:lnTo>
                <a:cubicBezTo>
                  <a:pt x="4316776" y="24861"/>
                  <a:pt x="4316555" y="19176"/>
                  <a:pt x="4316113" y="17055"/>
                </a:cubicBezTo>
                <a:cubicBezTo>
                  <a:pt x="4315671" y="14934"/>
                  <a:pt x="4314979" y="13491"/>
                  <a:pt x="4314037" y="12725"/>
                </a:cubicBezTo>
                <a:cubicBezTo>
                  <a:pt x="4313094" y="11959"/>
                  <a:pt x="4311916" y="11576"/>
                  <a:pt x="4310502" y="11576"/>
                </a:cubicBezTo>
                <a:cubicBezTo>
                  <a:pt x="4308970" y="11576"/>
                  <a:pt x="4306938" y="12047"/>
                  <a:pt x="4304405" y="12990"/>
                </a:cubicBezTo>
                <a:lnTo>
                  <a:pt x="4303256" y="9897"/>
                </a:ln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IN" dirty="0"/>
          </a:p>
        </p:txBody>
      </p:sp>
      <p:sp>
        <p:nvSpPr>
          <p:cNvPr id="21" name="TextBox 20">
            <a:extLst>
              <a:ext uri="{FF2B5EF4-FFF2-40B4-BE49-F238E27FC236}">
                <a16:creationId xmlns:a16="http://schemas.microsoft.com/office/drawing/2014/main" id="{70DBE9B7-66A5-57D9-A5AE-E31D234FC74A}"/>
              </a:ext>
            </a:extLst>
          </p:cNvPr>
          <p:cNvSpPr txBox="1"/>
          <p:nvPr/>
        </p:nvSpPr>
        <p:spPr>
          <a:xfrm>
            <a:off x="343488" y="120370"/>
            <a:ext cx="3734356" cy="707886"/>
          </a:xfrm>
          <a:prstGeom prst="rect">
            <a:avLst/>
          </a:prstGeom>
          <a:noFill/>
        </p:spPr>
        <p:txBody>
          <a:bodyPr wrap="square" rtlCol="0">
            <a:spAutoFit/>
          </a:bodyPr>
          <a:lstStyle/>
          <a:p>
            <a:r>
              <a:rPr lang="en-IN" sz="4000" dirty="0">
                <a:solidFill>
                  <a:schemeClr val="bg1"/>
                </a:solidFill>
                <a:latin typeface="Times New Roman" panose="02020603050405020304" pitchFamily="18" charset="0"/>
                <a:cs typeface="Times New Roman" panose="02020603050405020304" pitchFamily="18" charset="0"/>
              </a:rPr>
              <a:t>Objectives</a:t>
            </a:r>
          </a:p>
        </p:txBody>
      </p:sp>
      <p:pic>
        <p:nvPicPr>
          <p:cNvPr id="23" name="Picture 22">
            <a:extLst>
              <a:ext uri="{FF2B5EF4-FFF2-40B4-BE49-F238E27FC236}">
                <a16:creationId xmlns:a16="http://schemas.microsoft.com/office/drawing/2014/main" id="{2745CC3A-5E08-E39E-75E1-6C4F7A073852}"/>
              </a:ext>
            </a:extLst>
          </p:cNvPr>
          <p:cNvPicPr>
            <a:picLocks noChangeAspect="1"/>
          </p:cNvPicPr>
          <p:nvPr/>
        </p:nvPicPr>
        <p:blipFill>
          <a:blip r:embed="rId2"/>
          <a:stretch>
            <a:fillRect/>
          </a:stretch>
        </p:blipFill>
        <p:spPr>
          <a:xfrm>
            <a:off x="8892073" y="6175525"/>
            <a:ext cx="3226674" cy="552288"/>
          </a:xfrm>
          <a:prstGeom prst="rect">
            <a:avLst/>
          </a:prstGeom>
        </p:spPr>
      </p:pic>
    </p:spTree>
    <p:extLst>
      <p:ext uri="{BB962C8B-B14F-4D97-AF65-F5344CB8AC3E}">
        <p14:creationId xmlns:p14="http://schemas.microsoft.com/office/powerpoint/2010/main" val="31525267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Shape 103"/>
        <p:cNvGrpSpPr/>
        <p:nvPr/>
      </p:nvGrpSpPr>
      <p:grpSpPr>
        <a:xfrm>
          <a:off x="0" y="0"/>
          <a:ext cx="0" cy="0"/>
          <a:chOff x="0" y="0"/>
          <a:chExt cx="0" cy="0"/>
        </a:xfrm>
      </p:grpSpPr>
      <p:grpSp>
        <p:nvGrpSpPr>
          <p:cNvPr id="15" name="Group 14">
            <a:extLst>
              <a:ext uri="{FF2B5EF4-FFF2-40B4-BE49-F238E27FC236}">
                <a16:creationId xmlns:a16="http://schemas.microsoft.com/office/drawing/2014/main" id="{67E81145-90AF-41A9-C700-9C492BDB52D7}"/>
              </a:ext>
            </a:extLst>
          </p:cNvPr>
          <p:cNvGrpSpPr/>
          <p:nvPr/>
        </p:nvGrpSpPr>
        <p:grpSpPr>
          <a:xfrm>
            <a:off x="5341727" y="-2495825"/>
            <a:ext cx="6514527" cy="8401672"/>
            <a:chOff x="5341727" y="-2495825"/>
            <a:chExt cx="6514527" cy="8401672"/>
          </a:xfrm>
          <a:blipFill>
            <a:blip r:embed="rId3"/>
            <a:stretch>
              <a:fillRect l="-32000" r="10000"/>
            </a:stretch>
          </a:blipFill>
          <a:effectLst>
            <a:outerShdw sx="1000" sy="1000" algn="ctr" rotWithShape="0">
              <a:schemeClr val="bg1">
                <a:lumMod val="85000"/>
              </a:schemeClr>
            </a:outerShdw>
            <a:reflection endPos="0" dir="5400000" sy="-100000" algn="bl" rotWithShape="0"/>
          </a:effectLst>
        </p:grpSpPr>
        <p:sp>
          <p:nvSpPr>
            <p:cNvPr id="16" name="Rectangle: Rounded Corners 15">
              <a:extLst>
                <a:ext uri="{FF2B5EF4-FFF2-40B4-BE49-F238E27FC236}">
                  <a16:creationId xmlns:a16="http://schemas.microsoft.com/office/drawing/2014/main" id="{E3EDC527-BA2C-FC07-1233-362F5C219C53}"/>
                </a:ext>
              </a:extLst>
            </p:cNvPr>
            <p:cNvSpPr/>
            <p:nvPr/>
          </p:nvSpPr>
          <p:spPr>
            <a:xfrm rot="2268595">
              <a:off x="6613334" y="-2495825"/>
              <a:ext cx="2595600" cy="6832285"/>
            </a:xfrm>
            <a:prstGeom prst="roundRect">
              <a:avLst>
                <a:gd name="adj" fmla="val 50000"/>
              </a:avLst>
            </a:prstGeom>
            <a:grpFill/>
            <a:ln>
              <a:noFill/>
            </a:ln>
            <a:effectLst>
              <a:outerShdw blurRad="50800" dist="2540000" dir="8940000" algn="ctr" rotWithShape="0">
                <a:schemeClr val="tx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AF02BF2F-F998-F4CD-5275-A6FDC72A3EC0}"/>
                </a:ext>
              </a:extLst>
            </p:cNvPr>
            <p:cNvSpPr/>
            <p:nvPr/>
          </p:nvSpPr>
          <p:spPr>
            <a:xfrm rot="2272411">
              <a:off x="9939641" y="-1046642"/>
              <a:ext cx="1566013" cy="398857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8A99E3D6-4F24-8871-D23A-FAFE59ECA0F0}"/>
                </a:ext>
              </a:extLst>
            </p:cNvPr>
            <p:cNvSpPr/>
            <p:nvPr/>
          </p:nvSpPr>
          <p:spPr>
            <a:xfrm rot="2362260">
              <a:off x="7723713" y="2225608"/>
              <a:ext cx="1596854" cy="2966205"/>
            </a:xfrm>
            <a:prstGeom prst="roundRect">
              <a:avLst>
                <a:gd name="adj" fmla="val 50000"/>
              </a:avLst>
            </a:prstGeom>
            <a:grpFill/>
            <a:ln>
              <a:noFill/>
            </a:ln>
            <a:effectLst>
              <a:outerShdw blurRad="50800" dist="1587500" dir="5400000" algn="ctr" rotWithShape="0">
                <a:srgbClr val="000000">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Rectangle: Rounded Corners 18">
              <a:extLst>
                <a:ext uri="{FF2B5EF4-FFF2-40B4-BE49-F238E27FC236}">
                  <a16:creationId xmlns:a16="http://schemas.microsoft.com/office/drawing/2014/main" id="{FDB94ED0-A83C-ECD6-C962-F92C3121CD03}"/>
                </a:ext>
              </a:extLst>
            </p:cNvPr>
            <p:cNvSpPr/>
            <p:nvPr/>
          </p:nvSpPr>
          <p:spPr>
            <a:xfrm rot="2286936">
              <a:off x="10610238" y="189266"/>
              <a:ext cx="1246016" cy="5026923"/>
            </a:xfrm>
            <a:prstGeom prst="roundRect">
              <a:avLst>
                <a:gd name="adj" fmla="val 50000"/>
              </a:avLst>
            </a:prstGeom>
            <a:grpFill/>
            <a:ln>
              <a:noFill/>
            </a:ln>
            <a:effectLst>
              <a:outerShdw dir="5400000" sx="1000" sy="1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A04CBE10-CEB5-3813-4CB2-AB7F1966BEBD}"/>
                </a:ext>
              </a:extLst>
            </p:cNvPr>
            <p:cNvSpPr/>
            <p:nvPr/>
          </p:nvSpPr>
          <p:spPr>
            <a:xfrm rot="2390220">
              <a:off x="5341727" y="-1207242"/>
              <a:ext cx="1216800" cy="2724144"/>
            </a:xfrm>
            <a:prstGeom prst="roundRect">
              <a:avLst>
                <a:gd name="adj" fmla="val 50000"/>
              </a:avLst>
            </a:prstGeom>
            <a:grpFill/>
            <a:ln>
              <a:noFill/>
            </a:ln>
            <a:effectLst>
              <a:outerShdw blurRad="50800" dist="2540000" dir="99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Rectangle: Rounded Corners 20">
              <a:extLst>
                <a:ext uri="{FF2B5EF4-FFF2-40B4-BE49-F238E27FC236}">
                  <a16:creationId xmlns:a16="http://schemas.microsoft.com/office/drawing/2014/main" id="{C5D69311-39C9-4957-5E4F-FBF31C2E18B0}"/>
                </a:ext>
              </a:extLst>
            </p:cNvPr>
            <p:cNvSpPr/>
            <p:nvPr/>
          </p:nvSpPr>
          <p:spPr>
            <a:xfrm rot="2311948">
              <a:off x="8586887" y="4628783"/>
              <a:ext cx="1133220" cy="1277064"/>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2" name="TextBox 21">
            <a:extLst>
              <a:ext uri="{FF2B5EF4-FFF2-40B4-BE49-F238E27FC236}">
                <a16:creationId xmlns:a16="http://schemas.microsoft.com/office/drawing/2014/main" id="{6F4DF53E-91BB-B2B0-35A7-AAF370F8F3B6}"/>
              </a:ext>
            </a:extLst>
          </p:cNvPr>
          <p:cNvSpPr txBox="1"/>
          <p:nvPr/>
        </p:nvSpPr>
        <p:spPr>
          <a:xfrm>
            <a:off x="892402" y="920317"/>
            <a:ext cx="1673665"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Tables</a:t>
            </a:r>
            <a:endParaRPr lang="en-IN" sz="3600" dirty="0">
              <a:latin typeface="Times New Roman" panose="02020603050405020304" pitchFamily="18" charset="0"/>
              <a:cs typeface="Times New Roman" panose="02020603050405020304" pitchFamily="18" charset="0"/>
            </a:endParaRPr>
          </a:p>
        </p:txBody>
      </p:sp>
      <p:pic>
        <p:nvPicPr>
          <p:cNvPr id="24" name="Picture 23">
            <a:extLst>
              <a:ext uri="{FF2B5EF4-FFF2-40B4-BE49-F238E27FC236}">
                <a16:creationId xmlns:a16="http://schemas.microsoft.com/office/drawing/2014/main" id="{F18F2233-E44D-FB0B-2A67-38B9D2C115D0}"/>
              </a:ext>
            </a:extLst>
          </p:cNvPr>
          <p:cNvPicPr>
            <a:picLocks noChangeAspect="1"/>
          </p:cNvPicPr>
          <p:nvPr/>
        </p:nvPicPr>
        <p:blipFill>
          <a:blip r:embed="rId4"/>
          <a:stretch>
            <a:fillRect/>
          </a:stretch>
        </p:blipFill>
        <p:spPr>
          <a:xfrm>
            <a:off x="747128" y="1590469"/>
            <a:ext cx="3153493" cy="414399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Google Shape;110;p4">
            <a:extLst>
              <a:ext uri="{FF2B5EF4-FFF2-40B4-BE49-F238E27FC236}">
                <a16:creationId xmlns:a16="http://schemas.microsoft.com/office/drawing/2014/main" id="{BF28B3AC-6CFA-B163-2EC2-EE6BF7C26DFB}"/>
              </a:ext>
            </a:extLst>
          </p:cNvPr>
          <p:cNvSpPr txBox="1">
            <a:spLocks/>
          </p:cNvSpPr>
          <p:nvPr/>
        </p:nvSpPr>
        <p:spPr>
          <a:xfrm>
            <a:off x="1399920" y="1048203"/>
            <a:ext cx="3406467" cy="493078"/>
          </a:xfrm>
          <a:prstGeom prst="rect">
            <a:avLst/>
          </a:prstGeom>
          <a:noFill/>
          <a:ln>
            <a:noFill/>
          </a:ln>
        </p:spPr>
        <p:txBody>
          <a:bodyPr spcFirstLastPara="1" wrap="square" lIns="91425" tIns="45700" rIns="91425" bIns="45700" anchor="ctr" anchorCtr="0">
            <a:normAutofit fontScale="9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002060"/>
              </a:buClr>
              <a:buSzPts val="4400"/>
            </a:pPr>
            <a:r>
              <a:rPr lang="en-IN" sz="36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 Genre Table</a:t>
            </a:r>
          </a:p>
        </p:txBody>
      </p:sp>
      <p:sp>
        <p:nvSpPr>
          <p:cNvPr id="3" name="Google Shape;110;p4">
            <a:extLst>
              <a:ext uri="{FF2B5EF4-FFF2-40B4-BE49-F238E27FC236}">
                <a16:creationId xmlns:a16="http://schemas.microsoft.com/office/drawing/2014/main" id="{2CB528E2-B9DA-73FF-D8D9-7CE8C4EA738D}"/>
              </a:ext>
            </a:extLst>
          </p:cNvPr>
          <p:cNvSpPr txBox="1">
            <a:spLocks/>
          </p:cNvSpPr>
          <p:nvPr/>
        </p:nvSpPr>
        <p:spPr>
          <a:xfrm>
            <a:off x="6701426" y="994378"/>
            <a:ext cx="4233170" cy="61302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2. MediaType Table</a:t>
            </a:r>
          </a:p>
        </p:txBody>
      </p:sp>
      <p:pic>
        <p:nvPicPr>
          <p:cNvPr id="4" name="Picture 3">
            <a:extLst>
              <a:ext uri="{FF2B5EF4-FFF2-40B4-BE49-F238E27FC236}">
                <a16:creationId xmlns:a16="http://schemas.microsoft.com/office/drawing/2014/main" id="{5A7DAF2B-FEDF-7299-40BB-1E554F3FA094}"/>
              </a:ext>
            </a:extLst>
          </p:cNvPr>
          <p:cNvPicPr>
            <a:picLocks noChangeAspect="1"/>
          </p:cNvPicPr>
          <p:nvPr/>
        </p:nvPicPr>
        <p:blipFill>
          <a:blip r:embed="rId2"/>
          <a:stretch>
            <a:fillRect/>
          </a:stretch>
        </p:blipFill>
        <p:spPr>
          <a:xfrm>
            <a:off x="503543" y="1729018"/>
            <a:ext cx="4673793" cy="840338"/>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61B7899F-ECB8-F2F4-FF79-5B96FCC07D50}"/>
              </a:ext>
            </a:extLst>
          </p:cNvPr>
          <p:cNvPicPr>
            <a:picLocks noChangeAspect="1"/>
          </p:cNvPicPr>
          <p:nvPr/>
        </p:nvPicPr>
        <p:blipFill>
          <a:blip r:embed="rId3"/>
          <a:stretch>
            <a:fillRect/>
          </a:stretch>
        </p:blipFill>
        <p:spPr>
          <a:xfrm>
            <a:off x="6043604" y="1729018"/>
            <a:ext cx="5282128" cy="840338"/>
          </a:xfrm>
          <a:prstGeom prst="rect">
            <a:avLst/>
          </a:prstGeom>
          <a:ln>
            <a:noFill/>
          </a:ln>
          <a:effectLst>
            <a:outerShdw blurRad="292100" dist="139700" dir="2700000" algn="tl" rotWithShape="0">
              <a:srgbClr val="333333">
                <a:alpha val="65000"/>
              </a:srgbClr>
            </a:outerShdw>
            <a:softEdge rad="31750"/>
          </a:effectLst>
        </p:spPr>
      </p:pic>
      <p:sp>
        <p:nvSpPr>
          <p:cNvPr id="6" name="Google Shape;110;p4">
            <a:extLst>
              <a:ext uri="{FF2B5EF4-FFF2-40B4-BE49-F238E27FC236}">
                <a16:creationId xmlns:a16="http://schemas.microsoft.com/office/drawing/2014/main" id="{35D46CD1-CC85-4945-CC0B-DB8E6592AB7C}"/>
              </a:ext>
            </a:extLst>
          </p:cNvPr>
          <p:cNvSpPr txBox="1">
            <a:spLocks/>
          </p:cNvSpPr>
          <p:nvPr/>
        </p:nvSpPr>
        <p:spPr>
          <a:xfrm>
            <a:off x="943053" y="3144880"/>
            <a:ext cx="3893962" cy="560335"/>
          </a:xfrm>
          <a:prstGeom prst="rect">
            <a:avLst/>
          </a:prstGeom>
          <a:noFill/>
          <a:ln>
            <a:noFill/>
          </a:ln>
        </p:spPr>
        <p:txBody>
          <a:bodyPr spcFirstLastPara="1" wrap="square" lIns="91425" tIns="45700" rIns="91425" bIns="45700" anchor="ctr" anchorCtr="0">
            <a:normAutofit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3. Employee Table</a:t>
            </a:r>
          </a:p>
        </p:txBody>
      </p:sp>
      <p:pic>
        <p:nvPicPr>
          <p:cNvPr id="7" name="Picture 6">
            <a:extLst>
              <a:ext uri="{FF2B5EF4-FFF2-40B4-BE49-F238E27FC236}">
                <a16:creationId xmlns:a16="http://schemas.microsoft.com/office/drawing/2014/main" id="{164084D6-14AA-F9BA-39D3-BBE966C9971C}"/>
              </a:ext>
            </a:extLst>
          </p:cNvPr>
          <p:cNvPicPr>
            <a:picLocks noChangeAspect="1"/>
          </p:cNvPicPr>
          <p:nvPr/>
        </p:nvPicPr>
        <p:blipFill>
          <a:blip r:embed="rId4"/>
          <a:stretch>
            <a:fillRect/>
          </a:stretch>
        </p:blipFill>
        <p:spPr>
          <a:xfrm>
            <a:off x="1356377" y="3751883"/>
            <a:ext cx="2980229" cy="2552099"/>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07C0AEDE-2955-1607-3BCB-6DFA07F6F1FF}"/>
              </a:ext>
            </a:extLst>
          </p:cNvPr>
          <p:cNvPicPr>
            <a:picLocks noChangeAspect="1"/>
          </p:cNvPicPr>
          <p:nvPr/>
        </p:nvPicPr>
        <p:blipFill>
          <a:blip r:embed="rId5"/>
          <a:stretch>
            <a:fillRect/>
          </a:stretch>
        </p:blipFill>
        <p:spPr>
          <a:xfrm>
            <a:off x="7208627" y="3705215"/>
            <a:ext cx="3218767" cy="2476351"/>
          </a:xfrm>
          <a:prstGeom prst="rect">
            <a:avLst/>
          </a:prstGeom>
          <a:ln>
            <a:noFill/>
          </a:ln>
          <a:effectLst>
            <a:outerShdw blurRad="292100" dist="139700" dir="2700000" algn="tl" rotWithShape="0">
              <a:srgbClr val="333333">
                <a:alpha val="65000"/>
              </a:srgbClr>
            </a:outerShdw>
          </a:effectLst>
        </p:spPr>
      </p:pic>
      <p:sp>
        <p:nvSpPr>
          <p:cNvPr id="9" name="Google Shape;110;p4">
            <a:extLst>
              <a:ext uri="{FF2B5EF4-FFF2-40B4-BE49-F238E27FC236}">
                <a16:creationId xmlns:a16="http://schemas.microsoft.com/office/drawing/2014/main" id="{80780C4F-9AAF-EBC7-E87B-5148959DF85F}"/>
              </a:ext>
            </a:extLst>
          </p:cNvPr>
          <p:cNvSpPr txBox="1">
            <a:spLocks/>
          </p:cNvSpPr>
          <p:nvPr/>
        </p:nvSpPr>
        <p:spPr>
          <a:xfrm>
            <a:off x="6709141" y="3077760"/>
            <a:ext cx="4225455" cy="65335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4. Customer Table</a:t>
            </a:r>
          </a:p>
        </p:txBody>
      </p:sp>
      <p:sp>
        <p:nvSpPr>
          <p:cNvPr id="10" name="Google Shape;110;p4">
            <a:extLst>
              <a:ext uri="{FF2B5EF4-FFF2-40B4-BE49-F238E27FC236}">
                <a16:creationId xmlns:a16="http://schemas.microsoft.com/office/drawing/2014/main" id="{1862961B-8ACA-4D79-8626-1F84A62AAF8C}"/>
              </a:ext>
            </a:extLst>
          </p:cNvPr>
          <p:cNvSpPr txBox="1">
            <a:spLocks/>
          </p:cNvSpPr>
          <p:nvPr/>
        </p:nvSpPr>
        <p:spPr>
          <a:xfrm>
            <a:off x="3759103" y="34677"/>
            <a:ext cx="4673793" cy="78161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FF0000"/>
              </a:buClr>
              <a:buSzPts val="4400"/>
            </a:pPr>
            <a:r>
              <a:rPr lang="en-US" b="1" u="sng" dirty="0">
                <a:solidFill>
                  <a:srgbClr val="C00000"/>
                </a:solidFill>
                <a:latin typeface="Times New Roman" panose="02020603050405020304" pitchFamily="18" charset="0"/>
                <a:cs typeface="Times New Roman" panose="02020603050405020304" pitchFamily="18" charset="0"/>
              </a:rPr>
              <a:t>Tables </a:t>
            </a:r>
            <a:r>
              <a:rPr lang="en-US" b="1" u="sng" dirty="0">
                <a:solidFill>
                  <a:schemeClr val="tx1"/>
                </a:solidFill>
                <a:latin typeface="Times New Roman" panose="02020603050405020304" pitchFamily="18" charset="0"/>
                <a:cs typeface="Times New Roman" panose="02020603050405020304" pitchFamily="18" charset="0"/>
              </a:rPr>
              <a:t>Structures</a:t>
            </a:r>
          </a:p>
        </p:txBody>
      </p:sp>
    </p:spTree>
    <p:extLst>
      <p:ext uri="{BB962C8B-B14F-4D97-AF65-F5344CB8AC3E}">
        <p14:creationId xmlns:p14="http://schemas.microsoft.com/office/powerpoint/2010/main" val="18431823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Google Shape;110;p4">
            <a:extLst>
              <a:ext uri="{FF2B5EF4-FFF2-40B4-BE49-F238E27FC236}">
                <a16:creationId xmlns:a16="http://schemas.microsoft.com/office/drawing/2014/main" id="{2DA0AEC1-ACA9-F587-EB25-82DA4FDC621D}"/>
              </a:ext>
            </a:extLst>
          </p:cNvPr>
          <p:cNvSpPr txBox="1">
            <a:spLocks/>
          </p:cNvSpPr>
          <p:nvPr/>
        </p:nvSpPr>
        <p:spPr>
          <a:xfrm>
            <a:off x="7728559" y="604489"/>
            <a:ext cx="2775222" cy="731522"/>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002060"/>
              </a:buClr>
              <a:buSzPts val="4400"/>
            </a:pPr>
            <a:r>
              <a:rPr lang="en-IN" sz="320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6. Album Table</a:t>
            </a:r>
            <a:endPar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98A5A0D3-4481-ED44-D54B-CEE5DF53DF5F}"/>
              </a:ext>
            </a:extLst>
          </p:cNvPr>
          <p:cNvPicPr>
            <a:picLocks noChangeAspect="1"/>
          </p:cNvPicPr>
          <p:nvPr/>
        </p:nvPicPr>
        <p:blipFill>
          <a:blip r:embed="rId2"/>
          <a:stretch>
            <a:fillRect/>
          </a:stretch>
        </p:blipFill>
        <p:spPr>
          <a:xfrm>
            <a:off x="7015268" y="1217763"/>
            <a:ext cx="4996799" cy="986649"/>
          </a:xfrm>
          <a:prstGeom prst="rect">
            <a:avLst/>
          </a:prstGeom>
          <a:effectLst>
            <a:outerShdw blurRad="292100" dist="139700" dir="2700000" algn="tl" rotWithShape="0">
              <a:schemeClr val="tx1">
                <a:lumMod val="85000"/>
                <a:lumOff val="15000"/>
                <a:alpha val="65000"/>
              </a:schemeClr>
            </a:outerShdw>
          </a:effectLst>
        </p:spPr>
      </p:pic>
      <p:sp>
        <p:nvSpPr>
          <p:cNvPr id="3" name="Google Shape;110;p4">
            <a:extLst>
              <a:ext uri="{FF2B5EF4-FFF2-40B4-BE49-F238E27FC236}">
                <a16:creationId xmlns:a16="http://schemas.microsoft.com/office/drawing/2014/main" id="{835027C2-A9CF-F7E3-6C80-69BC8CBAE418}"/>
              </a:ext>
            </a:extLst>
          </p:cNvPr>
          <p:cNvSpPr txBox="1">
            <a:spLocks/>
          </p:cNvSpPr>
          <p:nvPr/>
        </p:nvSpPr>
        <p:spPr>
          <a:xfrm>
            <a:off x="1274860" y="609132"/>
            <a:ext cx="2726158" cy="73152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5. Artist Table</a:t>
            </a:r>
          </a:p>
        </p:txBody>
      </p:sp>
      <p:pic>
        <p:nvPicPr>
          <p:cNvPr id="4" name="Picture 3">
            <a:extLst>
              <a:ext uri="{FF2B5EF4-FFF2-40B4-BE49-F238E27FC236}">
                <a16:creationId xmlns:a16="http://schemas.microsoft.com/office/drawing/2014/main" id="{BA6BF0B8-77EE-C04E-8572-8D92BA26C2C1}"/>
              </a:ext>
            </a:extLst>
          </p:cNvPr>
          <p:cNvPicPr>
            <a:picLocks noChangeAspect="1"/>
          </p:cNvPicPr>
          <p:nvPr/>
        </p:nvPicPr>
        <p:blipFill>
          <a:blip r:embed="rId3"/>
          <a:stretch>
            <a:fillRect/>
          </a:stretch>
        </p:blipFill>
        <p:spPr>
          <a:xfrm>
            <a:off x="521583" y="1336011"/>
            <a:ext cx="4996800" cy="868401"/>
          </a:xfrm>
          <a:prstGeom prst="rect">
            <a:avLst/>
          </a:prstGeom>
          <a:ln>
            <a:noFill/>
          </a:ln>
          <a:effectLst>
            <a:outerShdw blurRad="292100" dist="139700" dir="2700000" algn="tl" rotWithShape="0">
              <a:srgbClr val="333333">
                <a:alpha val="65000"/>
              </a:srgbClr>
            </a:outerShdw>
          </a:effectLst>
        </p:spPr>
      </p:pic>
      <p:sp>
        <p:nvSpPr>
          <p:cNvPr id="6" name="Google Shape;110;p4">
            <a:extLst>
              <a:ext uri="{FF2B5EF4-FFF2-40B4-BE49-F238E27FC236}">
                <a16:creationId xmlns:a16="http://schemas.microsoft.com/office/drawing/2014/main" id="{FB4FC3C5-E091-B8AF-5A02-9D02B2516D70}"/>
              </a:ext>
            </a:extLst>
          </p:cNvPr>
          <p:cNvSpPr txBox="1">
            <a:spLocks/>
          </p:cNvSpPr>
          <p:nvPr/>
        </p:nvSpPr>
        <p:spPr>
          <a:xfrm>
            <a:off x="7728559" y="2869706"/>
            <a:ext cx="3328805" cy="73152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8. Invoice Table</a:t>
            </a:r>
          </a:p>
        </p:txBody>
      </p:sp>
      <p:sp>
        <p:nvSpPr>
          <p:cNvPr id="7" name="Google Shape;110;p4">
            <a:extLst>
              <a:ext uri="{FF2B5EF4-FFF2-40B4-BE49-F238E27FC236}">
                <a16:creationId xmlns:a16="http://schemas.microsoft.com/office/drawing/2014/main" id="{BAA35D99-78E1-0C3F-42B5-AB311F2D85E4}"/>
              </a:ext>
            </a:extLst>
          </p:cNvPr>
          <p:cNvSpPr txBox="1">
            <a:spLocks/>
          </p:cNvSpPr>
          <p:nvPr/>
        </p:nvSpPr>
        <p:spPr>
          <a:xfrm>
            <a:off x="973537" y="2928373"/>
            <a:ext cx="3328804" cy="61302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7. Track Table</a:t>
            </a:r>
          </a:p>
        </p:txBody>
      </p:sp>
      <p:pic>
        <p:nvPicPr>
          <p:cNvPr id="8" name="Picture 7">
            <a:extLst>
              <a:ext uri="{FF2B5EF4-FFF2-40B4-BE49-F238E27FC236}">
                <a16:creationId xmlns:a16="http://schemas.microsoft.com/office/drawing/2014/main" id="{055CB999-7D8D-9B30-5B0C-49518D98E25B}"/>
              </a:ext>
            </a:extLst>
          </p:cNvPr>
          <p:cNvPicPr>
            <a:picLocks noChangeAspect="1"/>
          </p:cNvPicPr>
          <p:nvPr/>
        </p:nvPicPr>
        <p:blipFill>
          <a:blip r:embed="rId4"/>
          <a:stretch>
            <a:fillRect/>
          </a:stretch>
        </p:blipFill>
        <p:spPr>
          <a:xfrm>
            <a:off x="521183" y="3794761"/>
            <a:ext cx="4997599" cy="2329841"/>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C103C439-360A-4C1F-8890-BC70C97AABE7}"/>
              </a:ext>
            </a:extLst>
          </p:cNvPr>
          <p:cNvPicPr>
            <a:picLocks noChangeAspect="1"/>
          </p:cNvPicPr>
          <p:nvPr/>
        </p:nvPicPr>
        <p:blipFill>
          <a:blip r:embed="rId5"/>
          <a:stretch>
            <a:fillRect/>
          </a:stretch>
        </p:blipFill>
        <p:spPr>
          <a:xfrm>
            <a:off x="7015268" y="3730306"/>
            <a:ext cx="4996799" cy="245875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078132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Google Shape;110;p4">
            <a:extLst>
              <a:ext uri="{FF2B5EF4-FFF2-40B4-BE49-F238E27FC236}">
                <a16:creationId xmlns:a16="http://schemas.microsoft.com/office/drawing/2014/main" id="{42CFFAB9-7DFD-5A39-17FF-0B99241305FB}"/>
              </a:ext>
            </a:extLst>
          </p:cNvPr>
          <p:cNvSpPr txBox="1">
            <a:spLocks/>
          </p:cNvSpPr>
          <p:nvPr/>
        </p:nvSpPr>
        <p:spPr>
          <a:xfrm>
            <a:off x="576191" y="660298"/>
            <a:ext cx="4225455" cy="61302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9. Invoiceline Table</a:t>
            </a:r>
          </a:p>
        </p:txBody>
      </p:sp>
      <p:pic>
        <p:nvPicPr>
          <p:cNvPr id="3" name="Picture 2">
            <a:extLst>
              <a:ext uri="{FF2B5EF4-FFF2-40B4-BE49-F238E27FC236}">
                <a16:creationId xmlns:a16="http://schemas.microsoft.com/office/drawing/2014/main" id="{0CD82040-EFB7-96D7-84CE-084BACFB4D6F}"/>
              </a:ext>
            </a:extLst>
          </p:cNvPr>
          <p:cNvPicPr>
            <a:picLocks noChangeAspect="1"/>
          </p:cNvPicPr>
          <p:nvPr/>
        </p:nvPicPr>
        <p:blipFill>
          <a:blip r:embed="rId2"/>
          <a:stretch>
            <a:fillRect/>
          </a:stretch>
        </p:blipFill>
        <p:spPr>
          <a:xfrm>
            <a:off x="398468" y="1416899"/>
            <a:ext cx="4741381" cy="1418143"/>
          </a:xfrm>
          <a:prstGeom prst="rect">
            <a:avLst/>
          </a:prstGeom>
          <a:ln>
            <a:noFill/>
          </a:ln>
          <a:effectLst>
            <a:outerShdw blurRad="292100" dist="139700" dir="2700000" algn="tl" rotWithShape="0">
              <a:srgbClr val="333333">
                <a:alpha val="65000"/>
              </a:srgbClr>
            </a:outerShdw>
          </a:effectLst>
        </p:spPr>
      </p:pic>
      <p:sp>
        <p:nvSpPr>
          <p:cNvPr id="4" name="Google Shape;110;p4">
            <a:extLst>
              <a:ext uri="{FF2B5EF4-FFF2-40B4-BE49-F238E27FC236}">
                <a16:creationId xmlns:a16="http://schemas.microsoft.com/office/drawing/2014/main" id="{F7C027E2-0FF1-2287-3838-CF316A1E5BA7}"/>
              </a:ext>
            </a:extLst>
          </p:cNvPr>
          <p:cNvSpPr txBox="1">
            <a:spLocks/>
          </p:cNvSpPr>
          <p:nvPr/>
        </p:nvSpPr>
        <p:spPr>
          <a:xfrm>
            <a:off x="7271943" y="601048"/>
            <a:ext cx="3893962" cy="73152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10. Playlist Table</a:t>
            </a:r>
          </a:p>
        </p:txBody>
      </p:sp>
      <p:pic>
        <p:nvPicPr>
          <p:cNvPr id="5" name="Picture 4">
            <a:extLst>
              <a:ext uri="{FF2B5EF4-FFF2-40B4-BE49-F238E27FC236}">
                <a16:creationId xmlns:a16="http://schemas.microsoft.com/office/drawing/2014/main" id="{222EBEE4-A276-FDF0-D074-1E39B45CFF30}"/>
              </a:ext>
            </a:extLst>
          </p:cNvPr>
          <p:cNvPicPr>
            <a:picLocks noChangeAspect="1"/>
          </p:cNvPicPr>
          <p:nvPr/>
        </p:nvPicPr>
        <p:blipFill>
          <a:blip r:embed="rId3"/>
          <a:stretch>
            <a:fillRect/>
          </a:stretch>
        </p:blipFill>
        <p:spPr>
          <a:xfrm>
            <a:off x="6873633" y="1416899"/>
            <a:ext cx="4919899" cy="1043272"/>
          </a:xfrm>
          <a:prstGeom prst="rect">
            <a:avLst/>
          </a:prstGeom>
          <a:ln>
            <a:noFill/>
          </a:ln>
          <a:effectLst>
            <a:outerShdw blurRad="292100" dist="139700" dir="2700000" algn="tl" rotWithShape="0">
              <a:srgbClr val="333333">
                <a:alpha val="65000"/>
              </a:srgbClr>
            </a:outerShdw>
          </a:effectLst>
        </p:spPr>
      </p:pic>
      <p:sp>
        <p:nvSpPr>
          <p:cNvPr id="6" name="Google Shape;110;p4">
            <a:extLst>
              <a:ext uri="{FF2B5EF4-FFF2-40B4-BE49-F238E27FC236}">
                <a16:creationId xmlns:a16="http://schemas.microsoft.com/office/drawing/2014/main" id="{8CDB4592-CF16-0882-982A-71CD23282F6B}"/>
              </a:ext>
            </a:extLst>
          </p:cNvPr>
          <p:cNvSpPr txBox="1">
            <a:spLocks/>
          </p:cNvSpPr>
          <p:nvPr/>
        </p:nvSpPr>
        <p:spPr>
          <a:xfrm>
            <a:off x="3708964" y="3429000"/>
            <a:ext cx="4774072" cy="731522"/>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11. Playlist track Table</a:t>
            </a:r>
          </a:p>
        </p:txBody>
      </p:sp>
      <p:pic>
        <p:nvPicPr>
          <p:cNvPr id="7" name="Picture 6">
            <a:extLst>
              <a:ext uri="{FF2B5EF4-FFF2-40B4-BE49-F238E27FC236}">
                <a16:creationId xmlns:a16="http://schemas.microsoft.com/office/drawing/2014/main" id="{FFA5B9B2-006D-EA1D-D1ED-DFC40E726BFF}"/>
              </a:ext>
            </a:extLst>
          </p:cNvPr>
          <p:cNvPicPr>
            <a:picLocks noChangeAspect="1"/>
          </p:cNvPicPr>
          <p:nvPr/>
        </p:nvPicPr>
        <p:blipFill>
          <a:blip r:embed="rId4"/>
          <a:stretch>
            <a:fillRect/>
          </a:stretch>
        </p:blipFill>
        <p:spPr>
          <a:xfrm>
            <a:off x="3708964" y="4397830"/>
            <a:ext cx="4919899" cy="89769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48382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2A9A8E44-FA26-5859-CCA9-01DFEE342B89}"/>
              </a:ext>
            </a:extLst>
          </p:cNvPr>
          <p:cNvPicPr>
            <a:picLocks noChangeAspect="1"/>
          </p:cNvPicPr>
          <p:nvPr/>
        </p:nvPicPr>
        <p:blipFill>
          <a:blip r:embed="rId2"/>
          <a:stretch>
            <a:fillRect/>
          </a:stretch>
        </p:blipFill>
        <p:spPr>
          <a:xfrm>
            <a:off x="1752600" y="781611"/>
            <a:ext cx="8251372" cy="5377542"/>
          </a:xfrm>
          <a:prstGeom prst="rect">
            <a:avLst/>
          </a:prstGeom>
        </p:spPr>
      </p:pic>
      <p:sp>
        <p:nvSpPr>
          <p:cNvPr id="14" name="Google Shape;110;p4">
            <a:extLst>
              <a:ext uri="{FF2B5EF4-FFF2-40B4-BE49-F238E27FC236}">
                <a16:creationId xmlns:a16="http://schemas.microsoft.com/office/drawing/2014/main" id="{B293385E-12AA-D2BB-5202-4B6948C10E46}"/>
              </a:ext>
            </a:extLst>
          </p:cNvPr>
          <p:cNvSpPr txBox="1">
            <a:spLocks/>
          </p:cNvSpPr>
          <p:nvPr/>
        </p:nvSpPr>
        <p:spPr>
          <a:xfrm>
            <a:off x="3759103" y="0"/>
            <a:ext cx="4673793" cy="78161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FF0000"/>
              </a:buClr>
              <a:buSzPts val="4400"/>
            </a:pPr>
            <a:r>
              <a:rPr lang="en-US" b="1" u="sng" dirty="0">
                <a:solidFill>
                  <a:srgbClr val="C00000"/>
                </a:solidFill>
                <a:latin typeface="Times New Roman" panose="02020603050405020304" pitchFamily="18" charset="0"/>
                <a:cs typeface="Times New Roman" panose="02020603050405020304" pitchFamily="18" charset="0"/>
              </a:rPr>
              <a:t>ER </a:t>
            </a:r>
            <a:r>
              <a:rPr lang="en-US" b="1" u="sng" dirty="0">
                <a:solidFill>
                  <a:schemeClr val="tx1"/>
                </a:solidFill>
                <a:latin typeface="Times New Roman" panose="02020603050405020304" pitchFamily="18" charset="0"/>
                <a:cs typeface="Times New Roman" panose="02020603050405020304" pitchFamily="18" charset="0"/>
              </a:rPr>
              <a:t>Diagram</a:t>
            </a:r>
          </a:p>
        </p:txBody>
      </p:sp>
      <p:pic>
        <p:nvPicPr>
          <p:cNvPr id="15" name="Picture 14">
            <a:extLst>
              <a:ext uri="{FF2B5EF4-FFF2-40B4-BE49-F238E27FC236}">
                <a16:creationId xmlns:a16="http://schemas.microsoft.com/office/drawing/2014/main" id="{408409A8-36CA-FDDB-430C-398A829BC30A}"/>
              </a:ext>
            </a:extLst>
          </p:cNvPr>
          <p:cNvPicPr>
            <a:picLocks noChangeAspect="1"/>
          </p:cNvPicPr>
          <p:nvPr/>
        </p:nvPicPr>
        <p:blipFill>
          <a:blip r:embed="rId3"/>
          <a:stretch>
            <a:fillRect/>
          </a:stretch>
        </p:blipFill>
        <p:spPr>
          <a:xfrm>
            <a:off x="8772331" y="6272333"/>
            <a:ext cx="3226674" cy="552288"/>
          </a:xfrm>
          <a:prstGeom prst="rect">
            <a:avLst/>
          </a:prstGeom>
        </p:spPr>
      </p:pic>
    </p:spTree>
    <p:extLst>
      <p:ext uri="{BB962C8B-B14F-4D97-AF65-F5344CB8AC3E}">
        <p14:creationId xmlns:p14="http://schemas.microsoft.com/office/powerpoint/2010/main" val="28173728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DC7B7A37-568F-4D0E-ADCB-E6786652C930}"/>
              </a:ext>
            </a:extLst>
          </p:cNvPr>
          <p:cNvSpPr txBox="1">
            <a:spLocks/>
          </p:cNvSpPr>
          <p:nvPr/>
        </p:nvSpPr>
        <p:spPr>
          <a:xfrm>
            <a:off x="4595011" y="175169"/>
            <a:ext cx="7169249" cy="6507662"/>
          </a:xfrm>
          <a:prstGeom prst="rect">
            <a:avLst/>
          </a:prstGeom>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spcAft>
                <a:spcPts val="600"/>
              </a:spcAft>
              <a:buClr>
                <a:srgbClr val="C00000"/>
              </a:buClr>
              <a:buFont typeface="Wingdings" panose="05000000000000000000" pitchFamily="2" charset="2"/>
              <a:buChar char="Ø"/>
            </a:pPr>
            <a:r>
              <a:rPr lang="en-US" sz="1300" dirty="0">
                <a:latin typeface="Times New Roman"/>
                <a:cs typeface="Times New Roman"/>
              </a:rPr>
              <a:t>Who is the senior most employee based on job title?</a:t>
            </a:r>
            <a:endParaRPr lang="en-IN" sz="1300" dirty="0">
              <a:latin typeface="Times New Roman"/>
              <a:cs typeface="Times New Roman"/>
            </a:endParaRPr>
          </a:p>
          <a:p>
            <a:pPr marL="285750" indent="-285750">
              <a:spcAft>
                <a:spcPts val="600"/>
              </a:spcAft>
              <a:buClr>
                <a:srgbClr val="C00000"/>
              </a:buClr>
              <a:buFont typeface="Wingdings" panose="05000000000000000000" pitchFamily="2" charset="2"/>
              <a:buChar char="Ø"/>
            </a:pPr>
            <a:r>
              <a:rPr lang="en-IN" sz="1300" dirty="0">
                <a:latin typeface="Times New Roman"/>
                <a:cs typeface="Times New Roman"/>
              </a:rPr>
              <a:t>Which countries have the most Invoices?</a:t>
            </a:r>
          </a:p>
          <a:p>
            <a:pPr marL="285750" indent="-285750">
              <a:spcAft>
                <a:spcPts val="600"/>
              </a:spcAft>
              <a:buClr>
                <a:srgbClr val="C00000"/>
              </a:buClr>
              <a:buFont typeface="Wingdings" panose="05000000000000000000" pitchFamily="2" charset="2"/>
              <a:buChar char="Ø"/>
            </a:pPr>
            <a:r>
              <a:rPr lang="en-IN" sz="1300" dirty="0">
                <a:latin typeface="Times New Roman"/>
                <a:cs typeface="Times New Roman"/>
              </a:rPr>
              <a:t>What are the top 3 values of total invoice?</a:t>
            </a:r>
          </a:p>
          <a:p>
            <a:pPr marL="285750" indent="-285750">
              <a:spcAft>
                <a:spcPts val="600"/>
              </a:spcAft>
              <a:buClr>
                <a:srgbClr val="C00000"/>
              </a:buClr>
              <a:buFont typeface="Wingdings" panose="05000000000000000000" pitchFamily="2" charset="2"/>
              <a:buChar char="Ø"/>
            </a:pPr>
            <a:r>
              <a:rPr lang="en-IN" sz="1300" dirty="0">
                <a:latin typeface="Times New Roman"/>
                <a:cs typeface="Times New Roman"/>
              </a:rPr>
              <a:t>Which city has the best customers? - We would like to throw a promotional Music Festival in the city we made the most money. Write a query that returns one city that has the highest sum of invoice totals. Return both the city name &amp; sum of all invoice totals</a:t>
            </a:r>
          </a:p>
          <a:p>
            <a:pPr marL="285750" indent="-285750">
              <a:spcAft>
                <a:spcPts val="600"/>
              </a:spcAft>
              <a:buClr>
                <a:srgbClr val="C00000"/>
              </a:buClr>
              <a:buFont typeface="Wingdings" panose="05000000000000000000" pitchFamily="2" charset="2"/>
              <a:buChar char="Ø"/>
            </a:pPr>
            <a:r>
              <a:rPr lang="en-IN" sz="1300" dirty="0">
                <a:latin typeface="Times New Roman"/>
                <a:cs typeface="Times New Roman"/>
              </a:rPr>
              <a:t>Who is the best customer? - The customer who has spent the most money will be declared the best customer. Write a query that returns the person who has spent the most money</a:t>
            </a:r>
          </a:p>
          <a:p>
            <a:pPr marL="285750" indent="-285750">
              <a:spcAft>
                <a:spcPts val="600"/>
              </a:spcAft>
              <a:buClr>
                <a:srgbClr val="C00000"/>
              </a:buClr>
              <a:buFont typeface="Wingdings" panose="05000000000000000000" pitchFamily="2" charset="2"/>
              <a:buChar char="Ø"/>
            </a:pPr>
            <a:r>
              <a:rPr lang="en-IN" sz="1300" dirty="0">
                <a:latin typeface="Times New Roman"/>
                <a:cs typeface="Times New Roman"/>
              </a:rPr>
              <a:t>Write a query to return the email, first name, last name, &amp; Genre of all Rock Music listeners. Return your list ordered alphabetically by email starting with A</a:t>
            </a:r>
          </a:p>
          <a:p>
            <a:pPr marL="285750" indent="-285750">
              <a:spcAft>
                <a:spcPts val="600"/>
              </a:spcAft>
              <a:buClr>
                <a:srgbClr val="C00000"/>
              </a:buClr>
              <a:buFont typeface="Wingdings" panose="05000000000000000000" pitchFamily="2" charset="2"/>
              <a:buChar char="Ø"/>
            </a:pPr>
            <a:r>
              <a:rPr lang="en-IN" sz="1300" dirty="0">
                <a:latin typeface="Times New Roman"/>
                <a:cs typeface="Times New Roman"/>
              </a:rPr>
              <a:t>Let's invite the artists who have written the most rock music in our dataset. Write a query that returns the Artist name and total track count of the top 10 rock bands </a:t>
            </a:r>
          </a:p>
          <a:p>
            <a:pPr marL="285750" indent="-285750">
              <a:spcAft>
                <a:spcPts val="600"/>
              </a:spcAft>
              <a:buClr>
                <a:srgbClr val="C00000"/>
              </a:buClr>
              <a:buFont typeface="Wingdings" panose="05000000000000000000" pitchFamily="2" charset="2"/>
              <a:buChar char="Ø"/>
            </a:pPr>
            <a:r>
              <a:rPr lang="en-IN" sz="1300" dirty="0">
                <a:latin typeface="Times New Roman"/>
                <a:cs typeface="Times New Roman"/>
              </a:rPr>
              <a:t>Return all the track names that have a song length longer than the average song length.- Return the Name and Milliseconds for each track. Order by the song length, with the longest songs listed first</a:t>
            </a:r>
          </a:p>
          <a:p>
            <a:pPr marL="285750" indent="-285750">
              <a:spcAft>
                <a:spcPts val="600"/>
              </a:spcAft>
              <a:buClr>
                <a:srgbClr val="C00000"/>
              </a:buClr>
              <a:buFont typeface="Wingdings" panose="05000000000000000000" pitchFamily="2" charset="2"/>
              <a:buChar char="Ø"/>
            </a:pPr>
            <a:r>
              <a:rPr lang="en-IN" sz="1300" dirty="0">
                <a:latin typeface="Times New Roman"/>
                <a:cs typeface="Times New Roman"/>
              </a:rPr>
              <a:t>Find how much amount is spent by each customer on artists? Write a query to return customer name, artist name and total spent </a:t>
            </a:r>
          </a:p>
          <a:p>
            <a:pPr marL="285750" indent="-285750">
              <a:spcAft>
                <a:spcPts val="600"/>
              </a:spcAft>
              <a:buClr>
                <a:srgbClr val="C00000"/>
              </a:buClr>
              <a:buFont typeface="Wingdings" panose="05000000000000000000" pitchFamily="2" charset="2"/>
              <a:buChar char="Ø"/>
            </a:pPr>
            <a:r>
              <a:rPr lang="en-IN" sz="1300" dirty="0">
                <a:latin typeface="Times New Roman"/>
                <a:cs typeface="Times New Roman"/>
              </a:rPr>
              <a:t> We want to find out the most popular music Genre for each country. We determine the most popular genre as the genre with the highest amount of purchases. Write a query that returns each country along with the top Genre. For countries where the maximum number of purchases is shared, return all Genres</a:t>
            </a:r>
          </a:p>
          <a:p>
            <a:pPr marL="285750" indent="-285750">
              <a:spcAft>
                <a:spcPts val="600"/>
              </a:spcAft>
              <a:buClr>
                <a:srgbClr val="C00000"/>
              </a:buClr>
              <a:buFont typeface="Wingdings" panose="05000000000000000000" pitchFamily="2" charset="2"/>
              <a:buChar char="Ø"/>
            </a:pPr>
            <a:r>
              <a:rPr lang="en-IN" sz="1300" dirty="0">
                <a:latin typeface="Times New Roman"/>
                <a:cs typeface="Times New Roman"/>
              </a:rPr>
              <a:t>Write a query that determines the customer that has spent the most on music for each country. Write a query that returns the country along with the top customer and how much they spent. For countries where the top amount spent is shared, provide all customers who spent this amount</a:t>
            </a:r>
          </a:p>
          <a:p>
            <a:pPr marL="171450" indent="-171450">
              <a:spcAft>
                <a:spcPts val="600"/>
              </a:spcAft>
              <a:buClr>
                <a:srgbClr val="C00000"/>
              </a:buClr>
              <a:buFont typeface="Wingdings" panose="05000000000000000000" pitchFamily="2" charset="2"/>
              <a:buChar char="Ø"/>
            </a:pPr>
            <a:endParaRPr lang="en-IN" sz="1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5" name="Oval 14">
            <a:extLst>
              <a:ext uri="{FF2B5EF4-FFF2-40B4-BE49-F238E27FC236}">
                <a16:creationId xmlns:a16="http://schemas.microsoft.com/office/drawing/2014/main" id="{F9643B27-AFD3-D33F-B4DF-219BCB7D69F1}"/>
              </a:ext>
            </a:extLst>
          </p:cNvPr>
          <p:cNvSpPr/>
          <p:nvPr/>
        </p:nvSpPr>
        <p:spPr>
          <a:xfrm>
            <a:off x="-3298372" y="-435429"/>
            <a:ext cx="7641771" cy="7478486"/>
          </a:xfrm>
          <a:prstGeom prst="ellipse">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Google Shape;110;p4">
            <a:extLst>
              <a:ext uri="{FF2B5EF4-FFF2-40B4-BE49-F238E27FC236}">
                <a16:creationId xmlns:a16="http://schemas.microsoft.com/office/drawing/2014/main" id="{774445AE-FBDF-ECC9-0EFA-BE3DAFA378DF}"/>
              </a:ext>
            </a:extLst>
          </p:cNvPr>
          <p:cNvSpPr txBox="1">
            <a:spLocks/>
          </p:cNvSpPr>
          <p:nvPr/>
        </p:nvSpPr>
        <p:spPr>
          <a:xfrm>
            <a:off x="1142999" y="1073232"/>
            <a:ext cx="3200400" cy="4461163"/>
          </a:xfrm>
          <a:prstGeom prst="rect">
            <a:avLst/>
          </a:prstGeom>
        </p:spPr>
        <p:txBody>
          <a:bodyPr spcFirstLastPara="1"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FF0000"/>
              </a:buClr>
              <a:buSzPts val="4400"/>
              <a:buFont typeface="Calibri"/>
              <a:buNone/>
            </a:pPr>
            <a:r>
              <a:rPr lang="en-US" sz="4400" b="1" dirty="0">
                <a:solidFill>
                  <a:srgbClr val="FFFFFF"/>
                </a:solidFill>
                <a:latin typeface="Times New Roman" panose="02020603050405020304" pitchFamily="18" charset="0"/>
                <a:cs typeface="Times New Roman" panose="02020603050405020304" pitchFamily="18" charset="0"/>
              </a:rPr>
              <a:t>Analysis</a:t>
            </a:r>
          </a:p>
        </p:txBody>
      </p:sp>
    </p:spTree>
    <p:extLst>
      <p:ext uri="{BB962C8B-B14F-4D97-AF65-F5344CB8AC3E}">
        <p14:creationId xmlns:p14="http://schemas.microsoft.com/office/powerpoint/2010/main" val="39879620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B4FC4168-FA64-05DF-0F5D-AE2F7B5AA8DB}"/>
              </a:ext>
            </a:extLst>
          </p:cNvPr>
          <p:cNvPicPr>
            <a:picLocks noChangeAspect="1"/>
          </p:cNvPicPr>
          <p:nvPr/>
        </p:nvPicPr>
        <p:blipFill>
          <a:blip r:embed="rId2"/>
          <a:stretch>
            <a:fillRect/>
          </a:stretch>
        </p:blipFill>
        <p:spPr>
          <a:xfrm>
            <a:off x="7599362" y="1895122"/>
            <a:ext cx="3814803" cy="1198770"/>
          </a:xfrm>
          <a:prstGeom prst="rect">
            <a:avLst/>
          </a:prstGeom>
        </p:spPr>
      </p:pic>
      <p:sp>
        <p:nvSpPr>
          <p:cNvPr id="2" name="Google Shape;110;p4">
            <a:extLst>
              <a:ext uri="{FF2B5EF4-FFF2-40B4-BE49-F238E27FC236}">
                <a16:creationId xmlns:a16="http://schemas.microsoft.com/office/drawing/2014/main" id="{3108902F-D097-0167-A759-A7CF8E7E5056}"/>
              </a:ext>
            </a:extLst>
          </p:cNvPr>
          <p:cNvSpPr txBox="1">
            <a:spLocks/>
          </p:cNvSpPr>
          <p:nvPr/>
        </p:nvSpPr>
        <p:spPr>
          <a:xfrm>
            <a:off x="499516" y="915628"/>
            <a:ext cx="11016249" cy="79919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90000"/>
              </a:lnSpc>
              <a:buClr>
                <a:srgbClr val="FF0000"/>
              </a:buClr>
              <a:buSzPts val="4400"/>
              <a:buFont typeface="Calibri"/>
              <a:buNone/>
            </a:pPr>
            <a:r>
              <a:rPr lang="en-IN" sz="2000" b="1" dirty="0">
                <a:solidFill>
                  <a:srgbClr val="FF0000"/>
                </a:solidFill>
                <a:latin typeface="Times New Roman" panose="02020603050405020304" pitchFamily="18" charset="0"/>
                <a:cs typeface="Times New Roman" panose="02020603050405020304" pitchFamily="18" charset="0"/>
              </a:rPr>
              <a:t>1. Who is the senior most employee based on job title?</a:t>
            </a:r>
            <a:br>
              <a:rPr lang="en-IN" sz="2000" b="1" dirty="0">
                <a:solidFill>
                  <a:srgbClr val="FF0000"/>
                </a:solidFill>
                <a:latin typeface="Times New Roman" panose="02020603050405020304" pitchFamily="18" charset="0"/>
                <a:cs typeface="Times New Roman" panose="02020603050405020304" pitchFamily="18" charset="0"/>
              </a:rPr>
            </a:br>
            <a:r>
              <a:rPr lang="en-IN" sz="2000" b="1" dirty="0">
                <a:solidFill>
                  <a:schemeClr val="tx1"/>
                </a:solidFill>
                <a:latin typeface="Times New Roman" panose="02020603050405020304" pitchFamily="18" charset="0"/>
                <a:cs typeface="Times New Roman" panose="02020603050405020304" pitchFamily="18" charset="0"/>
              </a:rPr>
              <a:t>(Senior Most Employee </a:t>
            </a:r>
            <a:r>
              <a:rPr lang="en-IN" sz="2000" b="1"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Madhan Mohan [S.G.M]</a:t>
            </a:r>
            <a:r>
              <a:rPr lang="en-IN" sz="2000" b="1" dirty="0">
                <a:solidFill>
                  <a:schemeClr val="tx1"/>
                </a:solidFill>
                <a:latin typeface="Times New Roman" panose="02020603050405020304" pitchFamily="18" charset="0"/>
                <a:cs typeface="Times New Roman" panose="02020603050405020304" pitchFamily="18" charset="0"/>
              </a:rPr>
              <a:t>)</a:t>
            </a:r>
          </a:p>
        </p:txBody>
      </p:sp>
      <p:sp>
        <p:nvSpPr>
          <p:cNvPr id="3" name="Google Shape;110;p4">
            <a:extLst>
              <a:ext uri="{FF2B5EF4-FFF2-40B4-BE49-F238E27FC236}">
                <a16:creationId xmlns:a16="http://schemas.microsoft.com/office/drawing/2014/main" id="{286F8FD3-1AE2-5D16-0EFF-0B34159C32E5}"/>
              </a:ext>
            </a:extLst>
          </p:cNvPr>
          <p:cNvSpPr txBox="1">
            <a:spLocks/>
          </p:cNvSpPr>
          <p:nvPr/>
        </p:nvSpPr>
        <p:spPr>
          <a:xfrm>
            <a:off x="1167191" y="3554083"/>
            <a:ext cx="10348573" cy="134572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sz="2000" b="1" dirty="0">
                <a:solidFill>
                  <a:srgbClr val="FF0000"/>
                </a:solidFill>
                <a:latin typeface="Times New Roman" panose="02020603050405020304" pitchFamily="18" charset="0"/>
                <a:cs typeface="Times New Roman" panose="02020603050405020304" pitchFamily="18" charset="0"/>
              </a:rPr>
              <a:t>Insight:</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The analysis shows that Madhan Mohan holds the highest position (Senior General Manager), making him the most senior employee in the organization.</a:t>
            </a:r>
          </a:p>
        </p:txBody>
      </p:sp>
      <p:pic>
        <p:nvPicPr>
          <p:cNvPr id="7" name="Picture 6">
            <a:extLst>
              <a:ext uri="{FF2B5EF4-FFF2-40B4-BE49-F238E27FC236}">
                <a16:creationId xmlns:a16="http://schemas.microsoft.com/office/drawing/2014/main" id="{692B69A1-FAFD-1E7B-0DC8-8C9C82580634}"/>
              </a:ext>
            </a:extLst>
          </p:cNvPr>
          <p:cNvPicPr>
            <a:picLocks noChangeAspect="1"/>
          </p:cNvPicPr>
          <p:nvPr/>
        </p:nvPicPr>
        <p:blipFill>
          <a:blip r:embed="rId3"/>
          <a:srcRect l="3389"/>
          <a:stretch>
            <a:fillRect/>
          </a:stretch>
        </p:blipFill>
        <p:spPr>
          <a:xfrm>
            <a:off x="1167192" y="1971799"/>
            <a:ext cx="5711259" cy="1198770"/>
          </a:xfrm>
          <a:prstGeom prst="rect">
            <a:avLst/>
          </a:prstGeom>
        </p:spPr>
      </p:pic>
    </p:spTree>
    <p:extLst>
      <p:ext uri="{BB962C8B-B14F-4D97-AF65-F5344CB8AC3E}">
        <p14:creationId xmlns:p14="http://schemas.microsoft.com/office/powerpoint/2010/main" val="19587635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A00901-9B0E-713F-2649-FA36D6D7CD8E}"/>
              </a:ext>
            </a:extLst>
          </p:cNvPr>
          <p:cNvSpPr txBox="1"/>
          <p:nvPr/>
        </p:nvSpPr>
        <p:spPr>
          <a:xfrm>
            <a:off x="2926080" y="762000"/>
            <a:ext cx="6217920" cy="707886"/>
          </a:xfrm>
          <a:prstGeom prst="rect">
            <a:avLst/>
          </a:prstGeom>
          <a:noFill/>
        </p:spPr>
        <p:txBody>
          <a:bodyPr wrap="square">
            <a:spAutoFit/>
          </a:bodyPr>
          <a:lstStyle/>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2. Which countries have the most invoices?</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(Countries with most invoice </a:t>
            </a:r>
            <a:r>
              <a:rPr lang="en-US" sz="2000" b="1"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sz="2000" b="1"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USA,Canada,Brazil</a:t>
            </a:r>
            <a:r>
              <a:rPr lang="en-US" sz="2000" b="1" dirty="0">
                <a:solidFill>
                  <a:schemeClr val="tx1"/>
                </a:solidFill>
                <a:latin typeface="Times New Roman" panose="02020603050405020304" pitchFamily="18" charset="0"/>
                <a:cs typeface="Times New Roman" panose="02020603050405020304" pitchFamily="18" charset="0"/>
              </a:rPr>
              <a:t>)</a:t>
            </a:r>
          </a:p>
        </p:txBody>
      </p:sp>
      <p:pic>
        <p:nvPicPr>
          <p:cNvPr id="15" name="Picture 14">
            <a:extLst>
              <a:ext uri="{FF2B5EF4-FFF2-40B4-BE49-F238E27FC236}">
                <a16:creationId xmlns:a16="http://schemas.microsoft.com/office/drawing/2014/main" id="{6EE404A6-E721-ECE6-595F-B444B1AB91B4}"/>
              </a:ext>
            </a:extLst>
          </p:cNvPr>
          <p:cNvPicPr>
            <a:picLocks noChangeAspect="1"/>
          </p:cNvPicPr>
          <p:nvPr/>
        </p:nvPicPr>
        <p:blipFill>
          <a:blip r:embed="rId2"/>
          <a:stretch>
            <a:fillRect/>
          </a:stretch>
        </p:blipFill>
        <p:spPr>
          <a:xfrm>
            <a:off x="1167191" y="1767841"/>
            <a:ext cx="5711260" cy="1661159"/>
          </a:xfrm>
          <a:prstGeom prst="rect">
            <a:avLst/>
          </a:prstGeom>
        </p:spPr>
      </p:pic>
      <p:pic>
        <p:nvPicPr>
          <p:cNvPr id="11" name="Picture 10">
            <a:extLst>
              <a:ext uri="{FF2B5EF4-FFF2-40B4-BE49-F238E27FC236}">
                <a16:creationId xmlns:a16="http://schemas.microsoft.com/office/drawing/2014/main" id="{ACC3BD24-8DC4-87BF-676C-059450E06AC9}"/>
              </a:ext>
            </a:extLst>
          </p:cNvPr>
          <p:cNvPicPr>
            <a:picLocks noChangeAspect="1"/>
          </p:cNvPicPr>
          <p:nvPr/>
        </p:nvPicPr>
        <p:blipFill>
          <a:blip r:embed="rId3"/>
          <a:stretch>
            <a:fillRect/>
          </a:stretch>
        </p:blipFill>
        <p:spPr>
          <a:xfrm>
            <a:off x="7700963" y="1767841"/>
            <a:ext cx="3814804" cy="2164079"/>
          </a:xfrm>
          <a:prstGeom prst="rect">
            <a:avLst/>
          </a:prstGeom>
        </p:spPr>
      </p:pic>
      <p:sp>
        <p:nvSpPr>
          <p:cNvPr id="4" name="TextBox 3">
            <a:extLst>
              <a:ext uri="{FF2B5EF4-FFF2-40B4-BE49-F238E27FC236}">
                <a16:creationId xmlns:a16="http://schemas.microsoft.com/office/drawing/2014/main" id="{389895A8-7E41-39E8-027A-F72DE20E20FA}"/>
              </a:ext>
            </a:extLst>
          </p:cNvPr>
          <p:cNvSpPr txBox="1"/>
          <p:nvPr/>
        </p:nvSpPr>
        <p:spPr>
          <a:xfrm>
            <a:off x="1167191" y="4511614"/>
            <a:ext cx="10348576" cy="707886"/>
          </a:xfrm>
          <a:prstGeom prst="rect">
            <a:avLst/>
          </a:prstGeom>
          <a:noFill/>
        </p:spPr>
        <p:txBody>
          <a:bodyPr wrap="square" rtlCol="0">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Insight:</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The USA, Canada, and Brazil generate the highest number of invoices, indicating these countries contribute the most sales transactions.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69093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AB1F6E-2460-DCF5-2A85-1B713DF65A8B}"/>
              </a:ext>
            </a:extLst>
          </p:cNvPr>
          <p:cNvPicPr>
            <a:picLocks noChangeAspect="1"/>
          </p:cNvPicPr>
          <p:nvPr/>
        </p:nvPicPr>
        <p:blipFill>
          <a:blip r:embed="rId2"/>
          <a:stretch>
            <a:fillRect/>
          </a:stretch>
        </p:blipFill>
        <p:spPr>
          <a:xfrm>
            <a:off x="7461625" y="1454824"/>
            <a:ext cx="2531051" cy="1441943"/>
          </a:xfrm>
          <a:prstGeom prst="rect">
            <a:avLst/>
          </a:prstGeom>
        </p:spPr>
      </p:pic>
      <p:sp>
        <p:nvSpPr>
          <p:cNvPr id="4" name="Google Shape;110;p4">
            <a:extLst>
              <a:ext uri="{FF2B5EF4-FFF2-40B4-BE49-F238E27FC236}">
                <a16:creationId xmlns:a16="http://schemas.microsoft.com/office/drawing/2014/main" id="{CDB0C1B9-A3B9-CBA5-E60D-7BECA54FF716}"/>
              </a:ext>
            </a:extLst>
          </p:cNvPr>
          <p:cNvSpPr txBox="1">
            <a:spLocks/>
          </p:cNvSpPr>
          <p:nvPr/>
        </p:nvSpPr>
        <p:spPr>
          <a:xfrm>
            <a:off x="497559" y="259011"/>
            <a:ext cx="10009415" cy="81540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90000"/>
              </a:lnSpc>
              <a:buClr>
                <a:srgbClr val="FF0000"/>
              </a:buClr>
              <a:buSzPts val="4400"/>
              <a:buFont typeface="Calibri"/>
              <a:buNone/>
            </a:pPr>
            <a:endParaRPr lang="en-IN" sz="2000" b="1" dirty="0">
              <a:solidFill>
                <a:srgbClr val="FF0000"/>
              </a:solidFill>
              <a:latin typeface="Times New Roman" panose="02020603050405020304" pitchFamily="18" charset="0"/>
              <a:cs typeface="Times New Roman" panose="02020603050405020304" pitchFamily="18" charset="0"/>
            </a:endParaRPr>
          </a:p>
          <a:p>
            <a:pPr algn="ctr">
              <a:lnSpc>
                <a:spcPct val="90000"/>
              </a:lnSpc>
              <a:buClr>
                <a:srgbClr val="FF0000"/>
              </a:buClr>
              <a:buSzPts val="4400"/>
              <a:buFont typeface="Calibri"/>
              <a:buNone/>
            </a:pPr>
            <a:r>
              <a:rPr lang="en-IN" sz="2000" b="1" dirty="0">
                <a:solidFill>
                  <a:srgbClr val="FF0000"/>
                </a:solidFill>
                <a:latin typeface="Times New Roman" panose="02020603050405020304" pitchFamily="18" charset="0"/>
                <a:cs typeface="Times New Roman" panose="02020603050405020304" pitchFamily="18" charset="0"/>
              </a:rPr>
              <a:t>3. What are the top 3 values of total invoices?</a:t>
            </a:r>
            <a:endParaRPr lang="en-IN" sz="2000" b="1" dirty="0">
              <a:solidFill>
                <a:schemeClr val="tx1"/>
              </a:solidFill>
              <a:latin typeface="Times New Roman" panose="02020603050405020304" pitchFamily="18" charset="0"/>
              <a:cs typeface="Times New Roman" panose="02020603050405020304" pitchFamily="18" charset="0"/>
            </a:endParaRPr>
          </a:p>
        </p:txBody>
      </p:sp>
      <p:sp>
        <p:nvSpPr>
          <p:cNvPr id="5" name="Google Shape;110;p4">
            <a:extLst>
              <a:ext uri="{FF2B5EF4-FFF2-40B4-BE49-F238E27FC236}">
                <a16:creationId xmlns:a16="http://schemas.microsoft.com/office/drawing/2014/main" id="{D0E5F85A-7132-6B3B-0A81-1ACB642AD84A}"/>
              </a:ext>
            </a:extLst>
          </p:cNvPr>
          <p:cNvSpPr txBox="1">
            <a:spLocks/>
          </p:cNvSpPr>
          <p:nvPr/>
        </p:nvSpPr>
        <p:spPr>
          <a:xfrm>
            <a:off x="957532" y="3743864"/>
            <a:ext cx="10009415" cy="1078302"/>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Insight:</a:t>
            </a:r>
            <a:r>
              <a:rPr lang="en-US" sz="2000" b="1" dirty="0">
                <a:latin typeface="Times New Roman" panose="02020603050405020304" pitchFamily="18" charset="0"/>
                <a:cs typeface="Times New Roman" panose="02020603050405020304" pitchFamily="18" charset="0"/>
              </a:rPr>
              <a:t> The highest invoice value is 23.76 (Customer ID 42), followed by 19.80 from Customer IDs 32 and 3, indicating the top invoice transactions in the dataset.</a:t>
            </a:r>
            <a:endParaRPr lang="en-US" sz="2000" b="1" dirty="0">
              <a:solidFill>
                <a:schemeClr val="tx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D2775C0-FEB8-0950-8C21-15E85268B2AB}"/>
              </a:ext>
            </a:extLst>
          </p:cNvPr>
          <p:cNvPicPr>
            <a:picLocks noChangeAspect="1"/>
          </p:cNvPicPr>
          <p:nvPr/>
        </p:nvPicPr>
        <p:blipFill>
          <a:blip r:embed="rId3"/>
          <a:stretch>
            <a:fillRect/>
          </a:stretch>
        </p:blipFill>
        <p:spPr>
          <a:xfrm>
            <a:off x="1563180" y="1388695"/>
            <a:ext cx="4440362" cy="1441943"/>
          </a:xfrm>
          <a:prstGeom prst="rect">
            <a:avLst/>
          </a:prstGeom>
        </p:spPr>
      </p:pic>
    </p:spTree>
    <p:extLst>
      <p:ext uri="{BB962C8B-B14F-4D97-AF65-F5344CB8AC3E}">
        <p14:creationId xmlns:p14="http://schemas.microsoft.com/office/powerpoint/2010/main" val="28248598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11BF47-B151-C795-A1DF-5AABBF97F461}"/>
              </a:ext>
            </a:extLst>
          </p:cNvPr>
          <p:cNvSpPr txBox="1"/>
          <p:nvPr/>
        </p:nvSpPr>
        <p:spPr>
          <a:xfrm>
            <a:off x="1087120" y="1005840"/>
            <a:ext cx="9895840" cy="1015663"/>
          </a:xfrm>
          <a:prstGeom prst="rect">
            <a:avLst/>
          </a:prstGeom>
          <a:noFill/>
        </p:spPr>
        <p:txBody>
          <a:bodyPr wrap="square">
            <a:spAutoFit/>
          </a:bodyPr>
          <a:lstStyle/>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4. Which city</a:t>
            </a:r>
            <a:r>
              <a:rPr lang="en-US" sz="2000" dirty="0">
                <a:latin typeface="Times New Roman" panose="02020603050405020304" pitchFamily="18" charset="0"/>
                <a:cs typeface="Times New Roman" panose="02020603050405020304" pitchFamily="18" charset="0"/>
              </a:rPr>
              <a:t> </a:t>
            </a:r>
            <a:r>
              <a:rPr lang="en-US" sz="2000" b="1" dirty="0">
                <a:solidFill>
                  <a:srgbClr val="FF0000"/>
                </a:solidFill>
                <a:latin typeface="Times New Roman" panose="02020603050405020304" pitchFamily="18" charset="0"/>
                <a:cs typeface="Times New Roman" panose="02020603050405020304" pitchFamily="18" charset="0"/>
              </a:rPr>
              <a:t>that has the highest sum of invoice totals. Return both the city name &amp; sum of all invoice totals?</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(City with highest invoice totals </a:t>
            </a:r>
            <a:r>
              <a:rPr lang="en-US" sz="2000" b="1"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Prague </a:t>
            </a:r>
            <a:r>
              <a:rPr lang="en-US" sz="2000" b="1" dirty="0">
                <a:solidFill>
                  <a:schemeClr val="tx1"/>
                </a:solidFill>
                <a:latin typeface="Times New Roman" panose="02020603050405020304" pitchFamily="18" charset="0"/>
                <a:cs typeface="Times New Roman" panose="02020603050405020304" pitchFamily="18" charset="0"/>
              </a:rPr>
              <a:t>)</a:t>
            </a:r>
          </a:p>
        </p:txBody>
      </p:sp>
      <p:pic>
        <p:nvPicPr>
          <p:cNvPr id="9" name="Picture 8">
            <a:extLst>
              <a:ext uri="{FF2B5EF4-FFF2-40B4-BE49-F238E27FC236}">
                <a16:creationId xmlns:a16="http://schemas.microsoft.com/office/drawing/2014/main" id="{64C915CD-9F2D-2BB6-E3D3-9F8B5EDF521E}"/>
              </a:ext>
            </a:extLst>
          </p:cNvPr>
          <p:cNvPicPr>
            <a:picLocks noChangeAspect="1"/>
          </p:cNvPicPr>
          <p:nvPr/>
        </p:nvPicPr>
        <p:blipFill>
          <a:blip r:embed="rId2"/>
          <a:stretch>
            <a:fillRect/>
          </a:stretch>
        </p:blipFill>
        <p:spPr>
          <a:xfrm>
            <a:off x="1287393" y="2387598"/>
            <a:ext cx="4435885" cy="1440489"/>
          </a:xfrm>
          <a:prstGeom prst="rect">
            <a:avLst/>
          </a:prstGeom>
        </p:spPr>
      </p:pic>
      <p:pic>
        <p:nvPicPr>
          <p:cNvPr id="11" name="Picture 10">
            <a:extLst>
              <a:ext uri="{FF2B5EF4-FFF2-40B4-BE49-F238E27FC236}">
                <a16:creationId xmlns:a16="http://schemas.microsoft.com/office/drawing/2014/main" id="{ED955E6F-ECF4-4767-4C7B-5A4BF9F872DD}"/>
              </a:ext>
            </a:extLst>
          </p:cNvPr>
          <p:cNvPicPr>
            <a:picLocks noChangeAspect="1"/>
          </p:cNvPicPr>
          <p:nvPr/>
        </p:nvPicPr>
        <p:blipFill>
          <a:blip r:embed="rId3"/>
          <a:stretch>
            <a:fillRect/>
          </a:stretch>
        </p:blipFill>
        <p:spPr>
          <a:xfrm>
            <a:off x="7692812" y="2562870"/>
            <a:ext cx="2999137" cy="1089947"/>
          </a:xfrm>
          <a:prstGeom prst="rect">
            <a:avLst/>
          </a:prstGeom>
        </p:spPr>
      </p:pic>
      <p:sp>
        <p:nvSpPr>
          <p:cNvPr id="6" name="TextBox 5">
            <a:extLst>
              <a:ext uri="{FF2B5EF4-FFF2-40B4-BE49-F238E27FC236}">
                <a16:creationId xmlns:a16="http://schemas.microsoft.com/office/drawing/2014/main" id="{8DE52B1E-68A5-C357-C776-B9E3AC6A539D}"/>
              </a:ext>
            </a:extLst>
          </p:cNvPr>
          <p:cNvSpPr txBox="1"/>
          <p:nvPr/>
        </p:nvSpPr>
        <p:spPr>
          <a:xfrm>
            <a:off x="1287393" y="4433977"/>
            <a:ext cx="9404556" cy="707886"/>
          </a:xfrm>
          <a:prstGeom prst="rect">
            <a:avLst/>
          </a:prstGeom>
          <a:noFill/>
        </p:spPr>
        <p:txBody>
          <a:bodyPr wrap="square" rtlCol="0">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Insight:</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Prague generates the highest total invoice revenue (273.24), making it the top-performing city in sales.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05052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Google Shape;110;p4">
            <a:extLst>
              <a:ext uri="{FF2B5EF4-FFF2-40B4-BE49-F238E27FC236}">
                <a16:creationId xmlns:a16="http://schemas.microsoft.com/office/drawing/2014/main" id="{CAA045BF-95D0-2FA6-E7C1-EEF54D998AC8}"/>
              </a:ext>
            </a:extLst>
          </p:cNvPr>
          <p:cNvSpPr txBox="1">
            <a:spLocks/>
          </p:cNvSpPr>
          <p:nvPr/>
        </p:nvSpPr>
        <p:spPr>
          <a:xfrm>
            <a:off x="627676" y="254538"/>
            <a:ext cx="10836830" cy="1283888"/>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5. Who is the best customer? Write a query that returns the person who has spent the most money?</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(Best Customer = Highest Spending </a:t>
            </a:r>
            <a:r>
              <a:rPr lang="en-US" sz="2000" b="1"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sz="2000" b="1"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FrantiAiek</a:t>
            </a:r>
            <a:r>
              <a:rPr lang="en-US" sz="2000" b="1"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sz="2000" b="1"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WichterovAi</a:t>
            </a:r>
            <a:r>
              <a:rPr lang="en-US" sz="2000" b="1" dirty="0">
                <a:solidFill>
                  <a:schemeClr val="tx1"/>
                </a:solidFill>
                <a:latin typeface="Times New Roman" panose="02020603050405020304" pitchFamily="18" charset="0"/>
                <a:cs typeface="Times New Roman" panose="02020603050405020304" pitchFamily="18" charset="0"/>
              </a:rPr>
              <a:t>)</a:t>
            </a:r>
          </a:p>
        </p:txBody>
      </p:sp>
      <p:sp>
        <p:nvSpPr>
          <p:cNvPr id="3" name="Google Shape;110;p4">
            <a:extLst>
              <a:ext uri="{FF2B5EF4-FFF2-40B4-BE49-F238E27FC236}">
                <a16:creationId xmlns:a16="http://schemas.microsoft.com/office/drawing/2014/main" id="{46CAF3EF-F82F-1448-27A7-8E90AA878074}"/>
              </a:ext>
            </a:extLst>
          </p:cNvPr>
          <p:cNvSpPr txBox="1">
            <a:spLocks/>
          </p:cNvSpPr>
          <p:nvPr/>
        </p:nvSpPr>
        <p:spPr>
          <a:xfrm>
            <a:off x="110490" y="2968779"/>
            <a:ext cx="12081510" cy="59644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endParaRPr lang="en-US" sz="2000" b="1"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67632DE-B247-85EF-E49C-90E6EA46C828}"/>
              </a:ext>
            </a:extLst>
          </p:cNvPr>
          <p:cNvPicPr>
            <a:picLocks noChangeAspect="1"/>
          </p:cNvPicPr>
          <p:nvPr/>
        </p:nvPicPr>
        <p:blipFill>
          <a:blip r:embed="rId2"/>
          <a:stretch>
            <a:fillRect/>
          </a:stretch>
        </p:blipFill>
        <p:spPr>
          <a:xfrm>
            <a:off x="7124393" y="1995008"/>
            <a:ext cx="3439005" cy="815409"/>
          </a:xfrm>
          <a:prstGeom prst="rect">
            <a:avLst/>
          </a:prstGeom>
        </p:spPr>
      </p:pic>
      <p:pic>
        <p:nvPicPr>
          <p:cNvPr id="7" name="Picture 6">
            <a:extLst>
              <a:ext uri="{FF2B5EF4-FFF2-40B4-BE49-F238E27FC236}">
                <a16:creationId xmlns:a16="http://schemas.microsoft.com/office/drawing/2014/main" id="{447FA0F3-7F18-E1CA-B05A-F79DBF993B80}"/>
              </a:ext>
            </a:extLst>
          </p:cNvPr>
          <p:cNvPicPr>
            <a:picLocks noChangeAspect="1"/>
          </p:cNvPicPr>
          <p:nvPr/>
        </p:nvPicPr>
        <p:blipFill>
          <a:blip r:embed="rId3"/>
          <a:stretch>
            <a:fillRect/>
          </a:stretch>
        </p:blipFill>
        <p:spPr>
          <a:xfrm>
            <a:off x="1628602" y="1538426"/>
            <a:ext cx="4382112" cy="1728575"/>
          </a:xfrm>
          <a:prstGeom prst="rect">
            <a:avLst/>
          </a:prstGeom>
        </p:spPr>
      </p:pic>
      <p:sp>
        <p:nvSpPr>
          <p:cNvPr id="6" name="TextBox 5">
            <a:extLst>
              <a:ext uri="{FF2B5EF4-FFF2-40B4-BE49-F238E27FC236}">
                <a16:creationId xmlns:a16="http://schemas.microsoft.com/office/drawing/2014/main" id="{5B664B5E-B9B0-039B-B17B-ADBF558AF4AB}"/>
              </a:ext>
            </a:extLst>
          </p:cNvPr>
          <p:cNvSpPr txBox="1"/>
          <p:nvPr/>
        </p:nvSpPr>
        <p:spPr>
          <a:xfrm>
            <a:off x="1181820" y="3778370"/>
            <a:ext cx="9635706" cy="707886"/>
          </a:xfrm>
          <a:prstGeom prst="rect">
            <a:avLst/>
          </a:prstGeom>
          <a:noFill/>
        </p:spPr>
        <p:txBody>
          <a:bodyPr wrap="square" rtlCol="0">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Insight:</a:t>
            </a:r>
            <a:r>
              <a:rPr lang="en-US" sz="2000" dirty="0">
                <a:solidFill>
                  <a:srgbClr val="FF0000"/>
                </a:solidFill>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František </a:t>
            </a:r>
            <a:r>
              <a:rPr lang="en-US" sz="2000" b="1" dirty="0" err="1">
                <a:latin typeface="Times New Roman" panose="02020603050405020304" pitchFamily="18" charset="0"/>
                <a:cs typeface="Times New Roman" panose="02020603050405020304" pitchFamily="18" charset="0"/>
              </a:rPr>
              <a:t>Wichterlová</a:t>
            </a:r>
            <a:r>
              <a:rPr lang="en-US" sz="2000" b="1" dirty="0">
                <a:latin typeface="Times New Roman" panose="02020603050405020304" pitchFamily="18" charset="0"/>
                <a:cs typeface="Times New Roman" panose="02020603050405020304" pitchFamily="18" charset="0"/>
              </a:rPr>
              <a:t> is the best customer, having spent the highest total amount of 144.54 in the store.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34824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D7E996-76E0-8ECA-D018-78721294E729}"/>
              </a:ext>
            </a:extLst>
          </p:cNvPr>
          <p:cNvSpPr txBox="1"/>
          <p:nvPr/>
        </p:nvSpPr>
        <p:spPr>
          <a:xfrm>
            <a:off x="467360" y="568960"/>
            <a:ext cx="10979893" cy="1015663"/>
          </a:xfrm>
          <a:prstGeom prst="rect">
            <a:avLst/>
          </a:prstGeom>
          <a:noFill/>
        </p:spPr>
        <p:txBody>
          <a:bodyPr wrap="square">
            <a:spAutoFit/>
          </a:bodyPr>
          <a:lstStyle/>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6. Write a query to return the email, first name, last name, &amp; Genre of all Rock Music listeners in alphabetical order?</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(Rock genre music listeners)</a:t>
            </a:r>
          </a:p>
        </p:txBody>
      </p:sp>
      <p:pic>
        <p:nvPicPr>
          <p:cNvPr id="9" name="Picture 8">
            <a:extLst>
              <a:ext uri="{FF2B5EF4-FFF2-40B4-BE49-F238E27FC236}">
                <a16:creationId xmlns:a16="http://schemas.microsoft.com/office/drawing/2014/main" id="{84A7B0BC-D459-A648-DAC3-DBA8030AEC6A}"/>
              </a:ext>
            </a:extLst>
          </p:cNvPr>
          <p:cNvPicPr>
            <a:picLocks noChangeAspect="1"/>
          </p:cNvPicPr>
          <p:nvPr/>
        </p:nvPicPr>
        <p:blipFill>
          <a:blip r:embed="rId2"/>
          <a:stretch>
            <a:fillRect/>
          </a:stretch>
        </p:blipFill>
        <p:spPr>
          <a:xfrm>
            <a:off x="1193675" y="1774870"/>
            <a:ext cx="4510530" cy="2329957"/>
          </a:xfrm>
          <a:prstGeom prst="rect">
            <a:avLst/>
          </a:prstGeom>
        </p:spPr>
      </p:pic>
      <p:pic>
        <p:nvPicPr>
          <p:cNvPr id="11" name="Picture 10">
            <a:extLst>
              <a:ext uri="{FF2B5EF4-FFF2-40B4-BE49-F238E27FC236}">
                <a16:creationId xmlns:a16="http://schemas.microsoft.com/office/drawing/2014/main" id="{C07F04C0-98A5-8F36-874F-83907387981B}"/>
              </a:ext>
            </a:extLst>
          </p:cNvPr>
          <p:cNvPicPr>
            <a:picLocks noChangeAspect="1"/>
          </p:cNvPicPr>
          <p:nvPr/>
        </p:nvPicPr>
        <p:blipFill>
          <a:blip r:embed="rId3"/>
          <a:srcRect b="33105"/>
          <a:stretch>
            <a:fillRect/>
          </a:stretch>
        </p:blipFill>
        <p:spPr>
          <a:xfrm>
            <a:off x="7153445" y="1904289"/>
            <a:ext cx="4039164" cy="2071117"/>
          </a:xfrm>
          <a:prstGeom prst="rect">
            <a:avLst/>
          </a:prstGeom>
        </p:spPr>
      </p:pic>
      <p:sp>
        <p:nvSpPr>
          <p:cNvPr id="8" name="TextBox 7">
            <a:extLst>
              <a:ext uri="{FF2B5EF4-FFF2-40B4-BE49-F238E27FC236}">
                <a16:creationId xmlns:a16="http://schemas.microsoft.com/office/drawing/2014/main" id="{CD9BB1C1-F61B-7B10-F298-C43C06070EC2}"/>
              </a:ext>
            </a:extLst>
          </p:cNvPr>
          <p:cNvSpPr txBox="1"/>
          <p:nvPr/>
        </p:nvSpPr>
        <p:spPr>
          <a:xfrm>
            <a:off x="1193675" y="4649638"/>
            <a:ext cx="9917147" cy="923330"/>
          </a:xfrm>
          <a:prstGeom prst="rect">
            <a:avLst/>
          </a:prstGeom>
          <a:noFill/>
        </p:spPr>
        <p:txBody>
          <a:bodyPr wrap="square" rtlCol="0">
            <a:spAutoFit/>
          </a:bodyPr>
          <a:lstStyle/>
          <a:p>
            <a:pPr algn="ctr"/>
            <a:r>
              <a:rPr lang="en-US" altLang="en-US" sz="2000" b="1" dirty="0">
                <a:solidFill>
                  <a:srgbClr val="FF0000"/>
                </a:solidFill>
                <a:latin typeface="Times New Roman" panose="02020603050405020304" pitchFamily="18" charset="0"/>
                <a:cs typeface="Times New Roman" panose="02020603050405020304" pitchFamily="18" charset="0"/>
              </a:rPr>
              <a:t>Insight: </a:t>
            </a:r>
            <a:r>
              <a:rPr lang="en-US" altLang="en-US" sz="2000" b="1" dirty="0">
                <a:solidFill>
                  <a:schemeClr val="tx1"/>
                </a:solidFill>
                <a:latin typeface="Times New Roman" panose="02020603050405020304" pitchFamily="18" charset="0"/>
                <a:cs typeface="Times New Roman" panose="02020603050405020304" pitchFamily="18" charset="0"/>
              </a:rPr>
              <a:t>The analysis identifies customers who listen to Rock music, helping the store understand genre preferences and target Rock music fans effectively.</a:t>
            </a:r>
          </a:p>
          <a:p>
            <a:endParaRPr lang="en-IN" dirty="0"/>
          </a:p>
        </p:txBody>
      </p:sp>
    </p:spTree>
    <p:extLst>
      <p:ext uri="{BB962C8B-B14F-4D97-AF65-F5344CB8AC3E}">
        <p14:creationId xmlns:p14="http://schemas.microsoft.com/office/powerpoint/2010/main" val="38464350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Google Shape;110;p4">
            <a:extLst>
              <a:ext uri="{FF2B5EF4-FFF2-40B4-BE49-F238E27FC236}">
                <a16:creationId xmlns:a16="http://schemas.microsoft.com/office/drawing/2014/main" id="{0AB3E080-4AB5-BC24-9730-D79D1E9E9196}"/>
              </a:ext>
            </a:extLst>
          </p:cNvPr>
          <p:cNvSpPr txBox="1">
            <a:spLocks/>
          </p:cNvSpPr>
          <p:nvPr/>
        </p:nvSpPr>
        <p:spPr>
          <a:xfrm>
            <a:off x="0" y="151668"/>
            <a:ext cx="11886226" cy="69056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FF0000"/>
              </a:buClr>
              <a:buSzPts val="4400"/>
            </a:pPr>
            <a:endParaRPr lang="en-US" sz="2000" b="1" dirty="0">
              <a:solidFill>
                <a:srgbClr val="FF0000"/>
              </a:solidFill>
              <a:latin typeface="Times New Roman" panose="02020603050405020304" pitchFamily="18" charset="0"/>
              <a:cs typeface="Times New Roman" panose="02020603050405020304" pitchFamily="18" charset="0"/>
            </a:endParaRPr>
          </a:p>
          <a:p>
            <a:pPr algn="ctr">
              <a:buClr>
                <a:srgbClr val="FF0000"/>
              </a:buClr>
              <a:buSzPts val="4400"/>
            </a:pPr>
            <a:endParaRPr lang="en-US" sz="2000" b="1" dirty="0">
              <a:solidFill>
                <a:srgbClr val="FF0000"/>
              </a:solidFill>
              <a:latin typeface="Times New Roman" panose="02020603050405020304" pitchFamily="18" charset="0"/>
              <a:cs typeface="Times New Roman" panose="02020603050405020304" pitchFamily="18" charset="0"/>
            </a:endParaRPr>
          </a:p>
          <a:p>
            <a:pPr algn="ctr">
              <a:buClr>
                <a:srgbClr val="FF0000"/>
              </a:buClr>
              <a:buSzPts val="4400"/>
            </a:pPr>
            <a:endParaRPr lang="en-US" sz="2000" b="1" dirty="0">
              <a:solidFill>
                <a:srgbClr val="FF0000"/>
              </a:solidFill>
              <a:latin typeface="Times New Roman" panose="02020603050405020304" pitchFamily="18" charset="0"/>
              <a:cs typeface="Times New Roman" panose="02020603050405020304" pitchFamily="18" charset="0"/>
            </a:endParaRPr>
          </a:p>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7. Write a query that returns the Artist name and total track count of the top 10 rock bands ?</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(Top 10 Rock genre artists)</a:t>
            </a:r>
          </a:p>
        </p:txBody>
      </p:sp>
      <p:sp>
        <p:nvSpPr>
          <p:cNvPr id="3" name="Google Shape;110;p4">
            <a:extLst>
              <a:ext uri="{FF2B5EF4-FFF2-40B4-BE49-F238E27FC236}">
                <a16:creationId xmlns:a16="http://schemas.microsoft.com/office/drawing/2014/main" id="{F3B2A17E-3A76-8845-09F7-276258AB3496}"/>
              </a:ext>
            </a:extLst>
          </p:cNvPr>
          <p:cNvSpPr txBox="1">
            <a:spLocks/>
          </p:cNvSpPr>
          <p:nvPr/>
        </p:nvSpPr>
        <p:spPr>
          <a:xfrm>
            <a:off x="0" y="2764971"/>
            <a:ext cx="12081510" cy="81540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endParaRPr lang="en-US" sz="2000" b="1"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638E893-641D-236B-1C4E-10317A0C3326}"/>
              </a:ext>
            </a:extLst>
          </p:cNvPr>
          <p:cNvPicPr>
            <a:picLocks noChangeAspect="1"/>
          </p:cNvPicPr>
          <p:nvPr/>
        </p:nvPicPr>
        <p:blipFill>
          <a:blip r:embed="rId2"/>
          <a:stretch>
            <a:fillRect/>
          </a:stretch>
        </p:blipFill>
        <p:spPr>
          <a:xfrm>
            <a:off x="1693257" y="1596041"/>
            <a:ext cx="3772426" cy="1922738"/>
          </a:xfrm>
          <a:prstGeom prst="rect">
            <a:avLst/>
          </a:prstGeom>
        </p:spPr>
      </p:pic>
      <p:pic>
        <p:nvPicPr>
          <p:cNvPr id="7" name="Picture 6">
            <a:extLst>
              <a:ext uri="{FF2B5EF4-FFF2-40B4-BE49-F238E27FC236}">
                <a16:creationId xmlns:a16="http://schemas.microsoft.com/office/drawing/2014/main" id="{7D6DE657-5876-C8A8-C096-7840001695C8}"/>
              </a:ext>
            </a:extLst>
          </p:cNvPr>
          <p:cNvPicPr>
            <a:picLocks noChangeAspect="1"/>
          </p:cNvPicPr>
          <p:nvPr/>
        </p:nvPicPr>
        <p:blipFill>
          <a:blip r:embed="rId3"/>
          <a:stretch>
            <a:fillRect/>
          </a:stretch>
        </p:blipFill>
        <p:spPr>
          <a:xfrm>
            <a:off x="6726319" y="1596041"/>
            <a:ext cx="3858163" cy="2033068"/>
          </a:xfrm>
          <a:prstGeom prst="rect">
            <a:avLst/>
          </a:prstGeom>
        </p:spPr>
      </p:pic>
      <p:sp>
        <p:nvSpPr>
          <p:cNvPr id="9" name="TextBox 8">
            <a:extLst>
              <a:ext uri="{FF2B5EF4-FFF2-40B4-BE49-F238E27FC236}">
                <a16:creationId xmlns:a16="http://schemas.microsoft.com/office/drawing/2014/main" id="{4788D253-DF47-23F7-733A-4192C8C3C9FC}"/>
              </a:ext>
            </a:extLst>
          </p:cNvPr>
          <p:cNvSpPr txBox="1"/>
          <p:nvPr/>
        </p:nvSpPr>
        <p:spPr>
          <a:xfrm>
            <a:off x="957532" y="3881887"/>
            <a:ext cx="9842740" cy="1138773"/>
          </a:xfrm>
          <a:prstGeom prst="rect">
            <a:avLst/>
          </a:prstGeom>
          <a:noFill/>
        </p:spPr>
        <p:txBody>
          <a:bodyPr wrap="square" rtlCol="0">
            <a:spAutoFit/>
          </a:bodyPr>
          <a:lstStyle/>
          <a:p>
            <a:pPr algn="ctr"/>
            <a:endParaRPr lang="en-US" b="1" dirty="0"/>
          </a:p>
          <a:p>
            <a:pPr algn="ctr"/>
            <a:r>
              <a:rPr lang="en-US" sz="2000" b="1" dirty="0">
                <a:solidFill>
                  <a:srgbClr val="FF0000"/>
                </a:solidFill>
                <a:latin typeface="Times New Roman" panose="02020603050405020304" pitchFamily="18" charset="0"/>
                <a:cs typeface="Times New Roman" panose="02020603050405020304" pitchFamily="18" charset="0"/>
              </a:rPr>
              <a:t>Insight: </a:t>
            </a:r>
            <a:r>
              <a:rPr lang="en-US" sz="2000" b="1" dirty="0">
                <a:latin typeface="Times New Roman" panose="02020603050405020304" pitchFamily="18" charset="0"/>
                <a:cs typeface="Times New Roman" panose="02020603050405020304" pitchFamily="18" charset="0"/>
              </a:rPr>
              <a:t>The analysis identifies the top 10 Rock artists based on the number of tracks, with Led Zeppelin having the highest track count.</a:t>
            </a:r>
          </a:p>
          <a:p>
            <a:pPr algn="ctr"/>
            <a:endParaRPr lang="en-IN" b="1" dirty="0"/>
          </a:p>
        </p:txBody>
      </p:sp>
    </p:spTree>
    <p:extLst>
      <p:ext uri="{BB962C8B-B14F-4D97-AF65-F5344CB8AC3E}">
        <p14:creationId xmlns:p14="http://schemas.microsoft.com/office/powerpoint/2010/main" val="30294970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A77A6A-EF7D-53A2-332F-F601900885A4}"/>
              </a:ext>
            </a:extLst>
          </p:cNvPr>
          <p:cNvSpPr txBox="1"/>
          <p:nvPr/>
        </p:nvSpPr>
        <p:spPr>
          <a:xfrm>
            <a:off x="254000" y="497840"/>
            <a:ext cx="11765280" cy="1015663"/>
          </a:xfrm>
          <a:prstGeom prst="rect">
            <a:avLst/>
          </a:prstGeom>
          <a:noFill/>
        </p:spPr>
        <p:txBody>
          <a:bodyPr wrap="square">
            <a:spAutoFit/>
          </a:bodyPr>
          <a:lstStyle/>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8. Return all the track names that have a song length longer than the average song length.- Return the Name and Milliseconds for each track. Order by the song length, with the longest songs listed first?</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(Tracks longer than average song length)</a:t>
            </a:r>
          </a:p>
        </p:txBody>
      </p:sp>
      <p:pic>
        <p:nvPicPr>
          <p:cNvPr id="11" name="Picture 10">
            <a:extLst>
              <a:ext uri="{FF2B5EF4-FFF2-40B4-BE49-F238E27FC236}">
                <a16:creationId xmlns:a16="http://schemas.microsoft.com/office/drawing/2014/main" id="{1EE00662-2112-9B35-295F-FED832BE5337}"/>
              </a:ext>
            </a:extLst>
          </p:cNvPr>
          <p:cNvPicPr>
            <a:picLocks noChangeAspect="1"/>
          </p:cNvPicPr>
          <p:nvPr/>
        </p:nvPicPr>
        <p:blipFill>
          <a:blip r:embed="rId2"/>
          <a:stretch>
            <a:fillRect/>
          </a:stretch>
        </p:blipFill>
        <p:spPr>
          <a:xfrm>
            <a:off x="2156016" y="1929236"/>
            <a:ext cx="3200847" cy="1660836"/>
          </a:xfrm>
          <a:prstGeom prst="rect">
            <a:avLst/>
          </a:prstGeom>
        </p:spPr>
      </p:pic>
      <p:pic>
        <p:nvPicPr>
          <p:cNvPr id="13" name="Picture 12">
            <a:extLst>
              <a:ext uri="{FF2B5EF4-FFF2-40B4-BE49-F238E27FC236}">
                <a16:creationId xmlns:a16="http://schemas.microsoft.com/office/drawing/2014/main" id="{EAC4B7A2-2966-6C3B-2DC1-007DEB2D3BF4}"/>
              </a:ext>
            </a:extLst>
          </p:cNvPr>
          <p:cNvPicPr>
            <a:picLocks noChangeAspect="1"/>
          </p:cNvPicPr>
          <p:nvPr/>
        </p:nvPicPr>
        <p:blipFill>
          <a:blip r:embed="rId3"/>
          <a:stretch>
            <a:fillRect/>
          </a:stretch>
        </p:blipFill>
        <p:spPr>
          <a:xfrm>
            <a:off x="6924675" y="1748081"/>
            <a:ext cx="2886478" cy="2448267"/>
          </a:xfrm>
          <a:prstGeom prst="rect">
            <a:avLst/>
          </a:prstGeom>
        </p:spPr>
      </p:pic>
      <p:sp>
        <p:nvSpPr>
          <p:cNvPr id="5" name="TextBox 4">
            <a:extLst>
              <a:ext uri="{FF2B5EF4-FFF2-40B4-BE49-F238E27FC236}">
                <a16:creationId xmlns:a16="http://schemas.microsoft.com/office/drawing/2014/main" id="{B385431E-D150-B432-BA7D-99FFD307FD72}"/>
              </a:ext>
            </a:extLst>
          </p:cNvPr>
          <p:cNvSpPr txBox="1"/>
          <p:nvPr/>
        </p:nvSpPr>
        <p:spPr>
          <a:xfrm>
            <a:off x="767751" y="4459857"/>
            <a:ext cx="10558732" cy="707886"/>
          </a:xfrm>
          <a:prstGeom prst="rect">
            <a:avLst/>
          </a:prstGeom>
          <a:noFill/>
        </p:spPr>
        <p:txBody>
          <a:bodyPr wrap="square" rtlCol="0">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Insight:</a:t>
            </a:r>
            <a:r>
              <a:rPr lang="en-US" sz="2000" b="1" dirty="0">
                <a:latin typeface="Times New Roman" panose="02020603050405020304" pitchFamily="18" charset="0"/>
                <a:cs typeface="Times New Roman" panose="02020603050405020304" pitchFamily="18" charset="0"/>
              </a:rPr>
              <a:t> The query identifies tracks that are longer than the average song length, highlighting the longest songs in the music store database.</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15719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4C65DC-2B45-5A91-1EBA-0277CDB5EF4D}"/>
              </a:ext>
            </a:extLst>
          </p:cNvPr>
          <p:cNvPicPr>
            <a:picLocks noChangeAspect="1"/>
          </p:cNvPicPr>
          <p:nvPr/>
        </p:nvPicPr>
        <p:blipFill>
          <a:blip r:embed="rId2"/>
          <a:stretch>
            <a:fillRect/>
          </a:stretch>
        </p:blipFill>
        <p:spPr>
          <a:xfrm>
            <a:off x="765699" y="1568896"/>
            <a:ext cx="5572903" cy="2092676"/>
          </a:xfrm>
          <a:prstGeom prst="rect">
            <a:avLst/>
          </a:prstGeom>
          <a:noFill/>
        </p:spPr>
      </p:pic>
      <p:sp>
        <p:nvSpPr>
          <p:cNvPr id="4" name="Google Shape;110;p4">
            <a:extLst>
              <a:ext uri="{FF2B5EF4-FFF2-40B4-BE49-F238E27FC236}">
                <a16:creationId xmlns:a16="http://schemas.microsoft.com/office/drawing/2014/main" id="{B219BDC3-8F0A-26BB-EB34-F5877A26EB0B}"/>
              </a:ext>
            </a:extLst>
          </p:cNvPr>
          <p:cNvSpPr txBox="1">
            <a:spLocks/>
          </p:cNvSpPr>
          <p:nvPr/>
        </p:nvSpPr>
        <p:spPr>
          <a:xfrm>
            <a:off x="627676" y="254538"/>
            <a:ext cx="10845456" cy="81540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FF0000"/>
              </a:buClr>
              <a:buSzPts val="4400"/>
            </a:pPr>
            <a:endParaRPr lang="en-US" sz="2000" b="1" dirty="0">
              <a:solidFill>
                <a:srgbClr val="FF0000"/>
              </a:solidFill>
              <a:latin typeface="Times New Roman" panose="02020603050405020304" pitchFamily="18" charset="0"/>
              <a:cs typeface="Times New Roman" panose="02020603050405020304" pitchFamily="18" charset="0"/>
            </a:endParaRPr>
          </a:p>
          <a:p>
            <a:pPr algn="ctr">
              <a:buClr>
                <a:srgbClr val="FF0000"/>
              </a:buClr>
              <a:buSzPts val="4400"/>
            </a:pPr>
            <a:endParaRPr lang="en-US" sz="2000" b="1" dirty="0">
              <a:solidFill>
                <a:srgbClr val="FF0000"/>
              </a:solidFill>
              <a:latin typeface="Times New Roman" panose="02020603050405020304" pitchFamily="18" charset="0"/>
              <a:cs typeface="Times New Roman" panose="02020603050405020304" pitchFamily="18" charset="0"/>
            </a:endParaRPr>
          </a:p>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9. Find how much amount is spent by each customer on artists? Write a query to return customer name, artist name and total spent?</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(Customer spending on artist)</a:t>
            </a:r>
          </a:p>
        </p:txBody>
      </p:sp>
      <p:pic>
        <p:nvPicPr>
          <p:cNvPr id="7" name="Picture 6">
            <a:extLst>
              <a:ext uri="{FF2B5EF4-FFF2-40B4-BE49-F238E27FC236}">
                <a16:creationId xmlns:a16="http://schemas.microsoft.com/office/drawing/2014/main" id="{60A0597A-C75D-3667-78E9-E150FCB5E3C4}"/>
              </a:ext>
            </a:extLst>
          </p:cNvPr>
          <p:cNvPicPr>
            <a:picLocks noChangeAspect="1"/>
          </p:cNvPicPr>
          <p:nvPr/>
        </p:nvPicPr>
        <p:blipFill>
          <a:blip r:embed="rId3"/>
          <a:stretch>
            <a:fillRect/>
          </a:stretch>
        </p:blipFill>
        <p:spPr>
          <a:xfrm>
            <a:off x="7245040" y="1568896"/>
            <a:ext cx="3781953" cy="2048280"/>
          </a:xfrm>
          <a:prstGeom prst="rect">
            <a:avLst/>
          </a:prstGeom>
        </p:spPr>
      </p:pic>
      <p:sp>
        <p:nvSpPr>
          <p:cNvPr id="6" name="TextBox 5">
            <a:extLst>
              <a:ext uri="{FF2B5EF4-FFF2-40B4-BE49-F238E27FC236}">
                <a16:creationId xmlns:a16="http://schemas.microsoft.com/office/drawing/2014/main" id="{C92CC8D4-2AF2-7CF3-F227-1FA77E5073F2}"/>
              </a:ext>
            </a:extLst>
          </p:cNvPr>
          <p:cNvSpPr txBox="1"/>
          <p:nvPr/>
        </p:nvSpPr>
        <p:spPr>
          <a:xfrm>
            <a:off x="765699" y="4287328"/>
            <a:ext cx="10353750" cy="707886"/>
          </a:xfrm>
          <a:prstGeom prst="rect">
            <a:avLst/>
          </a:prstGeom>
          <a:noFill/>
        </p:spPr>
        <p:txBody>
          <a:bodyPr wrap="square" rtlCol="0">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Insight: </a:t>
            </a:r>
            <a:r>
              <a:rPr lang="en-US" sz="2000" b="1" dirty="0">
                <a:latin typeface="Times New Roman" panose="02020603050405020304" pitchFamily="18" charset="0"/>
                <a:cs typeface="Times New Roman" panose="02020603050405020304" pitchFamily="18" charset="0"/>
              </a:rPr>
              <a:t>This analysis shows how much each customer spends on different artists, helping identify popular artists and customer purchasing patterns.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5488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0E34DD-DBCB-2394-44A9-9A51735A7354}"/>
              </a:ext>
            </a:extLst>
          </p:cNvPr>
          <p:cNvSpPr txBox="1"/>
          <p:nvPr/>
        </p:nvSpPr>
        <p:spPr>
          <a:xfrm>
            <a:off x="436880" y="589280"/>
            <a:ext cx="11186160" cy="1015663"/>
          </a:xfrm>
          <a:prstGeom prst="rect">
            <a:avLst/>
          </a:prstGeom>
          <a:noFill/>
        </p:spPr>
        <p:txBody>
          <a:bodyPr wrap="square">
            <a:spAutoFit/>
          </a:bodyPr>
          <a:lstStyle/>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10. Write a query that returns each country along with the top Genre. For countries where the maximum number of purchases is shared, return all Genres?</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a:solidFill>
                  <a:schemeClr val="tx1"/>
                </a:solidFill>
                <a:latin typeface="Times New Roman" panose="02020603050405020304" pitchFamily="18" charset="0"/>
                <a:cs typeface="Times New Roman" panose="02020603050405020304" pitchFamily="18" charset="0"/>
              </a:rPr>
              <a:t>(Most popular genre by country)</a:t>
            </a:r>
          </a:p>
        </p:txBody>
      </p:sp>
      <p:pic>
        <p:nvPicPr>
          <p:cNvPr id="9" name="Picture 8">
            <a:extLst>
              <a:ext uri="{FF2B5EF4-FFF2-40B4-BE49-F238E27FC236}">
                <a16:creationId xmlns:a16="http://schemas.microsoft.com/office/drawing/2014/main" id="{4D44BC4C-E74B-B468-4546-8942C9B81970}"/>
              </a:ext>
            </a:extLst>
          </p:cNvPr>
          <p:cNvPicPr>
            <a:picLocks noChangeAspect="1"/>
          </p:cNvPicPr>
          <p:nvPr/>
        </p:nvPicPr>
        <p:blipFill>
          <a:blip r:embed="rId2"/>
          <a:stretch>
            <a:fillRect/>
          </a:stretch>
        </p:blipFill>
        <p:spPr>
          <a:xfrm>
            <a:off x="1072128" y="1919515"/>
            <a:ext cx="4324954" cy="2572337"/>
          </a:xfrm>
          <a:prstGeom prst="rect">
            <a:avLst/>
          </a:prstGeom>
        </p:spPr>
      </p:pic>
      <p:pic>
        <p:nvPicPr>
          <p:cNvPr id="11" name="Picture 10">
            <a:extLst>
              <a:ext uri="{FF2B5EF4-FFF2-40B4-BE49-F238E27FC236}">
                <a16:creationId xmlns:a16="http://schemas.microsoft.com/office/drawing/2014/main" id="{88D50C06-1C14-1561-3B70-426B019F509F}"/>
              </a:ext>
            </a:extLst>
          </p:cNvPr>
          <p:cNvPicPr>
            <a:picLocks noChangeAspect="1"/>
          </p:cNvPicPr>
          <p:nvPr/>
        </p:nvPicPr>
        <p:blipFill>
          <a:blip r:embed="rId3"/>
          <a:stretch>
            <a:fillRect/>
          </a:stretch>
        </p:blipFill>
        <p:spPr>
          <a:xfrm>
            <a:off x="6511596" y="2162553"/>
            <a:ext cx="4706007" cy="1857634"/>
          </a:xfrm>
          <a:prstGeom prst="rect">
            <a:avLst/>
          </a:prstGeom>
        </p:spPr>
      </p:pic>
      <p:sp>
        <p:nvSpPr>
          <p:cNvPr id="4" name="TextBox 3">
            <a:extLst>
              <a:ext uri="{FF2B5EF4-FFF2-40B4-BE49-F238E27FC236}">
                <a16:creationId xmlns:a16="http://schemas.microsoft.com/office/drawing/2014/main" id="{3A4D8F22-BD9C-1599-2121-12BC88FF0AC9}"/>
              </a:ext>
            </a:extLst>
          </p:cNvPr>
          <p:cNvSpPr txBox="1"/>
          <p:nvPr/>
        </p:nvSpPr>
        <p:spPr>
          <a:xfrm>
            <a:off x="1072128" y="4899804"/>
            <a:ext cx="10047321" cy="646331"/>
          </a:xfrm>
          <a:prstGeom prst="rect">
            <a:avLst/>
          </a:prstGeom>
          <a:noFill/>
        </p:spPr>
        <p:txBody>
          <a:bodyPr wrap="square" rtlCol="0">
            <a:spAutoFit/>
          </a:bodyPr>
          <a:lstStyle/>
          <a:p>
            <a:pPr algn="ctr"/>
            <a:r>
              <a:rPr lang="en-US" sz="1800" b="1" dirty="0">
                <a:solidFill>
                  <a:srgbClr val="FF0000"/>
                </a:solidFill>
                <a:latin typeface="Times New Roman" panose="02020603050405020304" pitchFamily="18" charset="0"/>
                <a:cs typeface="Times New Roman" panose="02020603050405020304" pitchFamily="18" charset="0"/>
              </a:rPr>
              <a:t>Insight:</a:t>
            </a:r>
            <a:r>
              <a:rPr lang="en-US" sz="1800" b="1" dirty="0">
                <a:latin typeface="Times New Roman" panose="02020603050405020304" pitchFamily="18" charset="0"/>
                <a:cs typeface="Times New Roman" panose="02020603050405020304" pitchFamily="18" charset="0"/>
              </a:rPr>
              <a:t> The analysis identifies the most popular music genre in each country based on the highest number of purchases.</a:t>
            </a:r>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24361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D4C2F6-0C2D-838F-EE04-ABB5DB181E53}"/>
              </a:ext>
            </a:extLst>
          </p:cNvPr>
          <p:cNvPicPr>
            <a:picLocks noChangeAspect="1"/>
          </p:cNvPicPr>
          <p:nvPr/>
        </p:nvPicPr>
        <p:blipFill>
          <a:blip r:embed="rId2"/>
          <a:stretch>
            <a:fillRect/>
          </a:stretch>
        </p:blipFill>
        <p:spPr>
          <a:xfrm>
            <a:off x="668440" y="1815886"/>
            <a:ext cx="6230639" cy="2324424"/>
          </a:xfrm>
          <a:prstGeom prst="rect">
            <a:avLst/>
          </a:prstGeom>
        </p:spPr>
      </p:pic>
      <p:sp>
        <p:nvSpPr>
          <p:cNvPr id="2" name="Google Shape;110;p4">
            <a:extLst>
              <a:ext uri="{FF2B5EF4-FFF2-40B4-BE49-F238E27FC236}">
                <a16:creationId xmlns:a16="http://schemas.microsoft.com/office/drawing/2014/main" id="{A5C256BC-F1AF-C508-84FF-366EA6A47305}"/>
              </a:ext>
            </a:extLst>
          </p:cNvPr>
          <p:cNvSpPr txBox="1">
            <a:spLocks/>
          </p:cNvSpPr>
          <p:nvPr/>
        </p:nvSpPr>
        <p:spPr>
          <a:xfrm>
            <a:off x="129396" y="362309"/>
            <a:ext cx="11756830" cy="1078672"/>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11. Write a query that returns the country along with the top customer and how much they spent. For countries where the top amount spent is shared, provide all customers who spent this amount?</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(Top customer per country)</a:t>
            </a:r>
          </a:p>
        </p:txBody>
      </p:sp>
      <p:pic>
        <p:nvPicPr>
          <p:cNvPr id="8" name="Picture 7">
            <a:extLst>
              <a:ext uri="{FF2B5EF4-FFF2-40B4-BE49-F238E27FC236}">
                <a16:creationId xmlns:a16="http://schemas.microsoft.com/office/drawing/2014/main" id="{9A0B9FF3-2B66-F443-1F38-482DF9A55A1C}"/>
              </a:ext>
            </a:extLst>
          </p:cNvPr>
          <p:cNvPicPr>
            <a:picLocks noChangeAspect="1"/>
          </p:cNvPicPr>
          <p:nvPr/>
        </p:nvPicPr>
        <p:blipFill>
          <a:blip r:embed="rId3"/>
          <a:stretch>
            <a:fillRect/>
          </a:stretch>
        </p:blipFill>
        <p:spPr>
          <a:xfrm>
            <a:off x="7195406" y="1815886"/>
            <a:ext cx="4328154" cy="2324424"/>
          </a:xfrm>
          <a:prstGeom prst="rect">
            <a:avLst/>
          </a:prstGeom>
        </p:spPr>
      </p:pic>
      <p:sp>
        <p:nvSpPr>
          <p:cNvPr id="4" name="TextBox 3">
            <a:extLst>
              <a:ext uri="{FF2B5EF4-FFF2-40B4-BE49-F238E27FC236}">
                <a16:creationId xmlns:a16="http://schemas.microsoft.com/office/drawing/2014/main" id="{2CC3FC77-094B-941F-0D56-5E9B9ED32DA5}"/>
              </a:ext>
            </a:extLst>
          </p:cNvPr>
          <p:cNvSpPr txBox="1"/>
          <p:nvPr/>
        </p:nvSpPr>
        <p:spPr>
          <a:xfrm>
            <a:off x="705156" y="4658264"/>
            <a:ext cx="10781688" cy="923330"/>
          </a:xfrm>
          <a:prstGeom prst="rect">
            <a:avLst/>
          </a:prstGeom>
          <a:noFill/>
        </p:spPr>
        <p:txBody>
          <a:bodyPr wrap="square" rtlCol="0">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Insight:</a:t>
            </a:r>
            <a:r>
              <a:rPr lang="en-US" sz="2000" b="1" dirty="0">
                <a:latin typeface="Times New Roman" panose="02020603050405020304" pitchFamily="18" charset="0"/>
                <a:cs typeface="Times New Roman" panose="02020603050405020304" pitchFamily="18" charset="0"/>
              </a:rPr>
              <a:t> The analysis identifies the top-spending customer in each country, helping understand customer value across different regions.</a:t>
            </a:r>
          </a:p>
          <a:p>
            <a:endParaRPr lang="en-IN" dirty="0"/>
          </a:p>
        </p:txBody>
      </p:sp>
    </p:spTree>
    <p:extLst>
      <p:ext uri="{BB962C8B-B14F-4D97-AF65-F5344CB8AC3E}">
        <p14:creationId xmlns:p14="http://schemas.microsoft.com/office/powerpoint/2010/main" val="2530199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Google Shape;110;p4">
            <a:extLst>
              <a:ext uri="{FF2B5EF4-FFF2-40B4-BE49-F238E27FC236}">
                <a16:creationId xmlns:a16="http://schemas.microsoft.com/office/drawing/2014/main" id="{8174A2E1-7D10-68E1-26BC-C70F82A26196}"/>
              </a:ext>
            </a:extLst>
          </p:cNvPr>
          <p:cNvSpPr txBox="1">
            <a:spLocks/>
          </p:cNvSpPr>
          <p:nvPr/>
        </p:nvSpPr>
        <p:spPr>
          <a:xfrm>
            <a:off x="4392766" y="407057"/>
            <a:ext cx="3406467" cy="81540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90000"/>
              </a:lnSpc>
              <a:buClr>
                <a:srgbClr val="FF0000"/>
              </a:buClr>
              <a:buSzPts val="4400"/>
              <a:buFont typeface="Calibri"/>
              <a:buNone/>
            </a:pPr>
            <a:r>
              <a:rPr lang="en-IN" sz="4400" b="1" u="sng" dirty="0">
                <a:solidFill>
                  <a:srgbClr val="C00000"/>
                </a:solidFill>
                <a:latin typeface="Times New Roman" panose="02020603050405020304" pitchFamily="18" charset="0"/>
                <a:cs typeface="Times New Roman" panose="02020603050405020304" pitchFamily="18" charset="0"/>
              </a:rPr>
              <a:t>Key </a:t>
            </a:r>
            <a:r>
              <a:rPr lang="en-IN" sz="4400" b="1" u="sng" dirty="0">
                <a:solidFill>
                  <a:schemeClr val="tx1"/>
                </a:solidFill>
                <a:latin typeface="Times New Roman" panose="02020603050405020304" pitchFamily="18" charset="0"/>
                <a:cs typeface="Times New Roman" panose="02020603050405020304" pitchFamily="18" charset="0"/>
              </a:rPr>
              <a:t>Insights</a:t>
            </a:r>
          </a:p>
        </p:txBody>
      </p:sp>
      <p:sp>
        <p:nvSpPr>
          <p:cNvPr id="3" name="Text Placeholder 2">
            <a:extLst>
              <a:ext uri="{FF2B5EF4-FFF2-40B4-BE49-F238E27FC236}">
                <a16:creationId xmlns:a16="http://schemas.microsoft.com/office/drawing/2014/main" id="{74E3E9CE-39C0-E577-3CDB-41885B2F31A4}"/>
              </a:ext>
            </a:extLst>
          </p:cNvPr>
          <p:cNvSpPr txBox="1">
            <a:spLocks/>
          </p:cNvSpPr>
          <p:nvPr/>
        </p:nvSpPr>
        <p:spPr>
          <a:xfrm>
            <a:off x="849086" y="1500595"/>
            <a:ext cx="10786110" cy="4682490"/>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buClr>
                <a:srgbClr val="C00000"/>
              </a:buClr>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Top-performing employees</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customers</a:t>
            </a:r>
            <a:r>
              <a:rPr lang="en-US" sz="2400" dirty="0">
                <a:latin typeface="Times New Roman" panose="02020603050405020304" pitchFamily="18" charset="0"/>
                <a:cs typeface="Times New Roman" panose="02020603050405020304" pitchFamily="18" charset="0"/>
              </a:rPr>
              <a:t> are identifiable for rewards.</a:t>
            </a:r>
          </a:p>
          <a:p>
            <a:pPr marL="457200" indent="-457200">
              <a:buClr>
                <a:srgbClr val="C00000"/>
              </a:buClr>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Revenue hotspots</a:t>
            </a:r>
            <a:r>
              <a:rPr lang="en-US" sz="2400" dirty="0">
                <a:latin typeface="Times New Roman" panose="02020603050405020304" pitchFamily="18" charset="0"/>
                <a:cs typeface="Times New Roman" panose="02020603050405020304" pitchFamily="18" charset="0"/>
              </a:rPr>
              <a:t> (countries &amp; cities) can guide </a:t>
            </a:r>
            <a:r>
              <a:rPr lang="en-US" sz="2400" b="1" dirty="0">
                <a:latin typeface="Times New Roman" panose="02020603050405020304" pitchFamily="18" charset="0"/>
                <a:cs typeface="Times New Roman" panose="02020603050405020304" pitchFamily="18" charset="0"/>
              </a:rPr>
              <a:t>marketing campaigns and events</a:t>
            </a:r>
            <a:r>
              <a:rPr lang="en-US" sz="2400" dirty="0">
                <a:latin typeface="Times New Roman" panose="02020603050405020304" pitchFamily="18" charset="0"/>
                <a:cs typeface="Times New Roman" panose="02020603050405020304" pitchFamily="18" charset="0"/>
              </a:rPr>
              <a:t>.</a:t>
            </a:r>
          </a:p>
          <a:p>
            <a:pPr marL="457200" indent="-457200">
              <a:buClr>
                <a:srgbClr val="C00000"/>
              </a:buClr>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Genre &amp; artist popularity</a:t>
            </a:r>
            <a:r>
              <a:rPr lang="en-US" sz="2400" dirty="0">
                <a:latin typeface="Times New Roman" panose="02020603050405020304" pitchFamily="18" charset="0"/>
                <a:cs typeface="Times New Roman" panose="02020603050405020304" pitchFamily="18" charset="0"/>
              </a:rPr>
              <a:t> informs </a:t>
            </a:r>
            <a:r>
              <a:rPr lang="en-US" sz="2400" b="1" dirty="0">
                <a:latin typeface="Times New Roman" panose="02020603050405020304" pitchFamily="18" charset="0"/>
                <a:cs typeface="Times New Roman" panose="02020603050405020304" pitchFamily="18" charset="0"/>
              </a:rPr>
              <a:t>stocking decisions, playlist curation, and event planning</a:t>
            </a:r>
            <a:r>
              <a:rPr lang="en-US" sz="2400" dirty="0">
                <a:latin typeface="Times New Roman" panose="02020603050405020304" pitchFamily="18" charset="0"/>
                <a:cs typeface="Times New Roman" panose="02020603050405020304" pitchFamily="18" charset="0"/>
              </a:rPr>
              <a:t>.</a:t>
            </a:r>
          </a:p>
          <a:p>
            <a:pPr marL="457200" indent="-457200">
              <a:buClr>
                <a:srgbClr val="C00000"/>
              </a:buClr>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High-value invoices and loyal customers</a:t>
            </a:r>
            <a:r>
              <a:rPr lang="en-US" sz="2400" dirty="0">
                <a:latin typeface="Times New Roman" panose="02020603050405020304" pitchFamily="18" charset="0"/>
                <a:cs typeface="Times New Roman" panose="02020603050405020304" pitchFamily="18" charset="0"/>
              </a:rPr>
              <a:t> provide opportunities for </a:t>
            </a:r>
            <a:r>
              <a:rPr lang="en-US" sz="2400" b="1" dirty="0">
                <a:latin typeface="Times New Roman" panose="02020603050405020304" pitchFamily="18" charset="0"/>
                <a:cs typeface="Times New Roman" panose="02020603050405020304" pitchFamily="18" charset="0"/>
              </a:rPr>
              <a:t>VIP programs and upselling</a:t>
            </a:r>
            <a:r>
              <a:rPr lang="en-US" sz="2400" dirty="0">
                <a:latin typeface="Times New Roman" panose="02020603050405020304" pitchFamily="18" charset="0"/>
                <a:cs typeface="Times New Roman" panose="02020603050405020304" pitchFamily="18" charset="0"/>
              </a:rPr>
              <a:t>.</a:t>
            </a:r>
          </a:p>
          <a:p>
            <a:pPr marL="457200" indent="-457200">
              <a:buClr>
                <a:srgbClr val="C00000"/>
              </a:buClr>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Data reveals patterns in </a:t>
            </a:r>
            <a:r>
              <a:rPr lang="en-US" sz="2400" b="1" dirty="0">
                <a:latin typeface="Times New Roman" panose="02020603050405020304" pitchFamily="18" charset="0"/>
                <a:cs typeface="Times New Roman" panose="02020603050405020304" pitchFamily="18" charset="0"/>
              </a:rPr>
              <a:t>customer spending behavior</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music preferences</a:t>
            </a:r>
            <a:r>
              <a:rPr lang="en-US" sz="2400" dirty="0">
                <a:latin typeface="Times New Roman" panose="02020603050405020304" pitchFamily="18" charset="0"/>
                <a:cs typeface="Times New Roman" panose="02020603050405020304" pitchFamily="18" charset="0"/>
              </a:rPr>
              <a:t>, which can fuel </a:t>
            </a:r>
            <a:r>
              <a:rPr lang="en-US" sz="2400" b="1" dirty="0">
                <a:latin typeface="Times New Roman" panose="02020603050405020304" pitchFamily="18" charset="0"/>
                <a:cs typeface="Times New Roman" panose="02020603050405020304" pitchFamily="18" charset="0"/>
              </a:rPr>
              <a:t>data-driven marketing strategies</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624113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4410D5-8823-4486-2602-A0345A794E81}"/>
              </a:ext>
            </a:extLst>
          </p:cNvPr>
          <p:cNvSpPr txBox="1"/>
          <p:nvPr/>
        </p:nvSpPr>
        <p:spPr>
          <a:xfrm>
            <a:off x="1235528" y="1249702"/>
            <a:ext cx="10417629" cy="3785652"/>
          </a:xfrm>
          <a:prstGeom prst="rect">
            <a:avLst/>
          </a:prstGeom>
          <a:noFill/>
        </p:spPr>
        <p:txBody>
          <a:bodyPr wrap="square">
            <a:spAutoFit/>
          </a:bodyPr>
          <a:lstStyle/>
          <a:p>
            <a:pPr>
              <a:buNone/>
            </a:pPr>
            <a:r>
              <a:rPr lang="en-US" sz="2400" dirty="0">
                <a:latin typeface="Times New Roman" panose="02020603050405020304" pitchFamily="18" charset="0"/>
                <a:cs typeface="Times New Roman" panose="02020603050405020304" pitchFamily="18" charset="0"/>
              </a:rPr>
              <a:t>This initiative demonstrates how SQL can be harnessed to transform raw transactional data into actionable business insights. Through the analysis:</a:t>
            </a:r>
          </a:p>
          <a:p>
            <a:pPr marL="285750" indent="-285750">
              <a:buClr>
                <a:srgbClr val="C00000"/>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Customer behavior patterns</a:t>
            </a:r>
            <a:r>
              <a:rPr lang="en-US" sz="2400" dirty="0">
                <a:latin typeface="Times New Roman" panose="02020603050405020304" pitchFamily="18" charset="0"/>
                <a:cs typeface="Times New Roman" panose="02020603050405020304" pitchFamily="18" charset="0"/>
              </a:rPr>
              <a:t> were uncovered, revealing high-value customers and genre preferences.</a:t>
            </a:r>
          </a:p>
          <a:p>
            <a:pPr marL="285750" indent="-285750">
              <a:buClr>
                <a:srgbClr val="C00000"/>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Revenue performance</a:t>
            </a:r>
            <a:r>
              <a:rPr lang="en-US" sz="2400" dirty="0">
                <a:latin typeface="Times New Roman" panose="02020603050405020304" pitchFamily="18" charset="0"/>
                <a:cs typeface="Times New Roman" panose="02020603050405020304" pitchFamily="18" charset="0"/>
              </a:rPr>
              <a:t> was tracked and evaluated, identifying top-performing cities, countries, and invoices.</a:t>
            </a:r>
          </a:p>
          <a:p>
            <a:pPr marL="285750" indent="-285750">
              <a:buClr>
                <a:srgbClr val="C00000"/>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Market and music preferences</a:t>
            </a:r>
            <a:r>
              <a:rPr lang="en-US" sz="2400" dirty="0">
                <a:latin typeface="Times New Roman" panose="02020603050405020304" pitchFamily="18" charset="0"/>
                <a:cs typeface="Times New Roman" panose="02020603050405020304" pitchFamily="18" charset="0"/>
              </a:rPr>
              <a:t> were analyzed, highlighting popular genres and top artists in the catalog.</a:t>
            </a:r>
          </a:p>
          <a:p>
            <a:pPr marL="285750" indent="-285750">
              <a:buClr>
                <a:srgbClr val="C00000"/>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Strategic opportunities</a:t>
            </a:r>
            <a:r>
              <a:rPr lang="en-US" sz="2400" dirty="0">
                <a:latin typeface="Times New Roman" panose="02020603050405020304" pitchFamily="18" charset="0"/>
                <a:cs typeface="Times New Roman" panose="02020603050405020304" pitchFamily="18" charset="0"/>
              </a:rPr>
              <a:t> were identified, providing a foundation for targeted marketing, promotions, and event planning.</a:t>
            </a:r>
          </a:p>
        </p:txBody>
      </p:sp>
      <p:sp>
        <p:nvSpPr>
          <p:cNvPr id="4" name="Google Shape;110;p4">
            <a:extLst>
              <a:ext uri="{FF2B5EF4-FFF2-40B4-BE49-F238E27FC236}">
                <a16:creationId xmlns:a16="http://schemas.microsoft.com/office/drawing/2014/main" id="{596F3710-A87D-50F9-D8F9-58F6C8616560}"/>
              </a:ext>
            </a:extLst>
          </p:cNvPr>
          <p:cNvSpPr txBox="1">
            <a:spLocks/>
          </p:cNvSpPr>
          <p:nvPr/>
        </p:nvSpPr>
        <p:spPr>
          <a:xfrm>
            <a:off x="3872571" y="293301"/>
            <a:ext cx="4717367" cy="81540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90000"/>
              </a:lnSpc>
              <a:buClr>
                <a:srgbClr val="FF0000"/>
              </a:buClr>
              <a:buSzPts val="4400"/>
              <a:buFont typeface="Calibri"/>
              <a:buNone/>
            </a:pPr>
            <a:r>
              <a:rPr lang="en-IN" sz="4400" b="1" u="sng" dirty="0">
                <a:solidFill>
                  <a:schemeClr val="tx1"/>
                </a:solidFill>
                <a:latin typeface="Times New Roman" panose="02020603050405020304" pitchFamily="18" charset="0"/>
                <a:cs typeface="Times New Roman" panose="02020603050405020304" pitchFamily="18" charset="0"/>
              </a:rPr>
              <a:t>Conc</a:t>
            </a:r>
            <a:r>
              <a:rPr lang="en-IN" sz="4400" b="1" u="sng" dirty="0">
                <a:solidFill>
                  <a:srgbClr val="C00000"/>
                </a:solidFill>
                <a:latin typeface="Times New Roman" panose="02020603050405020304" pitchFamily="18" charset="0"/>
                <a:cs typeface="Times New Roman" panose="02020603050405020304" pitchFamily="18" charset="0"/>
              </a:rPr>
              <a:t>lusion</a:t>
            </a:r>
          </a:p>
        </p:txBody>
      </p:sp>
    </p:spTree>
    <p:extLst>
      <p:ext uri="{BB962C8B-B14F-4D97-AF65-F5344CB8AC3E}">
        <p14:creationId xmlns:p14="http://schemas.microsoft.com/office/powerpoint/2010/main" val="40191737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Shape 115"/>
        <p:cNvGrpSpPr/>
        <p:nvPr/>
      </p:nvGrpSpPr>
      <p:grpSpPr>
        <a:xfrm>
          <a:off x="0" y="0"/>
          <a:ext cx="0" cy="0"/>
          <a:chOff x="0" y="0"/>
          <a:chExt cx="0" cy="0"/>
        </a:xfrm>
      </p:grpSpPr>
      <p:sp>
        <p:nvSpPr>
          <p:cNvPr id="117" name="Google Shape;117;p5"/>
          <p:cNvSpPr txBox="1"/>
          <p:nvPr/>
        </p:nvSpPr>
        <p:spPr>
          <a:xfrm>
            <a:off x="3530599" y="2182494"/>
            <a:ext cx="7921171" cy="249301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7200" b="0" i="0" u="none" strike="noStrike" cap="none" dirty="0">
                <a:solidFill>
                  <a:srgbClr val="C00000"/>
                </a:solidFill>
                <a:latin typeface="Cascadia Mono SemiBold" panose="020B0609020000020004" pitchFamily="49" charset="0"/>
                <a:ea typeface="Cascadia Mono SemiBold" panose="020B0609020000020004" pitchFamily="49" charset="0"/>
                <a:cs typeface="Cascadia Mono SemiBold" panose="020B0609020000020004" pitchFamily="49" charset="0"/>
                <a:sym typeface="Libre Baskerville"/>
              </a:rPr>
              <a:t>THANK YOU</a:t>
            </a:r>
            <a:endParaRPr sz="7200" b="0" i="0" u="none" strike="noStrike" cap="none" dirty="0">
              <a:solidFill>
                <a:schemeClr val="dk1"/>
              </a:solidFill>
              <a:latin typeface="Cascadia Mono SemiBold" panose="020B0609020000020004" pitchFamily="49" charset="0"/>
              <a:ea typeface="Cascadia Mono SemiBold" panose="020B0609020000020004" pitchFamily="49" charset="0"/>
              <a:cs typeface="Cascadia Mono SemiBold" panose="020B0609020000020004" pitchFamily="49" charset="0"/>
              <a:sym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TM03457496[[fn=Parallax]]</Template>
  <TotalTime>2215</TotalTime>
  <Words>1480</Words>
  <Application>Microsoft Office PowerPoint</Application>
  <PresentationFormat>Widescreen</PresentationFormat>
  <Paragraphs>88</Paragraphs>
  <Slides>25</Slides>
  <Notes>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25</vt:i4>
      </vt:variant>
    </vt:vector>
  </HeadingPairs>
  <TitlesOfParts>
    <vt:vector size="35" baseType="lpstr">
      <vt:lpstr>Wingdings</vt:lpstr>
      <vt:lpstr>Cascadia Mono SemiBold</vt:lpstr>
      <vt:lpstr>Libre Baskerville</vt:lpstr>
      <vt:lpstr>Trebuchet MS</vt:lpstr>
      <vt:lpstr>Times New Roman</vt:lpstr>
      <vt:lpstr>Wingdings 3</vt:lpstr>
      <vt:lpstr>Calibri</vt:lpstr>
      <vt:lpstr>Arial</vt:lpstr>
      <vt:lpstr>Office Theme</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Mohammed shahbaaz Shaik</cp:lastModifiedBy>
  <cp:revision>2</cp:revision>
  <dcterms:created xsi:type="dcterms:W3CDTF">2021-02-16T05:19:01Z</dcterms:created>
  <dcterms:modified xsi:type="dcterms:W3CDTF">2026-03-13T08:01:57Z</dcterms:modified>
</cp:coreProperties>
</file>